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3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slide" Target="slides/slide20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4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038CBB5F-A6D4-C3FE-4F49-9336AC9CE523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 rotWithShape="1">
          <a:blip r:embed="rId3"/>
          <a:srcRect l="272" r="113" b="2863"/>
          <a:stretch/>
        </p:blipFill>
        <p:spPr>
          <a:xfrm>
            <a:off x="0" y="0"/>
            <a:ext cx="10654748" cy="6661657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5FBDD-775D-1381-97F6-647476302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5359" y="3893290"/>
            <a:ext cx="6658840" cy="202252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b="1" err="1"/>
              <a:t>You’ll</a:t>
            </a:r>
            <a:r>
              <a:rPr lang="es-ES" b="1"/>
              <a:t> </a:t>
            </a:r>
            <a:r>
              <a:rPr lang="es-ES" b="1" err="1"/>
              <a:t>always</a:t>
            </a:r>
            <a:r>
              <a:rPr lang="es-ES" b="1"/>
              <a:t> </a:t>
            </a:r>
            <a:r>
              <a:rPr lang="es-ES" b="1" err="1"/>
              <a:t>find</a:t>
            </a:r>
            <a:r>
              <a:rPr lang="es-ES" b="1"/>
              <a:t>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Editable file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</a:t>
            </a:r>
            <a:r>
              <a:rPr lang="es-ES" err="1">
                <a:solidFill>
                  <a:schemeClr val="tx2"/>
                </a:solidFill>
              </a:rPr>
              <a:t>Design</a:t>
            </a:r>
            <a:r>
              <a:rPr lang="es-ES">
                <a:solidFill>
                  <a:schemeClr val="tx2"/>
                </a:solidFill>
              </a:rPr>
              <a:t> Hub)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File 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</a:t>
            </a:r>
            <a:r>
              <a:rPr lang="es-ES" err="1">
                <a:solidFill>
                  <a:schemeClr val="tx2"/>
                </a:solidFill>
              </a:rPr>
              <a:t>review</a:t>
            </a:r>
            <a:r>
              <a:rPr lang="es-ES">
                <a:solidFill>
                  <a:schemeClr val="tx2"/>
                </a:solidFill>
              </a:rPr>
              <a:t>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Draft Date, </a:t>
            </a:r>
            <a:r>
              <a:rPr lang="es-ES" err="1">
                <a:solidFill>
                  <a:schemeClr val="tx2"/>
                </a:solidFill>
              </a:rPr>
              <a:t>ended</a:t>
            </a:r>
            <a:r>
              <a:rPr lang="es-ES">
                <a:solidFill>
                  <a:schemeClr val="tx2"/>
                </a:solidFill>
              </a:rPr>
              <a:t> in PROOF)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Final File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Final Date, *</a:t>
            </a:r>
            <a:r>
              <a:rPr lang="es-ES" err="1">
                <a:solidFill>
                  <a:schemeClr val="tx2"/>
                </a:solidFill>
              </a:rPr>
              <a:t>ended</a:t>
            </a:r>
            <a:r>
              <a:rPr lang="es-ES">
                <a:solidFill>
                  <a:schemeClr val="tx2"/>
                </a:solidFill>
              </a:rPr>
              <a:t> in PRINT </a:t>
            </a:r>
            <a:r>
              <a:rPr lang="es-ES" err="1">
                <a:solidFill>
                  <a:schemeClr val="tx2"/>
                </a:solidFill>
              </a:rPr>
              <a:t>or</a:t>
            </a:r>
            <a:r>
              <a:rPr lang="es-ES">
                <a:solidFill>
                  <a:schemeClr val="tx2"/>
                </a:solidFill>
              </a:rPr>
              <a:t> DIGITAL)</a:t>
            </a:r>
            <a:endParaRPr lang="en-DK">
              <a:solidFill>
                <a:schemeClr val="tx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8A5142-B4ED-470C-5E74-E322FA8F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967" y="1882728"/>
            <a:ext cx="6658841" cy="1737126"/>
          </a:xfrm>
        </p:spPr>
        <p:txBody>
          <a:bodyPr/>
          <a:lstStyle/>
          <a:p>
            <a:r>
              <a:rPr lang="en-US"/>
              <a:t>File Storage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9FB72-DFFC-4B35-7296-49E2B49A0D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1D8D6-3D29-DAFD-C5EE-A437331C32A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20</a:t>
            </a:fld>
            <a:endParaRPr lang="en-GB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31BCEF4-94AF-A489-B0A1-CFCE84951CC0}"/>
              </a:ext>
            </a:extLst>
          </p:cNvPr>
          <p:cNvSpPr txBox="1">
            <a:spLocks/>
          </p:cNvSpPr>
          <p:nvPr/>
        </p:nvSpPr>
        <p:spPr>
          <a:xfrm>
            <a:off x="2649476" y="6300536"/>
            <a:ext cx="6658840" cy="2022524"/>
          </a:xfrm>
          <a:prstGeom prst="rect">
            <a:avLst/>
          </a:prstGeom>
        </p:spPr>
        <p:txBody>
          <a:bodyPr vert="horz" lIns="18000" tIns="90000" rIns="91440" bIns="36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" sz="800" b="1">
                <a:solidFill>
                  <a:schemeClr val="tx1">
                    <a:lumMod val="40000"/>
                    <a:lumOff val="60000"/>
                  </a:schemeClr>
                </a:solidFill>
              </a:rPr>
              <a:t>*ONLY IF IT’S NEEDED TO MAKE THE DISTINCTION</a:t>
            </a:r>
            <a:endParaRPr lang="en-DK" sz="80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1400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