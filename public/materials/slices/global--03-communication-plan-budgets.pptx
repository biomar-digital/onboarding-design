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  <p:sldMasterId id="2147483676" r:id="rId5"/>
  </p:sldMasterIdLst>
  <p:notesMasterIdLst>
    <p:notesMasterId r:id="rId24"/>
  </p:notesMasterIdLst>
  <p:sldIdLst>
    <p:sldId id="2147482182" r:id="rId18"/>
    <p:sldId id="2147482183" r:id="rId19"/>
    <p:sldId id="2147378928" r:id="rId20"/>
    <p:sldId id="2147482172" r:id="rId21"/>
    <p:sldId id="2147482179" r:id="rId22"/>
    <p:sldId id="2147378870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D9D9C"/>
    <a:srgbClr val="1F3E77"/>
    <a:srgbClr val="8787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86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2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29232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8" Type="http://schemas.openxmlformats.org/officeDocument/2006/relationships/slide" Target="slides/slide13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20" Type="http://schemas.openxmlformats.org/officeDocument/2006/relationships/slide" Target="slides/slide15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23" Type="http://schemas.openxmlformats.org/officeDocument/2006/relationships/slide" Target="slides/slide18.xml"/><Relationship Id="rId28" Type="http://schemas.openxmlformats.org/officeDocument/2006/relationships/tableStyles" Target="tableStyles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22" Type="http://schemas.openxmlformats.org/officeDocument/2006/relationships/slide" Target="slides/slide17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hew Evans" userId="8b39185e-a7bc-43e1-824d-731ed06fb3a6" providerId="ADAL" clId="{2EDA9705-8324-434D-840A-D8BE8CDF34AC}"/>
    <pc:docChg chg="modSld">
      <pc:chgData name="Matthew Evans" userId="8b39185e-a7bc-43e1-824d-731ed06fb3a6" providerId="ADAL" clId="{2EDA9705-8324-434D-840A-D8BE8CDF34AC}" dt="2026-06-16T07:51:07.420" v="0" actId="729"/>
      <pc:docMkLst>
        <pc:docMk/>
      </pc:docMkLst>
      <pc:sldChg chg="mod modShow">
        <pc:chgData name="Matthew Evans" userId="8b39185e-a7bc-43e1-824d-731ed06fb3a6" providerId="ADAL" clId="{2EDA9705-8324-434D-840A-D8BE8CDF34AC}" dt="2026-06-16T07:51:07.420" v="0" actId="729"/>
        <pc:sldMkLst>
          <pc:docMk/>
          <pc:sldMk cId="3097284567" sldId="214748217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9097A3-8DD6-420B-AB1F-30262CEC0103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63FE4B-2A11-4174-9591-0C9981A24A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5603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DD1EDA-2EFC-4C82-A9D0-6ABC9A4DA2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308E76-B913-4359-A219-C11013C186E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DE1816-1A7D-458E-88E6-C129C30004D4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AD3DB478-ACDC-4A23-A384-EE272C9FAB86}" type="slidenum">
              <a:t>5</a:t>
            </a:fld>
            <a:endParaRPr lang="en-GB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453442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63FE4B-2A11-4174-9591-0C9981A24A8F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44023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D4469C5-1101-499A-8CA4-CDAF5BC89DA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2C1ACDDE-2D20-4390-8706-8C1282B605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2240" y="4337728"/>
            <a:ext cx="8430805" cy="745247"/>
          </a:xfrm>
        </p:spPr>
        <p:txBody>
          <a:bodyPr lIns="0" tIns="0" rIns="0" bIns="0"/>
          <a:lstStyle>
            <a:lvl1pPr marL="0" indent="0" algn="l">
              <a:buNone/>
              <a:defRPr sz="24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GB" noProof="0"/>
          </a:p>
        </p:txBody>
      </p:sp>
      <p:pic>
        <p:nvPicPr>
          <p:cNvPr id="59" name="Line">
            <a:extLst>
              <a:ext uri="{FF2B5EF4-FFF2-40B4-BE49-F238E27FC236}">
                <a16:creationId xmlns:a16="http://schemas.microsoft.com/office/drawing/2014/main" id="{A8F21188-3E45-4924-AA66-9AEF6C0A7C55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1881477" y="4062221"/>
            <a:ext cx="4979635" cy="909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782485-9A91-4D78-BE63-FEC8E0C8ED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2240" y="2087418"/>
            <a:ext cx="8430805" cy="1828793"/>
          </a:xfrm>
        </p:spPr>
        <p:txBody>
          <a:bodyPr lIns="0" tIns="0" rIns="0" bIns="0" anchor="b">
            <a:normAutofit/>
          </a:bodyPr>
          <a:lstStyle>
            <a:lvl1pPr algn="l">
              <a:defRPr sz="6000">
                <a:solidFill>
                  <a:schemeClr val="accent4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8" name="BioMar logo" descr="A close up of a sign&#10;&#10;Description automatically generated">
            <a:extLst>
              <a:ext uri="{FF2B5EF4-FFF2-40B4-BE49-F238E27FC236}">
                <a16:creationId xmlns:a16="http://schemas.microsoft.com/office/drawing/2014/main" id="{10229DB7-0C3C-4581-A748-187D72270E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868774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9A16E-1C20-4137-8BFF-8BC83EB285B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816508" y="6392405"/>
            <a:ext cx="2743200" cy="252000"/>
          </a:xfrm>
        </p:spPr>
        <p:txBody>
          <a:bodyPr lIns="0" rIns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C1323A4-66A3-41DF-B2CE-95A19EF8172A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F653F-EF38-47C8-B49B-D8DC1E44861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868774" y="5513348"/>
            <a:ext cx="4114800" cy="252000"/>
          </a:xfrm>
        </p:spPr>
        <p:txBody>
          <a:bodyPr lIns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E4FF7-71E0-4C56-80FA-B9721BCB352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79054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D1D0CC-210D-4045-8A67-841981251192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AFCE7-F962-4648-961F-14975F9C7959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C1E5E85-87CB-407B-ACEE-1C188310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17737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/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5C0D5214-7A80-435A-9DC9-AEF94E048663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7442198" y="6409657"/>
            <a:ext cx="3760472" cy="252000"/>
          </a:xfrm>
        </p:spPr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702747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544" name="Title 543">
            <a:extLst>
              <a:ext uri="{FF2B5EF4-FFF2-40B4-BE49-F238E27FC236}">
                <a16:creationId xmlns:a16="http://schemas.microsoft.com/office/drawing/2014/main" id="{8617B394-9586-4DC7-AEC5-D837F9BC2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2198" y="1108365"/>
            <a:ext cx="4306887" cy="1092208"/>
          </a:xfrm>
        </p:spPr>
        <p:txBody>
          <a:bodyPr rIns="36000" anchor="b" anchorCtr="0">
            <a:normAutofit/>
          </a:bodyPr>
          <a:lstStyle>
            <a:lvl1pPr algn="r"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56E3DFA-C385-4C0E-AA46-779059C36E1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84" t="-3530" r="1" b="-2"/>
          <a:stretch/>
        </p:blipFill>
        <p:spPr>
          <a:xfrm>
            <a:off x="7442198" y="2225675"/>
            <a:ext cx="4276902" cy="92676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66F21C-819C-4B79-ADF3-5541652CFDE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442200" y="2463801"/>
            <a:ext cx="4306888" cy="3828078"/>
          </a:xfrm>
        </p:spPr>
        <p:txBody>
          <a:bodyPr/>
          <a:lstStyle>
            <a:lvl1pPr marL="0" indent="0" algn="r">
              <a:buFontTx/>
              <a:buNone/>
              <a:defRPr/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13966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8000" y="6392405"/>
            <a:ext cx="2743200" cy="252000"/>
          </a:xfrm>
        </p:spPr>
        <p:txBody>
          <a:bodyPr/>
          <a:lstStyle/>
          <a:p>
            <a:fld id="{98229715-1DF0-4C61-95E0-62AA307015E7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87870" y="6409657"/>
            <a:ext cx="4114800" cy="252000"/>
          </a:xfrm>
        </p:spPr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E593F3-08EA-4655-844F-2C6E2B39E1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subtitle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18D0E78-DA72-42AD-AB28-45587105B4A3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1C9476-7D88-4E89-8F29-361D808D2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63828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,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5D561-1DD7-42F0-8454-71A535D48A6E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64" name="Text Placeholder 3">
            <a:extLst>
              <a:ext uri="{FF2B5EF4-FFF2-40B4-BE49-F238E27FC236}">
                <a16:creationId xmlns:a16="http://schemas.microsoft.com/office/drawing/2014/main" id="{BA9A2C39-FCA0-4869-BB45-C99C9BBC7F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3"/>
            <a:ext cx="10368000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Section header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437074-B210-4A56-9DBD-F3282AD01448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1CBFB62-DC66-4DA1-B73B-4F210B641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1358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4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0B570AA5-3509-451D-B12B-A9E10E56A3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043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01CFB51-B326-48B4-B22E-C976685DAFC3}" type="datetime1">
              <a:rPr lang="en-GB" smtClean="0"/>
              <a:t>16/06/2026</a:t>
            </a:fld>
            <a:endParaRPr lang="en-GB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B69E9C0-49A3-408B-8E81-6900AC6C5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Powered by Partnership. Driven by Innovation. </a:t>
            </a:r>
            <a:endParaRPr lang="en-GB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9CFBA96-2B00-4625-85D6-B57F3F142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893047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4B3460B1-9651-4644-9926-16AC74391A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272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1CACCA0-6263-405B-B6FC-D79B87066ECB}" type="datetime1">
              <a:rPr lang="en-GB" smtClean="0"/>
              <a:t>16/06/2026</a:t>
            </a:fld>
            <a:endParaRPr lang="en-GB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96572E9B-310F-483A-81CA-D71C772EA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Powered by Partnership. Driven by Innovation. </a:t>
            </a:r>
            <a:endParaRPr lang="en-GB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4C83A1E-9A79-4E4A-BF41-07D0121FB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6387267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0C501-BA5B-4C42-84D2-ED731C3B449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80A681FC-D617-4252-A5ED-71B7B7042EE8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F7F61A98-A0CF-4246-8434-89A70C039DBF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0" y="0"/>
            <a:ext cx="4085463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08500" y="3706434"/>
            <a:ext cx="6658840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8108" y="1695872"/>
            <a:ext cx="665884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10" name="Line">
            <a:extLst>
              <a:ext uri="{FF2B5EF4-FFF2-40B4-BE49-F238E27FC236}">
                <a16:creationId xmlns:a16="http://schemas.microsoft.com/office/drawing/2014/main" id="{D8CEE087-9A4F-4559-B49F-15BAD956173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4498108" y="3524223"/>
            <a:ext cx="4979635" cy="9098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94780-6B39-4373-9056-F2C49D7C47F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39D89-E9C9-42B8-A1D8-1A68B3C475F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82765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440000"/>
            <a:ext cx="5400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A2AAC1-2978-4345-9225-1EC875F19B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6190" y="1440000"/>
            <a:ext cx="5364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C6E3EF12-519C-4F8C-B227-7CD7B702C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2FA4-4804-46F1-9D25-C27C4B1804A8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1D5CA05A-C91A-444E-8023-2F306324B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4D2BB7B-5EC0-4C28-87BE-E6C61AA8A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DFEBCF-C5E6-4CA2-AF84-C68688EA1C04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F55AED-4FEE-4486-BC2C-9EB53B34F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326547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1E329-94E2-464F-BC27-1578964E5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709" y="1476944"/>
            <a:ext cx="5395020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5E98A8-820D-4339-A22B-818171C77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8902" y="2169045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A552A6-2B01-46FB-B581-B11816688E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3308" y="1476944"/>
            <a:ext cx="5399232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6624372-C806-49C7-B5B3-B471FB84E30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5131" y="2156319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B1CD2AD1-449A-4F44-87F3-51D925B6B23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7BFCA4E-C1A3-41F8-B33D-61C2A73BBF04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78C02DC0-1D54-4077-A3AE-CE6AE738204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30F974C-5E8C-48FE-9EBF-6D61C4ACCD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97D89E0-F3A1-4CF1-AFB1-A85F6F1ADED0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F769518-4816-46BB-AAED-97648A1C8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111638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072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1C96A28-455A-4C90-BCF7-5B370482BEC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01361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1222174-B5D3-4D67-88FE-E144DEE3FE3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989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475E464-D945-4177-98BA-904DEB6B026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72059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4AD7EF-1A8C-4EB7-A9F7-C86FDD13DB7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E75E8C7D-0BFB-46FA-A648-FB0F62377255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152516-C652-40E0-A0E5-B9ADA7B8AF9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E6685B-740F-4E4A-90C9-64331236C97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A4D4AA6-3618-4C18-98CE-AF5E0C051D1F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C3386FA-7DB2-43A1-98E0-30655E0EF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577735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5A7142-9670-4CBD-BEB3-65148FF80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0984C-9E63-4962-AD5D-BD1D53A30B78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960751-3363-4197-86A3-8617F72DF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28ACE3-F4BC-4BB3-975A-583AAA3EA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9" name="Content Placeholder 12">
            <a:extLst>
              <a:ext uri="{FF2B5EF4-FFF2-40B4-BE49-F238E27FC236}">
                <a16:creationId xmlns:a16="http://schemas.microsoft.com/office/drawing/2014/main" id="{913B3FC7-D6D7-4BF4-99DD-BC9A30B98F3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538" y="137382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0" name="Content Placeholder 12">
            <a:extLst>
              <a:ext uri="{FF2B5EF4-FFF2-40B4-BE49-F238E27FC236}">
                <a16:creationId xmlns:a16="http://schemas.microsoft.com/office/drawing/2014/main" id="{401D03FF-D13D-4C52-9038-85AA3D41163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5044" y="137844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1" name="Content Placeholder 12">
            <a:extLst>
              <a:ext uri="{FF2B5EF4-FFF2-40B4-BE49-F238E27FC236}">
                <a16:creationId xmlns:a16="http://schemas.microsoft.com/office/drawing/2014/main" id="{88F92D5D-4E12-4149-9E4D-0D37D209FA3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099550" y="1373822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2" name="Content Placeholder 12">
            <a:extLst>
              <a:ext uri="{FF2B5EF4-FFF2-40B4-BE49-F238E27FC236}">
                <a16:creationId xmlns:a16="http://schemas.microsoft.com/office/drawing/2014/main" id="{06298E8B-9D61-400A-A266-185C1875931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90538" y="387191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3" name="Content Placeholder 12">
            <a:extLst>
              <a:ext uri="{FF2B5EF4-FFF2-40B4-BE49-F238E27FC236}">
                <a16:creationId xmlns:a16="http://schemas.microsoft.com/office/drawing/2014/main" id="{C0C74D3B-4CBD-43D7-9CCE-25A356BC2E5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301081" y="387653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4" name="Content Placeholder 12">
            <a:extLst>
              <a:ext uri="{FF2B5EF4-FFF2-40B4-BE49-F238E27FC236}">
                <a16:creationId xmlns:a16="http://schemas.microsoft.com/office/drawing/2014/main" id="{78FD959B-1ECC-42F1-A025-DE3464026CE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11625" y="386981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8A496D1-9393-4C7C-B049-D3456602BC47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B33454CA-BC31-487D-B03B-A1C755735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469284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AF94DF-C3B2-4D53-A160-16795F1A79C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7ED87E-A5D3-4F5C-95D3-EFDD8841158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AC7824-6763-43D7-8EC6-90566B7BA24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881164" y="6392405"/>
            <a:ext cx="2743200" cy="252000"/>
          </a:xfrm>
        </p:spPr>
        <p:txBody>
          <a:bodyPr/>
          <a:lstStyle/>
          <a:p>
            <a:fld id="{CF85CB1D-2CFB-40F2-BD96-FB830C0C5A82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E156BF3C-C8C1-412F-AE23-C486ECF90669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543793" y="0"/>
            <a:ext cx="1064820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4E97A0-7CE3-4C3A-8865-E44AEC366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198266" y="3036731"/>
            <a:ext cx="5841220" cy="487756"/>
          </a:xfrm>
        </p:spPr>
        <p:txBody>
          <a:bodyPr lIns="0" rIns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6" name="Line">
            <a:extLst>
              <a:ext uri="{FF2B5EF4-FFF2-40B4-BE49-F238E27FC236}">
                <a16:creationId xmlns:a16="http://schemas.microsoft.com/office/drawing/2014/main" id="{4EBD82E6-20EE-4CF2-BEF3-037F483496F4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 rot="16200000">
            <a:off x="-1320467" y="3665909"/>
            <a:ext cx="4979635" cy="90985"/>
          </a:xfrm>
          <a:prstGeom prst="rect">
            <a:avLst/>
          </a:prstGeom>
        </p:spPr>
      </p:pic>
      <p:pic>
        <p:nvPicPr>
          <p:cNvPr id="56" name="Picture 55" descr="A close up of a sign&#10;&#10;Description automatically generated">
            <a:extLst>
              <a:ext uri="{FF2B5EF4-FFF2-40B4-BE49-F238E27FC236}">
                <a16:creationId xmlns:a16="http://schemas.microsoft.com/office/drawing/2014/main" id="{93845E4D-87FB-4B23-889D-380B14CD7A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22636899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7770C3A-2D06-4FDF-834F-E5643820E71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16865" y="2105247"/>
            <a:ext cx="5321935" cy="409198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679BA607-D323-4BA5-AF54-B81E4E3E4171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6091440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FD861E-2DA5-47BD-BE84-1F17B52117F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37" t="13712" b="-2"/>
          <a:stretch/>
        </p:blipFill>
        <p:spPr>
          <a:xfrm>
            <a:off x="6409879" y="1828799"/>
            <a:ext cx="5325618" cy="77242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184A8EA3-CB45-4C1E-A848-C7029088646B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6413180" y="613541"/>
            <a:ext cx="4602915" cy="360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accent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68F5D19-11A4-43DD-AD39-E77B45ACD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180" y="990600"/>
            <a:ext cx="5325619" cy="810000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8451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16EE9BD1-31BD-441E-A6BA-F3465DD7CB19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3209722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23235F0B-EB72-44E4-9E35-636834A021F1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3600001" y="90000"/>
            <a:ext cx="7236000" cy="324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accent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3D99278-DE55-4541-9B96-52E5BEECB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4304" y="1444855"/>
            <a:ext cx="8089966" cy="47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6FBA568-DF37-45CB-8FA6-B8E666EA538D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10" t="-20662" r="559" b="-11321"/>
          <a:stretch/>
        </p:blipFill>
        <p:spPr>
          <a:xfrm>
            <a:off x="3614302" y="1177925"/>
            <a:ext cx="8113405" cy="85364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DAEEF55-887C-41E7-B43D-8D95B514A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0" y="432000"/>
            <a:ext cx="7236000" cy="684000"/>
          </a:xfrm>
        </p:spPr>
        <p:txBody>
          <a:bodyPr bIns="0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25272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277D9D6-CED7-4C47-AAB5-1AE3F400A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75332-848B-4B25-A14F-662BCE9FD56D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E98A9F-8124-43C7-8233-99AEDC8B3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128996E-D6CE-4B7B-9F5D-886F8A5A5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598818-8260-420F-A61B-5CF7C150941D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7D305E8-66F3-4D16-8419-45C8980E3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78771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32AC1-29CC-4347-906D-BF83C3A65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D99E5-5FA5-41DF-881E-0FBD0F69491F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A5081D-0E94-43AA-8C62-3477B97CE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E74EDA-B875-432B-9F43-4636817F8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91232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5E9B5-4D0A-4320-9B3C-43C69D62EB3E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5D11CC8-3D51-4468-8A7A-7287D1752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966A89F-5E6E-4D5E-B85A-E4BC90EC91B0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8" name="Title 5">
            <a:extLst>
              <a:ext uri="{FF2B5EF4-FFF2-40B4-BE49-F238E27FC236}">
                <a16:creationId xmlns:a16="http://schemas.microsoft.com/office/drawing/2014/main" id="{3E60B942-F8AD-4B47-A5DB-BB82A98AB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7554424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C6248-7FA6-477E-BF97-B2E69F354936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C0F0D46-AB2D-4622-B449-2118C6E90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44B17A3-4856-4F26-BDEE-526BE7CA962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subtitle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045A63F-9E96-42B5-A976-4E9FCADCEBBA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6E491AC0-1332-46AE-9FA1-CA0F5C0AB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5122963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, 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629A1-B183-4695-8A10-62D01E80BFDF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23407A2-5FB9-49FA-8FD4-515111883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32CCE79-3EE6-4CAA-B525-A2EDF02605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2"/>
            <a:ext cx="10368000" cy="326379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Section header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02973F9-7731-4AC1-87AE-23E1427E89B4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59F989B2-8FA5-43E9-9516-49FD5605A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23708"/>
            <a:ext cx="10368000" cy="684000"/>
          </a:xfrm>
        </p:spPr>
        <p:txBody>
          <a:bodyPr tIns="72000" bIns="0" anchor="ctr" anchorCtr="0"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086331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84119E5-C196-A24E-9FB2-AD1DC66305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DEEC9E-28A9-8C44-9EF4-E5E4429989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70400" y="3168072"/>
            <a:ext cx="3195782" cy="2204641"/>
          </a:xfrm>
          <a:prstGeom prst="rect">
            <a:avLst/>
          </a:prstGeom>
        </p:spPr>
      </p:pic>
      <p:sp>
        <p:nvSpPr>
          <p:cNvPr id="16" name="Text Placeholder 72">
            <a:extLst>
              <a:ext uri="{FF2B5EF4-FFF2-40B4-BE49-F238E27FC236}">
                <a16:creationId xmlns:a16="http://schemas.microsoft.com/office/drawing/2014/main" id="{8603DA45-286D-4E38-8A6D-F1CDB3DA232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8329" y="5691980"/>
            <a:ext cx="4055339" cy="345103"/>
          </a:xfrm>
        </p:spPr>
        <p:txBody>
          <a:bodyPr lIns="0" tIns="36000" rIns="36000" bIns="36000" anchor="ctr"/>
          <a:lstStyle>
            <a:lvl1pPr marL="0" indent="0" algn="ctr">
              <a:buFontTx/>
              <a:buNone/>
              <a:defRPr sz="1200" spc="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www.biomar.com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974853-5F26-4DA8-9D84-AD1F48F7B7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7B679F9A-124D-4B5D-A840-9E3698A51B7A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4B062B-DE74-4D38-82ED-CD55CB31126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4912303-7C13-44FB-987B-24B3E9030D8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024000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1C73859D-8407-6915-ACCC-57F8095B54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72539" y="1701186"/>
            <a:ext cx="1353550" cy="9108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ACC4C676-4876-E215-F006-A8651C4560E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22334" y="2413333"/>
            <a:ext cx="1353550" cy="9108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55702FD0-4717-B058-EF47-4A701C1D5A4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>
            <a:off x="10475387" y="3145040"/>
            <a:ext cx="1353550" cy="910800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5999553A-CAF8-4B46-8B69-C1DED982983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9779" y="4292877"/>
            <a:ext cx="11112442" cy="886968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BB0C1002-EDED-47C7-BBA2-0EBFE1FC14DB}"/>
              </a:ext>
            </a:extLst>
          </p:cNvPr>
          <p:cNvSpPr/>
          <p:nvPr userDrawn="1"/>
        </p:nvSpPr>
        <p:spPr>
          <a:xfrm>
            <a:off x="6382512" y="4736362"/>
            <a:ext cx="1709928" cy="21305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761FF7F-8841-44E5-9A7F-42D7389C7783}"/>
              </a:ext>
            </a:extLst>
          </p:cNvPr>
          <p:cNvSpPr/>
          <p:nvPr userDrawn="1"/>
        </p:nvSpPr>
        <p:spPr>
          <a:xfrm>
            <a:off x="8659367" y="4736362"/>
            <a:ext cx="1709928" cy="213055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B4049FD-E1B8-46F0-9261-1D12DC233166}"/>
              </a:ext>
            </a:extLst>
          </p:cNvPr>
          <p:cNvSpPr/>
          <p:nvPr userDrawn="1"/>
        </p:nvSpPr>
        <p:spPr>
          <a:xfrm>
            <a:off x="1828800" y="4736362"/>
            <a:ext cx="1709928" cy="213055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D8E1F2E-68BD-42F8-B40C-38178837E627}"/>
              </a:ext>
            </a:extLst>
          </p:cNvPr>
          <p:cNvSpPr/>
          <p:nvPr userDrawn="1"/>
        </p:nvSpPr>
        <p:spPr>
          <a:xfrm>
            <a:off x="4105656" y="4736362"/>
            <a:ext cx="1709928" cy="21305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74FE88-C8D9-446D-9CCF-05BB3D62C8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86791" y="374068"/>
            <a:ext cx="8818418" cy="469116"/>
          </a:xfrm>
        </p:spPr>
        <p:txBody>
          <a:bodyPr lIns="0" tIns="0" rIns="0" bIns="0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2585CCA-7E8D-4801-BD69-EE6074D6F70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87513" y="899824"/>
            <a:ext cx="8816975" cy="337380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151A24C-5AE7-4C88-A756-96BF7217B67D}"/>
              </a:ext>
            </a:extLst>
          </p:cNvPr>
          <p:cNvCxnSpPr/>
          <p:nvPr userDrawn="1"/>
        </p:nvCxnSpPr>
        <p:spPr>
          <a:xfrm>
            <a:off x="1061013" y="4736362"/>
            <a:ext cx="10116000" cy="0"/>
          </a:xfrm>
          <a:prstGeom prst="line">
            <a:avLst/>
          </a:prstGeom>
          <a:ln w="635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" name="Graphic 43">
            <a:extLst>
              <a:ext uri="{FF2B5EF4-FFF2-40B4-BE49-F238E27FC236}">
                <a16:creationId xmlns:a16="http://schemas.microsoft.com/office/drawing/2014/main" id="{A8E93428-4ED9-4325-A388-C3ADA2D317D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2150" y="1624253"/>
            <a:ext cx="1353312" cy="910641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FF6F2B9C-2242-4858-9F13-D35A8AA12DD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21221" y="2336241"/>
            <a:ext cx="1353550" cy="910800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D4EDCF5A-7BDE-4D6B-ABD0-3AB65F1C2F9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2878156" y="3067948"/>
            <a:ext cx="1353550" cy="910800"/>
          </a:xfrm>
          <a:prstGeom prst="rect">
            <a:avLst/>
          </a:prstGeom>
        </p:spPr>
      </p:pic>
      <p:pic>
        <p:nvPicPr>
          <p:cNvPr id="47" name="Graphic 46">
            <a:extLst>
              <a:ext uri="{FF2B5EF4-FFF2-40B4-BE49-F238E27FC236}">
                <a16:creationId xmlns:a16="http://schemas.microsoft.com/office/drawing/2014/main" id="{E05A8C23-CD04-4CC0-81F0-B51ED25D6FA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18101" y="1624094"/>
            <a:ext cx="1353550" cy="910800"/>
          </a:xfrm>
          <a:prstGeom prst="rect">
            <a:avLst/>
          </a:prstGeom>
        </p:spPr>
      </p:pic>
      <p:pic>
        <p:nvPicPr>
          <p:cNvPr id="48" name="Graphic 47">
            <a:extLst>
              <a:ext uri="{FF2B5EF4-FFF2-40B4-BE49-F238E27FC236}">
                <a16:creationId xmlns:a16="http://schemas.microsoft.com/office/drawing/2014/main" id="{8BA30145-14AC-4F49-90EC-CCD6C9B034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67653" y="2336241"/>
            <a:ext cx="1353550" cy="910800"/>
          </a:xfrm>
          <a:prstGeom prst="rect">
            <a:avLst/>
          </a:prstGeom>
        </p:spPr>
      </p:pic>
      <p:pic>
        <p:nvPicPr>
          <p:cNvPr id="49" name="Graphic 48">
            <a:extLst>
              <a:ext uri="{FF2B5EF4-FFF2-40B4-BE49-F238E27FC236}">
                <a16:creationId xmlns:a16="http://schemas.microsoft.com/office/drawing/2014/main" id="{FC502391-D2FD-42C0-A3AD-CFBA0E74FD9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5422647" y="3067948"/>
            <a:ext cx="1353550" cy="910800"/>
          </a:xfrm>
          <a:prstGeom prst="rect">
            <a:avLst/>
          </a:prstGeom>
        </p:spPr>
      </p:pic>
      <p:pic>
        <p:nvPicPr>
          <p:cNvPr id="50" name="Graphic 49">
            <a:extLst>
              <a:ext uri="{FF2B5EF4-FFF2-40B4-BE49-F238E27FC236}">
                <a16:creationId xmlns:a16="http://schemas.microsoft.com/office/drawing/2014/main" id="{DC5D8DB9-127D-4F50-9EFA-69CCD2DD3FE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64290" y="1624094"/>
            <a:ext cx="1353550" cy="910800"/>
          </a:xfrm>
          <a:prstGeom prst="rect">
            <a:avLst/>
          </a:prstGeom>
        </p:spPr>
      </p:pic>
      <p:pic>
        <p:nvPicPr>
          <p:cNvPr id="51" name="Graphic 50">
            <a:extLst>
              <a:ext uri="{FF2B5EF4-FFF2-40B4-BE49-F238E27FC236}">
                <a16:creationId xmlns:a16="http://schemas.microsoft.com/office/drawing/2014/main" id="{2B68CE4F-9334-460A-AC16-FD7B9D4834F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14085" y="2336241"/>
            <a:ext cx="1353550" cy="910800"/>
          </a:xfrm>
          <a:prstGeom prst="rect">
            <a:avLst/>
          </a:prstGeom>
        </p:spPr>
      </p:pic>
      <p:pic>
        <p:nvPicPr>
          <p:cNvPr id="52" name="Graphic 51">
            <a:extLst>
              <a:ext uri="{FF2B5EF4-FFF2-40B4-BE49-F238E27FC236}">
                <a16:creationId xmlns:a16="http://schemas.microsoft.com/office/drawing/2014/main" id="{5FA82588-8741-4458-86A7-BD172C98E2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7967138" y="3067948"/>
            <a:ext cx="1353550" cy="910800"/>
          </a:xfrm>
          <a:prstGeom prst="rect">
            <a:avLst/>
          </a:prstGeom>
        </p:spPr>
      </p:pic>
      <p:pic>
        <p:nvPicPr>
          <p:cNvPr id="58" name="Graphic 57">
            <a:extLst>
              <a:ext uri="{FF2B5EF4-FFF2-40B4-BE49-F238E27FC236}">
                <a16:creationId xmlns:a16="http://schemas.microsoft.com/office/drawing/2014/main" id="{2F06B201-75A9-4318-9FB7-162ACF2689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49153" y="3977811"/>
            <a:ext cx="3534" cy="576072"/>
          </a:xfrm>
          <a:prstGeom prst="rect">
            <a:avLst/>
          </a:prstGeom>
        </p:spPr>
      </p:pic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683B5AB1-7EBB-41FA-91A7-C559D3C99B65}"/>
              </a:ext>
            </a:extLst>
          </p:cNvPr>
          <p:cNvCxnSpPr/>
          <p:nvPr userDrawn="1"/>
        </p:nvCxnSpPr>
        <p:spPr>
          <a:xfrm>
            <a:off x="1848806" y="2530720"/>
            <a:ext cx="0" cy="2075688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E9CD576-7A1C-4CD4-9D8A-7B399C2CA3B1}"/>
              </a:ext>
            </a:extLst>
          </p:cNvPr>
          <p:cNvCxnSpPr>
            <a:cxnSpLocks/>
          </p:cNvCxnSpPr>
          <p:nvPr userDrawn="1"/>
        </p:nvCxnSpPr>
        <p:spPr>
          <a:xfrm>
            <a:off x="2697996" y="3247041"/>
            <a:ext cx="0" cy="1314151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7BD786A0-A137-4606-ADCE-C6927B42099B}"/>
              </a:ext>
            </a:extLst>
          </p:cNvPr>
          <p:cNvCxnSpPr>
            <a:cxnSpLocks/>
          </p:cNvCxnSpPr>
          <p:nvPr userDrawn="1"/>
        </p:nvCxnSpPr>
        <p:spPr>
          <a:xfrm>
            <a:off x="9448304" y="2599876"/>
            <a:ext cx="18402" cy="1880454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5815CBB7-9DB2-4084-9FAD-EAF1EC4885E3}"/>
              </a:ext>
            </a:extLst>
          </p:cNvPr>
          <p:cNvCxnSpPr>
            <a:cxnSpLocks/>
          </p:cNvCxnSpPr>
          <p:nvPr userDrawn="1"/>
        </p:nvCxnSpPr>
        <p:spPr>
          <a:xfrm>
            <a:off x="10324486" y="3315751"/>
            <a:ext cx="11328" cy="1178766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4F26B1C5-95B6-45FA-A9CD-A905D2137F41}"/>
              </a:ext>
            </a:extLst>
          </p:cNvPr>
          <p:cNvCxnSpPr>
            <a:cxnSpLocks/>
          </p:cNvCxnSpPr>
          <p:nvPr userDrawn="1"/>
        </p:nvCxnSpPr>
        <p:spPr>
          <a:xfrm>
            <a:off x="11188261" y="4055989"/>
            <a:ext cx="0" cy="47175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87AFA7F4-DFBA-48DD-A963-33300EA6DCB7}"/>
              </a:ext>
            </a:extLst>
          </p:cNvPr>
          <p:cNvCxnSpPr/>
          <p:nvPr userDrawn="1"/>
        </p:nvCxnSpPr>
        <p:spPr>
          <a:xfrm>
            <a:off x="6941144" y="2530720"/>
            <a:ext cx="0" cy="2075688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9273F8B-484B-4948-A3EB-B4FEDFB903E9}"/>
              </a:ext>
            </a:extLst>
          </p:cNvPr>
          <p:cNvCxnSpPr/>
          <p:nvPr userDrawn="1"/>
        </p:nvCxnSpPr>
        <p:spPr>
          <a:xfrm>
            <a:off x="4394975" y="2530720"/>
            <a:ext cx="0" cy="2075688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2" name="Graphic 71">
            <a:extLst>
              <a:ext uri="{FF2B5EF4-FFF2-40B4-BE49-F238E27FC236}">
                <a16:creationId xmlns:a16="http://schemas.microsoft.com/office/drawing/2014/main" id="{FA075AB9-B34D-4B15-BCFC-4BF1B6243A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90242" y="3946744"/>
            <a:ext cx="3534" cy="576072"/>
          </a:xfrm>
          <a:prstGeom prst="rect">
            <a:avLst/>
          </a:prstGeom>
        </p:spPr>
      </p:pic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CD61995-16DF-4B2C-89CB-A72CAF07D9B3}"/>
              </a:ext>
            </a:extLst>
          </p:cNvPr>
          <p:cNvCxnSpPr>
            <a:cxnSpLocks/>
          </p:cNvCxnSpPr>
          <p:nvPr userDrawn="1"/>
        </p:nvCxnSpPr>
        <p:spPr>
          <a:xfrm>
            <a:off x="5243935" y="3215974"/>
            <a:ext cx="0" cy="1314151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4" name="Graphic 73">
            <a:extLst>
              <a:ext uri="{FF2B5EF4-FFF2-40B4-BE49-F238E27FC236}">
                <a16:creationId xmlns:a16="http://schemas.microsoft.com/office/drawing/2014/main" id="{C8CEB2D1-FD5A-4675-9E26-EEA68EFB9B8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31332" y="3977811"/>
            <a:ext cx="3534" cy="576072"/>
          </a:xfrm>
          <a:prstGeom prst="rect">
            <a:avLst/>
          </a:prstGeom>
        </p:spPr>
      </p:pic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BF8628E3-930B-41FE-A903-DB4F8A73E3F2}"/>
              </a:ext>
            </a:extLst>
          </p:cNvPr>
          <p:cNvCxnSpPr>
            <a:cxnSpLocks/>
          </p:cNvCxnSpPr>
          <p:nvPr userDrawn="1"/>
        </p:nvCxnSpPr>
        <p:spPr>
          <a:xfrm>
            <a:off x="7789874" y="3247041"/>
            <a:ext cx="0" cy="1314151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 Placeholder 76">
            <a:extLst>
              <a:ext uri="{FF2B5EF4-FFF2-40B4-BE49-F238E27FC236}">
                <a16:creationId xmlns:a16="http://schemas.microsoft.com/office/drawing/2014/main" id="{E5A98CC2-08EF-44B9-8B89-5C46257219B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5212" y="4480761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DEC</a:t>
            </a:r>
            <a:endParaRPr lang="ru-RU"/>
          </a:p>
        </p:txBody>
      </p:sp>
      <p:sp>
        <p:nvSpPr>
          <p:cNvPr id="80" name="Text Placeholder 76">
            <a:extLst>
              <a:ext uri="{FF2B5EF4-FFF2-40B4-BE49-F238E27FC236}">
                <a16:creationId xmlns:a16="http://schemas.microsoft.com/office/drawing/2014/main" id="{F4DC2690-03AF-4032-8ED5-C3D1D4EC32E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28131" y="4480330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DEC</a:t>
            </a:r>
            <a:endParaRPr lang="ru-RU"/>
          </a:p>
        </p:txBody>
      </p:sp>
      <p:sp>
        <p:nvSpPr>
          <p:cNvPr id="81" name="Text Placeholder 76">
            <a:extLst>
              <a:ext uri="{FF2B5EF4-FFF2-40B4-BE49-F238E27FC236}">
                <a16:creationId xmlns:a16="http://schemas.microsoft.com/office/drawing/2014/main" id="{0AF910D7-25F6-4C1D-BD02-BA0984AD56F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36674" y="4480761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JUN</a:t>
            </a:r>
            <a:endParaRPr lang="ru-RU"/>
          </a:p>
        </p:txBody>
      </p:sp>
      <p:sp>
        <p:nvSpPr>
          <p:cNvPr id="82" name="Text Placeholder 76">
            <a:extLst>
              <a:ext uri="{FF2B5EF4-FFF2-40B4-BE49-F238E27FC236}">
                <a16:creationId xmlns:a16="http://schemas.microsoft.com/office/drawing/2014/main" id="{978CD251-9E38-4039-B45B-81542FDA1D8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93789" y="4480761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JAN</a:t>
            </a:r>
            <a:endParaRPr lang="ru-RU"/>
          </a:p>
        </p:txBody>
      </p:sp>
      <p:sp>
        <p:nvSpPr>
          <p:cNvPr id="83" name="Text Placeholder 76">
            <a:extLst>
              <a:ext uri="{FF2B5EF4-FFF2-40B4-BE49-F238E27FC236}">
                <a16:creationId xmlns:a16="http://schemas.microsoft.com/office/drawing/2014/main" id="{8862AB59-B495-40FF-A96A-A50D5CB73DE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39520" y="4480761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APR</a:t>
            </a:r>
            <a:endParaRPr lang="ru-RU"/>
          </a:p>
        </p:txBody>
      </p:sp>
      <p:sp>
        <p:nvSpPr>
          <p:cNvPr id="84" name="Text Placeholder 76">
            <a:extLst>
              <a:ext uri="{FF2B5EF4-FFF2-40B4-BE49-F238E27FC236}">
                <a16:creationId xmlns:a16="http://schemas.microsoft.com/office/drawing/2014/main" id="{4C07DD8A-3623-4BD9-8482-B9476DAB2D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88097" y="4480761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MAY</a:t>
            </a:r>
            <a:endParaRPr lang="ru-RU"/>
          </a:p>
        </p:txBody>
      </p:sp>
      <p:sp>
        <p:nvSpPr>
          <p:cNvPr id="85" name="Text Placeholder 76">
            <a:extLst>
              <a:ext uri="{FF2B5EF4-FFF2-40B4-BE49-F238E27FC236}">
                <a16:creationId xmlns:a16="http://schemas.microsoft.com/office/drawing/2014/main" id="{18C43019-5630-404E-8141-4CD73CCF36B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442366" y="4480761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FEB</a:t>
            </a:r>
            <a:endParaRPr lang="ru-RU"/>
          </a:p>
        </p:txBody>
      </p:sp>
      <p:sp>
        <p:nvSpPr>
          <p:cNvPr id="86" name="Text Placeholder 76">
            <a:extLst>
              <a:ext uri="{FF2B5EF4-FFF2-40B4-BE49-F238E27FC236}">
                <a16:creationId xmlns:a16="http://schemas.microsoft.com/office/drawing/2014/main" id="{0D5E5F87-7E75-4564-A62F-925E01D0E79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85251" y="4480761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JUL</a:t>
            </a:r>
            <a:endParaRPr lang="ru-RU"/>
          </a:p>
        </p:txBody>
      </p:sp>
      <p:sp>
        <p:nvSpPr>
          <p:cNvPr id="87" name="Text Placeholder 76">
            <a:extLst>
              <a:ext uri="{FF2B5EF4-FFF2-40B4-BE49-F238E27FC236}">
                <a16:creationId xmlns:a16="http://schemas.microsoft.com/office/drawing/2014/main" id="{FE474046-809E-41C2-A82A-63A59EC94E5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533828" y="4480761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AUG</a:t>
            </a:r>
            <a:endParaRPr lang="ru-RU"/>
          </a:p>
        </p:txBody>
      </p:sp>
      <p:sp>
        <p:nvSpPr>
          <p:cNvPr id="88" name="Text Placeholder 76">
            <a:extLst>
              <a:ext uri="{FF2B5EF4-FFF2-40B4-BE49-F238E27FC236}">
                <a16:creationId xmlns:a16="http://schemas.microsoft.com/office/drawing/2014/main" id="{57AE7F50-477B-4B5E-89D9-3CE27F8BDE9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290943" y="4480761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MAR</a:t>
            </a:r>
            <a:endParaRPr lang="ru-RU"/>
          </a:p>
        </p:txBody>
      </p:sp>
      <p:sp>
        <p:nvSpPr>
          <p:cNvPr id="89" name="Text Placeholder 76">
            <a:extLst>
              <a:ext uri="{FF2B5EF4-FFF2-40B4-BE49-F238E27FC236}">
                <a16:creationId xmlns:a16="http://schemas.microsoft.com/office/drawing/2014/main" id="{9F4C2F2B-2B5A-4AA7-8AF9-86FD697DC92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382405" y="4480761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SEP</a:t>
            </a:r>
            <a:endParaRPr lang="ru-RU"/>
          </a:p>
        </p:txBody>
      </p:sp>
      <p:sp>
        <p:nvSpPr>
          <p:cNvPr id="90" name="Text Placeholder 76">
            <a:extLst>
              <a:ext uri="{FF2B5EF4-FFF2-40B4-BE49-F238E27FC236}">
                <a16:creationId xmlns:a16="http://schemas.microsoft.com/office/drawing/2014/main" id="{C66035AF-713A-4F11-A3A3-6D662CF5698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230982" y="4480761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OCT</a:t>
            </a:r>
            <a:endParaRPr lang="ru-RU"/>
          </a:p>
        </p:txBody>
      </p:sp>
      <p:sp>
        <p:nvSpPr>
          <p:cNvPr id="91" name="Text Placeholder 76">
            <a:extLst>
              <a:ext uri="{FF2B5EF4-FFF2-40B4-BE49-F238E27FC236}">
                <a16:creationId xmlns:a16="http://schemas.microsoft.com/office/drawing/2014/main" id="{A469C081-9B6B-48BC-993C-A6E3B0B19BD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079559" y="4480761"/>
            <a:ext cx="512064" cy="511200"/>
          </a:xfrm>
          <a:prstGeom prst="ellipse">
            <a:avLst/>
          </a:prstGeom>
          <a:solidFill>
            <a:schemeClr val="bg1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200" b="1">
                <a:solidFill>
                  <a:schemeClr val="tx1"/>
                </a:solidFill>
                <a:latin typeface="+mj-lt"/>
              </a:defRPr>
            </a:lvl1pPr>
            <a:lvl2pPr>
              <a:defRPr sz="1500" b="1">
                <a:latin typeface="+mj-lt"/>
              </a:defRPr>
            </a:lvl2pPr>
            <a:lvl3pPr>
              <a:defRPr sz="1500" b="1">
                <a:latin typeface="+mj-lt"/>
              </a:defRPr>
            </a:lvl3pPr>
            <a:lvl4pPr>
              <a:defRPr sz="1500" b="1">
                <a:latin typeface="+mj-lt"/>
              </a:defRPr>
            </a:lvl4pPr>
            <a:lvl5pPr>
              <a:defRPr sz="1500" b="1">
                <a:latin typeface="+mj-lt"/>
              </a:defRPr>
            </a:lvl5pPr>
          </a:lstStyle>
          <a:p>
            <a:pPr lvl="0"/>
            <a:r>
              <a:rPr lang="en-US"/>
              <a:t>NOV</a:t>
            </a:r>
            <a:endParaRPr lang="ru-RU"/>
          </a:p>
        </p:txBody>
      </p:sp>
      <p:sp>
        <p:nvSpPr>
          <p:cNvPr id="93" name="Text Placeholder 92">
            <a:extLst>
              <a:ext uri="{FF2B5EF4-FFF2-40B4-BE49-F238E27FC236}">
                <a16:creationId xmlns:a16="http://schemas.microsoft.com/office/drawing/2014/main" id="{89B19B41-BDC6-46D8-975C-2D06E14B616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177935" y="1847243"/>
            <a:ext cx="1347519" cy="191562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endParaRPr lang="ru-RU"/>
          </a:p>
        </p:txBody>
      </p:sp>
      <p:sp>
        <p:nvSpPr>
          <p:cNvPr id="94" name="Text Placeholder 92">
            <a:extLst>
              <a:ext uri="{FF2B5EF4-FFF2-40B4-BE49-F238E27FC236}">
                <a16:creationId xmlns:a16="http://schemas.microsoft.com/office/drawing/2014/main" id="{7001B197-A958-4E16-AD2D-63EC156A411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77934" y="2050924"/>
            <a:ext cx="1347519" cy="485673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br>
              <a:rPr lang="en-US"/>
            </a:br>
            <a:r>
              <a:rPr lang="en-US"/>
              <a:t>description</a:t>
            </a:r>
            <a:endParaRPr lang="ru-RU"/>
          </a:p>
        </p:txBody>
      </p:sp>
      <p:sp>
        <p:nvSpPr>
          <p:cNvPr id="96" name="Text Placeholder 92">
            <a:extLst>
              <a:ext uri="{FF2B5EF4-FFF2-40B4-BE49-F238E27FC236}">
                <a16:creationId xmlns:a16="http://schemas.microsoft.com/office/drawing/2014/main" id="{88A84FA1-0D73-49A8-A3D2-E005CD4835F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721758" y="1828193"/>
            <a:ext cx="1347519" cy="191562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endParaRPr lang="ru-RU"/>
          </a:p>
        </p:txBody>
      </p:sp>
      <p:sp>
        <p:nvSpPr>
          <p:cNvPr id="97" name="Text Placeholder 92">
            <a:extLst>
              <a:ext uri="{FF2B5EF4-FFF2-40B4-BE49-F238E27FC236}">
                <a16:creationId xmlns:a16="http://schemas.microsoft.com/office/drawing/2014/main" id="{1A902C94-49C3-42E7-B3C0-054980C59F0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721757" y="2050924"/>
            <a:ext cx="1347519" cy="485673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br>
              <a:rPr lang="en-US"/>
            </a:br>
            <a:r>
              <a:rPr lang="en-US"/>
              <a:t>description</a:t>
            </a:r>
            <a:endParaRPr lang="ru-RU"/>
          </a:p>
        </p:txBody>
      </p:sp>
      <p:sp>
        <p:nvSpPr>
          <p:cNvPr id="98" name="Text Placeholder 92">
            <a:extLst>
              <a:ext uri="{FF2B5EF4-FFF2-40B4-BE49-F238E27FC236}">
                <a16:creationId xmlns:a16="http://schemas.microsoft.com/office/drawing/2014/main" id="{6A588BD3-5A93-4BE0-A97C-3F91F703D88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65581" y="1847243"/>
            <a:ext cx="1347519" cy="191562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endParaRPr lang="ru-RU"/>
          </a:p>
        </p:txBody>
      </p:sp>
      <p:sp>
        <p:nvSpPr>
          <p:cNvPr id="99" name="Text Placeholder 92">
            <a:extLst>
              <a:ext uri="{FF2B5EF4-FFF2-40B4-BE49-F238E27FC236}">
                <a16:creationId xmlns:a16="http://schemas.microsoft.com/office/drawing/2014/main" id="{CF518451-83D4-424A-A603-376701099B1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65580" y="2050924"/>
            <a:ext cx="1347519" cy="485673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br>
              <a:rPr lang="en-US"/>
            </a:br>
            <a:r>
              <a:rPr lang="en-US"/>
              <a:t>description</a:t>
            </a:r>
            <a:endParaRPr lang="ru-RU"/>
          </a:p>
        </p:txBody>
      </p:sp>
      <p:sp>
        <p:nvSpPr>
          <p:cNvPr id="100" name="Text Placeholder 92">
            <a:extLst>
              <a:ext uri="{FF2B5EF4-FFF2-40B4-BE49-F238E27FC236}">
                <a16:creationId xmlns:a16="http://schemas.microsoft.com/office/drawing/2014/main" id="{67D5CA08-D877-4DB8-B59F-E80836A7834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809404" y="1847243"/>
            <a:ext cx="1347519" cy="191562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endParaRPr lang="ru-RU"/>
          </a:p>
        </p:txBody>
      </p:sp>
      <p:sp>
        <p:nvSpPr>
          <p:cNvPr id="101" name="Text Placeholder 92">
            <a:extLst>
              <a:ext uri="{FF2B5EF4-FFF2-40B4-BE49-F238E27FC236}">
                <a16:creationId xmlns:a16="http://schemas.microsoft.com/office/drawing/2014/main" id="{4787E4F4-A253-4A99-8126-FBAA70686F4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09403" y="2050924"/>
            <a:ext cx="1347519" cy="485673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br>
              <a:rPr lang="en-US"/>
            </a:br>
            <a:r>
              <a:rPr lang="en-US"/>
              <a:t>description</a:t>
            </a:r>
            <a:endParaRPr lang="ru-RU"/>
          </a:p>
        </p:txBody>
      </p:sp>
      <p:sp>
        <p:nvSpPr>
          <p:cNvPr id="102" name="Text Placeholder 92">
            <a:extLst>
              <a:ext uri="{FF2B5EF4-FFF2-40B4-BE49-F238E27FC236}">
                <a16:creationId xmlns:a16="http://schemas.microsoft.com/office/drawing/2014/main" id="{AE0790DD-E8BD-43EC-AA51-7CB68DD20E9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021221" y="2563689"/>
            <a:ext cx="1347519" cy="191562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endParaRPr lang="ru-RU"/>
          </a:p>
        </p:txBody>
      </p:sp>
      <p:sp>
        <p:nvSpPr>
          <p:cNvPr id="103" name="Text Placeholder 92">
            <a:extLst>
              <a:ext uri="{FF2B5EF4-FFF2-40B4-BE49-F238E27FC236}">
                <a16:creationId xmlns:a16="http://schemas.microsoft.com/office/drawing/2014/main" id="{2577F593-79D3-424D-A032-7ECBD1D6FAF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021220" y="2767370"/>
            <a:ext cx="1347519" cy="485673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br>
              <a:rPr lang="en-US"/>
            </a:br>
            <a:r>
              <a:rPr lang="en-US"/>
              <a:t>description</a:t>
            </a:r>
            <a:endParaRPr lang="ru-RU"/>
          </a:p>
        </p:txBody>
      </p:sp>
      <p:sp>
        <p:nvSpPr>
          <p:cNvPr id="104" name="Text Placeholder 92">
            <a:extLst>
              <a:ext uri="{FF2B5EF4-FFF2-40B4-BE49-F238E27FC236}">
                <a16:creationId xmlns:a16="http://schemas.microsoft.com/office/drawing/2014/main" id="{3CB5E2EE-85C4-4CB5-8BE5-865C93896A7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569663" y="2563689"/>
            <a:ext cx="1347519" cy="191562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endParaRPr lang="ru-RU"/>
          </a:p>
        </p:txBody>
      </p:sp>
      <p:sp>
        <p:nvSpPr>
          <p:cNvPr id="105" name="Text Placeholder 92">
            <a:extLst>
              <a:ext uri="{FF2B5EF4-FFF2-40B4-BE49-F238E27FC236}">
                <a16:creationId xmlns:a16="http://schemas.microsoft.com/office/drawing/2014/main" id="{727741F9-FB7A-4DF0-81F7-BC37853C7AA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569662" y="2767370"/>
            <a:ext cx="1347519" cy="485673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br>
              <a:rPr lang="en-US"/>
            </a:br>
            <a:r>
              <a:rPr lang="en-US"/>
              <a:t>description</a:t>
            </a:r>
            <a:endParaRPr lang="ru-RU"/>
          </a:p>
        </p:txBody>
      </p:sp>
      <p:sp>
        <p:nvSpPr>
          <p:cNvPr id="106" name="Text Placeholder 92">
            <a:extLst>
              <a:ext uri="{FF2B5EF4-FFF2-40B4-BE49-F238E27FC236}">
                <a16:creationId xmlns:a16="http://schemas.microsoft.com/office/drawing/2014/main" id="{9AA76CF9-6430-4F34-A84A-8AEDB9AC5327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118105" y="2563689"/>
            <a:ext cx="1347519" cy="191562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endParaRPr lang="ru-RU"/>
          </a:p>
        </p:txBody>
      </p:sp>
      <p:sp>
        <p:nvSpPr>
          <p:cNvPr id="107" name="Text Placeholder 92">
            <a:extLst>
              <a:ext uri="{FF2B5EF4-FFF2-40B4-BE49-F238E27FC236}">
                <a16:creationId xmlns:a16="http://schemas.microsoft.com/office/drawing/2014/main" id="{F8718C69-DBC9-43FE-B643-B1F6ACA11C6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118104" y="2767370"/>
            <a:ext cx="1347519" cy="485673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br>
              <a:rPr lang="en-US"/>
            </a:br>
            <a:r>
              <a:rPr lang="en-US"/>
              <a:t>description</a:t>
            </a:r>
            <a:endParaRPr lang="ru-RU"/>
          </a:p>
        </p:txBody>
      </p:sp>
      <p:sp>
        <p:nvSpPr>
          <p:cNvPr id="108" name="Text Placeholder 92">
            <a:extLst>
              <a:ext uri="{FF2B5EF4-FFF2-40B4-BE49-F238E27FC236}">
                <a16:creationId xmlns:a16="http://schemas.microsoft.com/office/drawing/2014/main" id="{7D1759ED-E404-427D-B97C-E51C74C374F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666547" y="2563689"/>
            <a:ext cx="1347519" cy="191562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endParaRPr lang="ru-RU"/>
          </a:p>
        </p:txBody>
      </p:sp>
      <p:sp>
        <p:nvSpPr>
          <p:cNvPr id="109" name="Text Placeholder 92">
            <a:extLst>
              <a:ext uri="{FF2B5EF4-FFF2-40B4-BE49-F238E27FC236}">
                <a16:creationId xmlns:a16="http://schemas.microsoft.com/office/drawing/2014/main" id="{F49372DD-8792-4F5E-A97E-777095F8FA6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666546" y="2767370"/>
            <a:ext cx="1347519" cy="485673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br>
              <a:rPr lang="en-US"/>
            </a:br>
            <a:r>
              <a:rPr lang="en-US"/>
              <a:t>description</a:t>
            </a:r>
            <a:endParaRPr lang="ru-RU"/>
          </a:p>
        </p:txBody>
      </p:sp>
      <p:sp>
        <p:nvSpPr>
          <p:cNvPr id="110" name="Text Placeholder 92">
            <a:extLst>
              <a:ext uri="{FF2B5EF4-FFF2-40B4-BE49-F238E27FC236}">
                <a16:creationId xmlns:a16="http://schemas.microsoft.com/office/drawing/2014/main" id="{96DC320A-FF03-4C0F-841F-A1A83760806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2883749" y="3286645"/>
            <a:ext cx="1347519" cy="191562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endParaRPr lang="ru-RU"/>
          </a:p>
        </p:txBody>
      </p:sp>
      <p:sp>
        <p:nvSpPr>
          <p:cNvPr id="111" name="Text Placeholder 92">
            <a:extLst>
              <a:ext uri="{FF2B5EF4-FFF2-40B4-BE49-F238E27FC236}">
                <a16:creationId xmlns:a16="http://schemas.microsoft.com/office/drawing/2014/main" id="{F7EF0281-DC79-47E0-9F16-7739D368B245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883748" y="3490326"/>
            <a:ext cx="1347519" cy="485673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br>
              <a:rPr lang="en-US"/>
            </a:br>
            <a:r>
              <a:rPr lang="en-US"/>
              <a:t>description</a:t>
            </a:r>
            <a:endParaRPr lang="ru-RU"/>
          </a:p>
        </p:txBody>
      </p:sp>
      <p:sp>
        <p:nvSpPr>
          <p:cNvPr id="112" name="Text Placeholder 92">
            <a:extLst>
              <a:ext uri="{FF2B5EF4-FFF2-40B4-BE49-F238E27FC236}">
                <a16:creationId xmlns:a16="http://schemas.microsoft.com/office/drawing/2014/main" id="{D7C68C9E-596F-4C21-9730-FCD6C1A3C48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426018" y="3286645"/>
            <a:ext cx="1347519" cy="191562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endParaRPr lang="ru-RU"/>
          </a:p>
        </p:txBody>
      </p:sp>
      <p:sp>
        <p:nvSpPr>
          <p:cNvPr id="113" name="Text Placeholder 92">
            <a:extLst>
              <a:ext uri="{FF2B5EF4-FFF2-40B4-BE49-F238E27FC236}">
                <a16:creationId xmlns:a16="http://schemas.microsoft.com/office/drawing/2014/main" id="{CC380F73-C90F-4AAA-AE5B-063016DC71C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426017" y="3490326"/>
            <a:ext cx="1347519" cy="485673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br>
              <a:rPr lang="en-US"/>
            </a:br>
            <a:r>
              <a:rPr lang="en-US"/>
              <a:t>description</a:t>
            </a:r>
            <a:endParaRPr lang="ru-RU"/>
          </a:p>
        </p:txBody>
      </p:sp>
      <p:sp>
        <p:nvSpPr>
          <p:cNvPr id="114" name="Text Placeholder 92">
            <a:extLst>
              <a:ext uri="{FF2B5EF4-FFF2-40B4-BE49-F238E27FC236}">
                <a16:creationId xmlns:a16="http://schemas.microsoft.com/office/drawing/2014/main" id="{9520F3C5-0987-4517-B0EE-4E412FD9C0B8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968287" y="3267595"/>
            <a:ext cx="1347519" cy="191562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endParaRPr lang="ru-RU"/>
          </a:p>
        </p:txBody>
      </p:sp>
      <p:sp>
        <p:nvSpPr>
          <p:cNvPr id="115" name="Text Placeholder 92">
            <a:extLst>
              <a:ext uri="{FF2B5EF4-FFF2-40B4-BE49-F238E27FC236}">
                <a16:creationId xmlns:a16="http://schemas.microsoft.com/office/drawing/2014/main" id="{18B7EE9A-2CF8-4F1B-989E-4D6B081D3F42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968286" y="3471276"/>
            <a:ext cx="1347519" cy="485673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br>
              <a:rPr lang="en-US"/>
            </a:br>
            <a:r>
              <a:rPr lang="en-US"/>
              <a:t>description</a:t>
            </a:r>
            <a:endParaRPr lang="ru-RU"/>
          </a:p>
        </p:txBody>
      </p:sp>
      <p:sp>
        <p:nvSpPr>
          <p:cNvPr id="116" name="Text Placeholder 92">
            <a:extLst>
              <a:ext uri="{FF2B5EF4-FFF2-40B4-BE49-F238E27FC236}">
                <a16:creationId xmlns:a16="http://schemas.microsoft.com/office/drawing/2014/main" id="{358A9693-91C8-4CDB-AC04-2FE5D32AC5C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0510556" y="3286645"/>
            <a:ext cx="1347519" cy="191562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endParaRPr lang="ru-RU"/>
          </a:p>
        </p:txBody>
      </p:sp>
      <p:sp>
        <p:nvSpPr>
          <p:cNvPr id="117" name="Text Placeholder 92">
            <a:extLst>
              <a:ext uri="{FF2B5EF4-FFF2-40B4-BE49-F238E27FC236}">
                <a16:creationId xmlns:a16="http://schemas.microsoft.com/office/drawing/2014/main" id="{88F651C4-2FDC-4A2D-B5D1-1E752BEBDCF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0510555" y="3490326"/>
            <a:ext cx="1347519" cy="517970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Milestone</a:t>
            </a:r>
            <a:br>
              <a:rPr lang="en-US"/>
            </a:br>
            <a:r>
              <a:rPr lang="en-US"/>
              <a:t>description</a:t>
            </a:r>
            <a:endParaRPr lang="ru-RU"/>
          </a:p>
        </p:txBody>
      </p:sp>
      <p:sp>
        <p:nvSpPr>
          <p:cNvPr id="120" name="Text Placeholder 92">
            <a:extLst>
              <a:ext uri="{FF2B5EF4-FFF2-40B4-BE49-F238E27FC236}">
                <a16:creationId xmlns:a16="http://schemas.microsoft.com/office/drawing/2014/main" id="{06775BE6-0710-4B20-8C16-DBF3B866006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1981" y="3574380"/>
            <a:ext cx="1347519" cy="433916"/>
          </a:xfrm>
        </p:spPr>
        <p:txBody>
          <a:bodyPr lIns="18000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PROJECT</a:t>
            </a:r>
            <a:br>
              <a:rPr lang="en-US"/>
            </a:br>
            <a:r>
              <a:rPr lang="en-US"/>
              <a:t>START</a:t>
            </a:r>
          </a:p>
        </p:txBody>
      </p:sp>
      <p:sp>
        <p:nvSpPr>
          <p:cNvPr id="122" name="Text Placeholder 92">
            <a:extLst>
              <a:ext uri="{FF2B5EF4-FFF2-40B4-BE49-F238E27FC236}">
                <a16:creationId xmlns:a16="http://schemas.microsoft.com/office/drawing/2014/main" id="{777F0E57-9D42-4F72-8D6D-4BE03FC71F09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2010005" y="5393477"/>
            <a:ext cx="1347519" cy="393143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spcBef>
                <a:spcPts val="200"/>
              </a:spcBef>
              <a:buNone/>
              <a:defRPr sz="3500" b="1">
                <a:solidFill>
                  <a:schemeClr val="tx2">
                    <a:lumMod val="10000"/>
                    <a:lumOff val="90000"/>
                  </a:schemeClr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Q1</a:t>
            </a:r>
            <a:endParaRPr lang="ru-RU"/>
          </a:p>
        </p:txBody>
      </p:sp>
      <p:sp>
        <p:nvSpPr>
          <p:cNvPr id="123" name="Text Placeholder 92">
            <a:extLst>
              <a:ext uri="{FF2B5EF4-FFF2-40B4-BE49-F238E27FC236}">
                <a16:creationId xmlns:a16="http://schemas.microsoft.com/office/drawing/2014/main" id="{AC38C51F-FEF5-4ABC-A91E-2BEAAD0B16E7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010005" y="5903775"/>
            <a:ext cx="1347519" cy="485673"/>
          </a:xfrm>
        </p:spPr>
        <p:txBody>
          <a:bodyPr lIns="0" tIns="0" rIns="0" bIns="0">
            <a:normAutofit/>
          </a:bodyPr>
          <a:lstStyle>
            <a:lvl1pPr marL="0" indent="0" algn="ctr">
              <a:spcBef>
                <a:spcPts val="200"/>
              </a:spcBef>
              <a:buNone/>
              <a:defRPr sz="1200" b="0">
                <a:solidFill>
                  <a:schemeClr val="bg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Quarter goals description</a:t>
            </a:r>
            <a:endParaRPr lang="ru-RU"/>
          </a:p>
        </p:txBody>
      </p:sp>
      <p:sp>
        <p:nvSpPr>
          <p:cNvPr id="124" name="Text Placeholder 92">
            <a:extLst>
              <a:ext uri="{FF2B5EF4-FFF2-40B4-BE49-F238E27FC236}">
                <a16:creationId xmlns:a16="http://schemas.microsoft.com/office/drawing/2014/main" id="{89620B00-4C09-4C77-BB19-F22F0928D3AE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4286861" y="5411487"/>
            <a:ext cx="1347519" cy="393143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spcBef>
                <a:spcPts val="200"/>
              </a:spcBef>
              <a:buNone/>
              <a:defRPr sz="3500" b="1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Q2</a:t>
            </a:r>
            <a:endParaRPr lang="ru-RU"/>
          </a:p>
        </p:txBody>
      </p:sp>
      <p:sp>
        <p:nvSpPr>
          <p:cNvPr id="125" name="Text Placeholder 92">
            <a:extLst>
              <a:ext uri="{FF2B5EF4-FFF2-40B4-BE49-F238E27FC236}">
                <a16:creationId xmlns:a16="http://schemas.microsoft.com/office/drawing/2014/main" id="{7F740E72-128A-47CB-944C-6364E308697E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286861" y="5921785"/>
            <a:ext cx="1347519" cy="485673"/>
          </a:xfrm>
        </p:spPr>
        <p:txBody>
          <a:bodyPr lIns="0" tIns="0" rIns="0" bIns="0">
            <a:normAutofit/>
          </a:bodyPr>
          <a:lstStyle>
            <a:lvl1pPr marL="0" indent="0" algn="ctr">
              <a:spcBef>
                <a:spcPts val="200"/>
              </a:spcBef>
              <a:buNone/>
              <a:defRPr sz="1200" b="0">
                <a:solidFill>
                  <a:schemeClr val="bg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Quarter goals description</a:t>
            </a:r>
            <a:endParaRPr lang="ru-RU"/>
          </a:p>
        </p:txBody>
      </p:sp>
      <p:sp>
        <p:nvSpPr>
          <p:cNvPr id="126" name="Text Placeholder 92">
            <a:extLst>
              <a:ext uri="{FF2B5EF4-FFF2-40B4-BE49-F238E27FC236}">
                <a16:creationId xmlns:a16="http://schemas.microsoft.com/office/drawing/2014/main" id="{9A2F611C-4E32-4954-A71A-9D325D3635F9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563717" y="5394195"/>
            <a:ext cx="1347519" cy="393143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spcBef>
                <a:spcPts val="200"/>
              </a:spcBef>
              <a:buNone/>
              <a:defRPr sz="3500" b="1">
                <a:solidFill>
                  <a:schemeClr val="accent2">
                    <a:lumMod val="10000"/>
                    <a:lumOff val="90000"/>
                  </a:schemeClr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Q3</a:t>
            </a:r>
            <a:endParaRPr lang="ru-RU"/>
          </a:p>
        </p:txBody>
      </p:sp>
      <p:sp>
        <p:nvSpPr>
          <p:cNvPr id="127" name="Text Placeholder 92">
            <a:extLst>
              <a:ext uri="{FF2B5EF4-FFF2-40B4-BE49-F238E27FC236}">
                <a16:creationId xmlns:a16="http://schemas.microsoft.com/office/drawing/2014/main" id="{6BECFCA3-3003-4E1C-B95A-77F0E24555D2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6563717" y="5904493"/>
            <a:ext cx="1347519" cy="485673"/>
          </a:xfrm>
        </p:spPr>
        <p:txBody>
          <a:bodyPr lIns="0" tIns="0" rIns="0" bIns="0">
            <a:normAutofit/>
          </a:bodyPr>
          <a:lstStyle>
            <a:lvl1pPr marL="0" indent="0" algn="ctr">
              <a:spcBef>
                <a:spcPts val="200"/>
              </a:spcBef>
              <a:buNone/>
              <a:defRPr sz="1200" b="0">
                <a:solidFill>
                  <a:schemeClr val="bg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Quarter goals description</a:t>
            </a:r>
            <a:endParaRPr lang="ru-RU"/>
          </a:p>
        </p:txBody>
      </p:sp>
      <p:sp>
        <p:nvSpPr>
          <p:cNvPr id="128" name="Text Placeholder 92">
            <a:extLst>
              <a:ext uri="{FF2B5EF4-FFF2-40B4-BE49-F238E27FC236}">
                <a16:creationId xmlns:a16="http://schemas.microsoft.com/office/drawing/2014/main" id="{ADC5ADB7-1218-43F3-8DF4-23F099ECCEB8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8840572" y="5411487"/>
            <a:ext cx="1347519" cy="393143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spcBef>
                <a:spcPts val="200"/>
              </a:spcBef>
              <a:buNone/>
              <a:defRPr sz="3500" b="1">
                <a:solidFill>
                  <a:schemeClr val="accent4">
                    <a:lumMod val="10000"/>
                    <a:lumOff val="90000"/>
                  </a:schemeClr>
                </a:solidFill>
                <a:latin typeface="+mj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Q4</a:t>
            </a:r>
            <a:endParaRPr lang="ru-RU"/>
          </a:p>
        </p:txBody>
      </p:sp>
      <p:sp>
        <p:nvSpPr>
          <p:cNvPr id="129" name="Text Placeholder 92">
            <a:extLst>
              <a:ext uri="{FF2B5EF4-FFF2-40B4-BE49-F238E27FC236}">
                <a16:creationId xmlns:a16="http://schemas.microsoft.com/office/drawing/2014/main" id="{371EA831-AF53-4C92-875F-48C5C459B321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8840572" y="5921785"/>
            <a:ext cx="1347519" cy="485673"/>
          </a:xfrm>
        </p:spPr>
        <p:txBody>
          <a:bodyPr lIns="0" tIns="0" rIns="0" bIns="0">
            <a:normAutofit/>
          </a:bodyPr>
          <a:lstStyle>
            <a:lvl1pPr marL="0" indent="0" algn="ctr">
              <a:spcBef>
                <a:spcPts val="200"/>
              </a:spcBef>
              <a:buNone/>
              <a:defRPr sz="1200" b="0">
                <a:solidFill>
                  <a:schemeClr val="bg1"/>
                </a:solidFill>
                <a:latin typeface="+mn-lt"/>
              </a:defRPr>
            </a:lvl1pPr>
            <a:lvl2pPr>
              <a:defRPr b="1">
                <a:solidFill>
                  <a:schemeClr val="accent2"/>
                </a:solidFill>
                <a:latin typeface="+mj-lt"/>
              </a:defRPr>
            </a:lvl2pPr>
            <a:lvl3pPr>
              <a:defRPr b="1">
                <a:solidFill>
                  <a:schemeClr val="accent2"/>
                </a:solidFill>
                <a:latin typeface="+mj-lt"/>
              </a:defRPr>
            </a:lvl3pPr>
            <a:lvl4pPr>
              <a:defRPr b="1">
                <a:solidFill>
                  <a:schemeClr val="accent2"/>
                </a:solidFill>
                <a:latin typeface="+mj-lt"/>
              </a:defRPr>
            </a:lvl4pPr>
            <a:lvl5pPr>
              <a:defRPr b="1">
                <a:solidFill>
                  <a:schemeClr val="accent2"/>
                </a:solidFill>
                <a:latin typeface="+mj-lt"/>
              </a:defRPr>
            </a:lvl5pPr>
          </a:lstStyle>
          <a:p>
            <a:pPr lvl="0"/>
            <a:r>
              <a:rPr lang="en-US"/>
              <a:t>Quarter goals description</a:t>
            </a:r>
            <a:endParaRPr lang="ru-RU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5903342-285D-554D-04A2-EBF4B55E3281}"/>
              </a:ext>
            </a:extLst>
          </p:cNvPr>
          <p:cNvCxnSpPr>
            <a:cxnSpLocks/>
            <a:stCxn id="113" idx="2"/>
            <a:endCxn id="81" idx="0"/>
          </p:cNvCxnSpPr>
          <p:nvPr userDrawn="1"/>
        </p:nvCxnSpPr>
        <p:spPr>
          <a:xfrm flipH="1">
            <a:off x="6092706" y="3975999"/>
            <a:ext cx="7071" cy="504762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0EC4A9E-2FAD-B84F-845A-90C225D62275}"/>
              </a:ext>
            </a:extLst>
          </p:cNvPr>
          <p:cNvCxnSpPr>
            <a:cxnSpLocks/>
            <a:stCxn id="111" idx="2"/>
            <a:endCxn id="88" idx="0"/>
          </p:cNvCxnSpPr>
          <p:nvPr userDrawn="1"/>
        </p:nvCxnSpPr>
        <p:spPr>
          <a:xfrm flipH="1">
            <a:off x="3546975" y="3975999"/>
            <a:ext cx="10533" cy="504762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CDB9792-D224-7BB3-6969-BEA9605CA514}"/>
              </a:ext>
            </a:extLst>
          </p:cNvPr>
          <p:cNvCxnSpPr>
            <a:cxnSpLocks/>
          </p:cNvCxnSpPr>
          <p:nvPr userDrawn="1"/>
        </p:nvCxnSpPr>
        <p:spPr>
          <a:xfrm>
            <a:off x="8640317" y="3946744"/>
            <a:ext cx="0" cy="533586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956065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 noProof="0"/>
              <a:t>Klikk for å redigere tekststiler i malen</a:t>
            </a:r>
          </a:p>
          <a:p>
            <a:pPr lvl="1"/>
            <a:r>
              <a:rPr lang="nb-NO" noProof="0"/>
              <a:t>Andre nivå</a:t>
            </a:r>
          </a:p>
          <a:p>
            <a:pPr lvl="2"/>
            <a:r>
              <a:rPr lang="nb-NO" noProof="0"/>
              <a:t>Tredje nivå</a:t>
            </a:r>
          </a:p>
          <a:p>
            <a:pPr lvl="3"/>
            <a:r>
              <a:rPr lang="nb-NO" noProof="0"/>
              <a:t>Fjerde nivå</a:t>
            </a:r>
          </a:p>
          <a:p>
            <a:pPr lvl="4"/>
            <a:r>
              <a:rPr lang="nb-NO" noProof="0"/>
              <a:t>Femte nivå</a:t>
            </a:r>
            <a:endParaRPr lang="en-GB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D1D0CC-210D-4045-8A67-841981251192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CC7CC-EA31-471A-9C0F-7D75EA7BEC22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C1E5E85-87CB-407B-ACEE-1C188310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noProof="0"/>
              <a:t>Klikk for å redigere tittelstil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02908885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D4469C5-1101-499A-8CA4-CDAF5BC89DA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2C1ACDDE-2D20-4390-8706-8C1282B605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2240" y="4337728"/>
            <a:ext cx="8430805" cy="745247"/>
          </a:xfrm>
        </p:spPr>
        <p:txBody>
          <a:bodyPr lIns="0" tIns="0" rIns="0" bIns="0"/>
          <a:lstStyle>
            <a:lvl1pPr marL="0" indent="0" algn="l">
              <a:buNone/>
              <a:defRPr sz="24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GB" noProof="0"/>
          </a:p>
        </p:txBody>
      </p:sp>
      <p:pic>
        <p:nvPicPr>
          <p:cNvPr id="59" name="Line">
            <a:extLst>
              <a:ext uri="{FF2B5EF4-FFF2-40B4-BE49-F238E27FC236}">
                <a16:creationId xmlns:a16="http://schemas.microsoft.com/office/drawing/2014/main" id="{A8F21188-3E45-4924-AA66-9AEF6C0A7C55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1881477" y="4062221"/>
            <a:ext cx="4979635" cy="909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782485-9A91-4D78-BE63-FEC8E0C8ED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2240" y="2087418"/>
            <a:ext cx="8430805" cy="1828793"/>
          </a:xfrm>
        </p:spPr>
        <p:txBody>
          <a:bodyPr lIns="0" tIns="0" rIns="0" bIns="0" anchor="b">
            <a:normAutofit/>
          </a:bodyPr>
          <a:lstStyle>
            <a:lvl1pPr algn="l">
              <a:defRPr sz="6000">
                <a:solidFill>
                  <a:schemeClr val="accent4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8" name="BioMar logo" descr="A close up of a sign&#10;&#10;Description automatically generated">
            <a:extLst>
              <a:ext uri="{FF2B5EF4-FFF2-40B4-BE49-F238E27FC236}">
                <a16:creationId xmlns:a16="http://schemas.microsoft.com/office/drawing/2014/main" id="{10229DB7-0C3C-4581-A748-187D72270E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868774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9A16E-1C20-4137-8BFF-8BC83EB285B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816508" y="6392405"/>
            <a:ext cx="2743200" cy="252000"/>
          </a:xfrm>
        </p:spPr>
        <p:txBody>
          <a:bodyPr lIns="0" rIns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75C220-CE6D-47EE-AD4A-FFF4B5EBA863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F653F-EF38-47C8-B49B-D8DC1E44861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868774" y="5513348"/>
            <a:ext cx="4114800" cy="252000"/>
          </a:xfrm>
        </p:spPr>
        <p:txBody>
          <a:bodyPr lIns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E4FF7-71E0-4C56-80FA-B9721BCB352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8639041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D1D0CC-210D-4045-8A67-841981251192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CC7CC-EA31-471A-9C0F-7D75EA7BEC22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C1E5E85-87CB-407B-ACEE-1C188310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93013863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/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29F733B2-9299-4499-9563-F289B2800722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7442198" y="6409657"/>
            <a:ext cx="3760472" cy="252000"/>
          </a:xfrm>
        </p:spPr>
        <p:txBody>
          <a:bodyPr/>
          <a:lstStyle/>
          <a:p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702747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544" name="Title 543">
            <a:extLst>
              <a:ext uri="{FF2B5EF4-FFF2-40B4-BE49-F238E27FC236}">
                <a16:creationId xmlns:a16="http://schemas.microsoft.com/office/drawing/2014/main" id="{8617B394-9586-4DC7-AEC5-D837F9BC2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2198" y="1108365"/>
            <a:ext cx="4306887" cy="1092208"/>
          </a:xfrm>
        </p:spPr>
        <p:txBody>
          <a:bodyPr rIns="36000" anchor="b" anchorCtr="0">
            <a:normAutofit/>
          </a:bodyPr>
          <a:lstStyle>
            <a:lvl1pPr algn="r"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56E3DFA-C385-4C0E-AA46-779059C36E1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84" t="-3530" r="1" b="-2"/>
          <a:stretch/>
        </p:blipFill>
        <p:spPr>
          <a:xfrm>
            <a:off x="7442198" y="2225675"/>
            <a:ext cx="4276902" cy="92676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66F21C-819C-4B79-ADF3-5541652CFDE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442200" y="2463801"/>
            <a:ext cx="4306888" cy="3828078"/>
          </a:xfrm>
        </p:spPr>
        <p:txBody>
          <a:bodyPr/>
          <a:lstStyle>
            <a:lvl1pPr marL="0" indent="0" algn="r">
              <a:buFontTx/>
              <a:buNone/>
              <a:defRPr/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4663820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8000" y="6392405"/>
            <a:ext cx="2743200" cy="252000"/>
          </a:xfrm>
        </p:spPr>
        <p:txBody>
          <a:bodyPr/>
          <a:lstStyle/>
          <a:p>
            <a:fld id="{5A7ADBFF-FA0E-4161-940E-938B32966E54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87870" y="6409657"/>
            <a:ext cx="4114800" cy="252000"/>
          </a:xfrm>
        </p:spPr>
        <p:txBody>
          <a:bodyPr/>
          <a:lstStyle/>
          <a:p>
            <a:endParaRPr lang="en-GB" noProof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E593F3-08EA-4655-844F-2C6E2B39E1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subtitle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18D0E78-DA72-42AD-AB28-45587105B4A3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1C9476-7D88-4E89-8F29-361D808D2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14953299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,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F5583-A164-4A49-9BCB-405A916382AB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64" name="Text Placeholder 3">
            <a:extLst>
              <a:ext uri="{FF2B5EF4-FFF2-40B4-BE49-F238E27FC236}">
                <a16:creationId xmlns:a16="http://schemas.microsoft.com/office/drawing/2014/main" id="{BA9A2C39-FCA0-4869-BB45-C99C9BBC7F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3"/>
            <a:ext cx="10368000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Section header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437074-B210-4A56-9DBD-F3282AD01448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1CBFB62-DC66-4DA1-B73B-4F210B641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609475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4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0B570AA5-3509-451D-B12B-A9E10E56A3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043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88901B5-C238-411B-BA65-1E591DA3563A}" type="datetime1">
              <a:rPr lang="en-GB" smtClean="0"/>
              <a:t>16/06/2026</a:t>
            </a:fld>
            <a:endParaRPr lang="en-GB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B69E9C0-49A3-408B-8E81-6900AC6C5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9CFBA96-2B00-4625-85D6-B57F3F142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014641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4B3460B1-9651-4644-9926-16AC74391A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272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68F2EE-FA19-4DFF-AB74-BF506FF2AD90}" type="datetime1">
              <a:rPr lang="en-GB" smtClean="0"/>
              <a:t>16/06/2026</a:t>
            </a:fld>
            <a:endParaRPr lang="en-GB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96572E9B-310F-483A-81CA-D71C772EA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4C83A1E-9A79-4E4A-BF41-07D0121FB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8418111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0C501-BA5B-4C42-84D2-ED731C3B449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4DEF6CD-836D-4E0D-A33E-3F010FDB910E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F7F61A98-A0CF-4246-8434-89A70C039DBF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0" y="0"/>
            <a:ext cx="4085463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08500" y="3706434"/>
            <a:ext cx="6658840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8108" y="1695872"/>
            <a:ext cx="665884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10" name="Line">
            <a:extLst>
              <a:ext uri="{FF2B5EF4-FFF2-40B4-BE49-F238E27FC236}">
                <a16:creationId xmlns:a16="http://schemas.microsoft.com/office/drawing/2014/main" id="{D8CEE087-9A4F-4559-B49F-15BAD956173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4498108" y="3524223"/>
            <a:ext cx="4979635" cy="9098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94780-6B39-4373-9056-F2C49D7C47F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39D89-E9C9-42B8-A1D8-1A68B3C475F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68828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440000"/>
            <a:ext cx="5400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A2AAC1-2978-4345-9225-1EC875F19B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6190" y="1440000"/>
            <a:ext cx="5364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C6E3EF12-519C-4F8C-B227-7CD7B702C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98F85-BCF2-4F17-BB45-DAB4C33A9AA1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1D5CA05A-C91A-444E-8023-2F306324B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4D2BB7B-5EC0-4C28-87BE-E6C61AA8A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DFEBCF-C5E6-4CA2-AF84-C68688EA1C04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F55AED-4FEE-4486-BC2C-9EB53B34F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27990880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1E329-94E2-464F-BC27-1578964E5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709" y="1476944"/>
            <a:ext cx="5395020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5E98A8-820D-4339-A22B-818171C77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8902" y="2169045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A552A6-2B01-46FB-B581-B11816688E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3308" y="1476944"/>
            <a:ext cx="5399232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6624372-C806-49C7-B5B3-B471FB84E30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5131" y="2156319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B1CD2AD1-449A-4F44-87F3-51D925B6B23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A96BC2D-867D-4107-BCF4-EEFB0652966E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78C02DC0-1D54-4077-A3AE-CE6AE738204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30F974C-5E8C-48FE-9EBF-6D61C4ACCD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97D89E0-F3A1-4CF1-AFB1-A85F6F1ADED0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F769518-4816-46BB-AAED-97648A1C8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14874368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072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1C96A28-455A-4C90-BCF7-5B370482BEC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01361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1222174-B5D3-4D67-88FE-E144DEE3FE3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989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475E464-D945-4177-98BA-904DEB6B026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72059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4AD7EF-1A8C-4EB7-A9F7-C86FDD13DB7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2B1185D-263B-4DB9-B2FF-C09547B33D21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152516-C652-40E0-A0E5-B9ADA7B8AF9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E6685B-740F-4E4A-90C9-64331236C97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A4D4AA6-3618-4C18-98CE-AF5E0C051D1F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C3386FA-7DB2-43A1-98E0-30655E0EF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77247012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5A7142-9670-4CBD-BEB3-65148FF80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E73F0-37AB-4348-93ED-28FCA0314038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960751-3363-4197-86A3-8617F72DF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28ACE3-F4BC-4BB3-975A-583AAA3EA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9" name="Content Placeholder 12">
            <a:extLst>
              <a:ext uri="{FF2B5EF4-FFF2-40B4-BE49-F238E27FC236}">
                <a16:creationId xmlns:a16="http://schemas.microsoft.com/office/drawing/2014/main" id="{913B3FC7-D6D7-4BF4-99DD-BC9A30B98F3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538" y="137382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0" name="Content Placeholder 12">
            <a:extLst>
              <a:ext uri="{FF2B5EF4-FFF2-40B4-BE49-F238E27FC236}">
                <a16:creationId xmlns:a16="http://schemas.microsoft.com/office/drawing/2014/main" id="{401D03FF-D13D-4C52-9038-85AA3D41163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5044" y="137844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1" name="Content Placeholder 12">
            <a:extLst>
              <a:ext uri="{FF2B5EF4-FFF2-40B4-BE49-F238E27FC236}">
                <a16:creationId xmlns:a16="http://schemas.microsoft.com/office/drawing/2014/main" id="{88F92D5D-4E12-4149-9E4D-0D37D209FA3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099550" y="1373822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2" name="Content Placeholder 12">
            <a:extLst>
              <a:ext uri="{FF2B5EF4-FFF2-40B4-BE49-F238E27FC236}">
                <a16:creationId xmlns:a16="http://schemas.microsoft.com/office/drawing/2014/main" id="{06298E8B-9D61-400A-A266-185C1875931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90538" y="387191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3" name="Content Placeholder 12">
            <a:extLst>
              <a:ext uri="{FF2B5EF4-FFF2-40B4-BE49-F238E27FC236}">
                <a16:creationId xmlns:a16="http://schemas.microsoft.com/office/drawing/2014/main" id="{C0C74D3B-4CBD-43D7-9CCE-25A356BC2E5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301081" y="387653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4" name="Content Placeholder 12">
            <a:extLst>
              <a:ext uri="{FF2B5EF4-FFF2-40B4-BE49-F238E27FC236}">
                <a16:creationId xmlns:a16="http://schemas.microsoft.com/office/drawing/2014/main" id="{78FD959B-1ECC-42F1-A025-DE3464026CE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11625" y="386981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8A496D1-9393-4C7C-B049-D3456602BC47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B33454CA-BC31-487D-B03B-A1C755735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1226785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AF94DF-C3B2-4D53-A160-16795F1A79C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7ED87E-A5D3-4F5C-95D3-EFDD8841158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AC7824-6763-43D7-8EC6-90566B7BA24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881164" y="6392405"/>
            <a:ext cx="2743200" cy="252000"/>
          </a:xfrm>
        </p:spPr>
        <p:txBody>
          <a:bodyPr/>
          <a:lstStyle/>
          <a:p>
            <a:fld id="{770392D7-AA18-4C58-9CFE-0E3E55ECA2DD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E156BF3C-C8C1-412F-AE23-C486ECF90669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543793" y="0"/>
            <a:ext cx="1064820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4E97A0-7CE3-4C3A-8865-E44AEC366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198266" y="3036731"/>
            <a:ext cx="5841220" cy="487756"/>
          </a:xfrm>
        </p:spPr>
        <p:txBody>
          <a:bodyPr lIns="0" rIns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6" name="Line">
            <a:extLst>
              <a:ext uri="{FF2B5EF4-FFF2-40B4-BE49-F238E27FC236}">
                <a16:creationId xmlns:a16="http://schemas.microsoft.com/office/drawing/2014/main" id="{4EBD82E6-20EE-4CF2-BEF3-037F483496F4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 rot="16200000">
            <a:off x="-1320467" y="3665909"/>
            <a:ext cx="4979635" cy="90985"/>
          </a:xfrm>
          <a:prstGeom prst="rect">
            <a:avLst/>
          </a:prstGeom>
        </p:spPr>
      </p:pic>
      <p:pic>
        <p:nvPicPr>
          <p:cNvPr id="56" name="Picture 55" descr="A close up of a sign&#10;&#10;Description automatically generated">
            <a:extLst>
              <a:ext uri="{FF2B5EF4-FFF2-40B4-BE49-F238E27FC236}">
                <a16:creationId xmlns:a16="http://schemas.microsoft.com/office/drawing/2014/main" id="{93845E4D-87FB-4B23-889D-380B14CD7A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184840795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7770C3A-2D06-4FDF-834F-E5643820E71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16865" y="2105247"/>
            <a:ext cx="5321935" cy="409198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08AD484E-34CD-4BF9-83F4-BC5B808B1F9D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6091440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FD861E-2DA5-47BD-BE84-1F17B52117F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37" t="13712" b="-2"/>
          <a:stretch/>
        </p:blipFill>
        <p:spPr>
          <a:xfrm>
            <a:off x="6409879" y="1828799"/>
            <a:ext cx="5325618" cy="77242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184A8EA3-CB45-4C1E-A848-C7029088646B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6413180" y="613541"/>
            <a:ext cx="4602915" cy="360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accent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68F5D19-11A4-43DD-AD39-E77B45ACD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180" y="990600"/>
            <a:ext cx="5325619" cy="810000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651710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A1998B90-3991-4DF0-A8B0-9E66CDC180F6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3209722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23235F0B-EB72-44E4-9E35-636834A021F1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3600001" y="90000"/>
            <a:ext cx="7236000" cy="324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accent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3D99278-DE55-4541-9B96-52E5BEECB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4304" y="1444855"/>
            <a:ext cx="8089966" cy="47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6FBA568-DF37-45CB-8FA6-B8E666EA538D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10" t="-20662" r="559" b="-11321"/>
          <a:stretch/>
        </p:blipFill>
        <p:spPr>
          <a:xfrm>
            <a:off x="3614302" y="1177925"/>
            <a:ext cx="8113405" cy="85364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DAEEF55-887C-41E7-B43D-8D95B514A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0" y="432000"/>
            <a:ext cx="7236000" cy="684000"/>
          </a:xfrm>
        </p:spPr>
        <p:txBody>
          <a:bodyPr bIns="0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26404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277D9D6-CED7-4C47-AAB5-1AE3F400A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34B40-974C-4475-9C7C-C05D3A09BB41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E98A9F-8124-43C7-8233-99AEDC8B3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128996E-D6CE-4B7B-9F5D-886F8A5A5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598818-8260-420F-A61B-5CF7C150941D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7D305E8-66F3-4D16-8419-45C8980E3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44537608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32AC1-29CC-4347-906D-BF83C3A65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9A180-779A-40B0-9CE8-27D1B3E91257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A5081D-0E94-43AA-8C62-3477B97CE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E74EDA-B875-432B-9F43-4636817F8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2995312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CD2F0-10C9-4052-BD65-A211E55834C0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5D11CC8-3D51-4468-8A7A-7287D1752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966A89F-5E6E-4D5E-B85A-E4BC90EC91B0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8" name="Title 5">
            <a:extLst>
              <a:ext uri="{FF2B5EF4-FFF2-40B4-BE49-F238E27FC236}">
                <a16:creationId xmlns:a16="http://schemas.microsoft.com/office/drawing/2014/main" id="{3E60B942-F8AD-4B47-A5DB-BB82A98AB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2477953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26C9B-274B-4C31-9353-AB131B04B55C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C0F0D46-AB2D-4622-B449-2118C6E90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44B17A3-4856-4F26-BDEE-526BE7CA962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subtitle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045A63F-9E96-42B5-A976-4E9FCADCEBBA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6E491AC0-1332-46AE-9FA1-CA0F5C0AB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83619316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, 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C2D5B-2D87-47E5-9DE1-B6B79537A9CC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23407A2-5FB9-49FA-8FD4-515111883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32CCE79-3EE6-4CAA-B525-A2EDF02605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2"/>
            <a:ext cx="10368000" cy="326379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Section header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02973F9-7731-4AC1-87AE-23E1427E89B4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59F989B2-8FA5-43E9-9516-49FD5605A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23708"/>
            <a:ext cx="10368000" cy="684000"/>
          </a:xfrm>
        </p:spPr>
        <p:txBody>
          <a:bodyPr tIns="72000" bIns="0" anchor="ctr" anchorCtr="0"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13808421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84119E5-C196-A24E-9FB2-AD1DC66305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DEEC9E-28A9-8C44-9EF4-E5E4429989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70400" y="3168072"/>
            <a:ext cx="3195782" cy="2204641"/>
          </a:xfrm>
          <a:prstGeom prst="rect">
            <a:avLst/>
          </a:prstGeom>
        </p:spPr>
      </p:pic>
      <p:sp>
        <p:nvSpPr>
          <p:cNvPr id="16" name="Text Placeholder 72">
            <a:extLst>
              <a:ext uri="{FF2B5EF4-FFF2-40B4-BE49-F238E27FC236}">
                <a16:creationId xmlns:a16="http://schemas.microsoft.com/office/drawing/2014/main" id="{8603DA45-286D-4E38-8A6D-F1CDB3DA232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8329" y="5691980"/>
            <a:ext cx="4055339" cy="345103"/>
          </a:xfrm>
        </p:spPr>
        <p:txBody>
          <a:bodyPr lIns="0" tIns="36000" rIns="36000" bIns="36000" anchor="ctr"/>
          <a:lstStyle>
            <a:lvl1pPr marL="0" indent="0" algn="ctr">
              <a:buFontTx/>
              <a:buNone/>
              <a:defRPr sz="1200" spc="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www.biomar.com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974853-5F26-4DA8-9D84-AD1F48F7B7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D2C76EFE-D5BF-451D-8785-804321CC4DB1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4B062B-DE74-4D38-82ED-CD55CB31126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4912303-7C13-44FB-987B-24B3E9030D8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4611116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6.xml"/><Relationship Id="rId1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44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17" Type="http://schemas.openxmlformats.org/officeDocument/2006/relationships/slideLayout" Target="../slideLayouts/slideLayout40.xml"/><Relationship Id="rId2" Type="http://schemas.openxmlformats.org/officeDocument/2006/relationships/slideLayout" Target="../slideLayouts/slideLayout25.xml"/><Relationship Id="rId16" Type="http://schemas.openxmlformats.org/officeDocument/2006/relationships/slideLayout" Target="../slideLayouts/slideLayout39.xml"/><Relationship Id="rId2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24" Type="http://schemas.openxmlformats.org/officeDocument/2006/relationships/image" Target="../media/image2.png"/><Relationship Id="rId5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38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33.xml"/><Relationship Id="rId19" Type="http://schemas.openxmlformats.org/officeDocument/2006/relationships/slideLayout" Target="../slideLayouts/slideLayout42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7.xml"/><Relationship Id="rId2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CB9444-F049-495F-92FD-243D51C6FC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00" y="1444855"/>
            <a:ext cx="11236270" cy="4752000"/>
          </a:xfrm>
          <a:prstGeom prst="rect">
            <a:avLst/>
          </a:prstGeom>
        </p:spPr>
        <p:txBody>
          <a:bodyPr vert="horz" lIns="91440" tIns="90000" rIns="91440" bIns="3600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043BD8-4B5F-4868-AF87-CF8FCFD62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  <a:prstGeom prst="rect">
            <a:avLst/>
          </a:prstGeom>
        </p:spPr>
        <p:txBody>
          <a:bodyPr vert="horz" lIns="0" tIns="36000" rIns="36000" bIns="36000" rtlCol="0" anchor="ctr" anchorCtr="0">
            <a:normAutofit/>
          </a:bodyPr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3612C-AF42-417D-93FC-3226F8F278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8000" y="6392405"/>
            <a:ext cx="27432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l">
              <a:defRPr sz="1100">
                <a:solidFill>
                  <a:srgbClr val="9D9D9C"/>
                </a:solidFill>
              </a:defRPr>
            </a:lvl1pPr>
          </a:lstStyle>
          <a:p>
            <a:fld id="{827CE033-8984-48E6-AE68-E518DC9CE097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3B89E-B8AD-4E37-A47E-70BC889921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87870" y="6409657"/>
            <a:ext cx="41148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r">
              <a:defRPr sz="1100">
                <a:solidFill>
                  <a:srgbClr val="9D9D9C"/>
                </a:solidFill>
              </a:defRPr>
            </a:lvl1pPr>
          </a:lstStyle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964C64-28FA-4980-ADCD-834A954E04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3250" y="6401262"/>
            <a:ext cx="324000" cy="252000"/>
          </a:xfrm>
          <a:prstGeom prst="rect">
            <a:avLst/>
          </a:prstGeom>
          <a:blipFill dpi="0" rotWithShape="1"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vert="horz" lIns="36000" tIns="0" rIns="0" bIns="0" rtlCol="0" anchor="ctr"/>
          <a:lstStyle>
            <a:lvl1pPr algn="r">
              <a:defRPr sz="1200" b="1">
                <a:solidFill>
                  <a:schemeClr val="tx2"/>
                </a:solidFill>
              </a:defRPr>
            </a:lvl1pPr>
          </a:lstStyle>
          <a:p>
            <a:fld id="{66F6B9C1-1745-48B0-A8CA-B72E47831159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534" name="Picture 533" descr="A close up of a sign&#10;&#10;Description automatically generated">
            <a:extLst>
              <a:ext uri="{FF2B5EF4-FFF2-40B4-BE49-F238E27FC236}">
                <a16:creationId xmlns:a16="http://schemas.microsoft.com/office/drawing/2014/main" id="{1F8C5BA3-AD8F-4479-9B13-3625AF99EF2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549759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1" r:id="rId3"/>
    <p:sldLayoutId id="2147483667" r:id="rId4"/>
    <p:sldLayoutId id="2147483668" r:id="rId5"/>
    <p:sldLayoutId id="2147483651" r:id="rId6"/>
    <p:sldLayoutId id="2147483669" r:id="rId7"/>
    <p:sldLayoutId id="2147483665" r:id="rId8"/>
    <p:sldLayoutId id="2147483652" r:id="rId9"/>
    <p:sldLayoutId id="2147483653" r:id="rId10"/>
    <p:sldLayoutId id="2147483664" r:id="rId11"/>
    <p:sldLayoutId id="2147483666" r:id="rId12"/>
    <p:sldLayoutId id="2147483662" r:id="rId13"/>
    <p:sldLayoutId id="2147483663" r:id="rId14"/>
    <p:sldLayoutId id="2147483674" r:id="rId15"/>
    <p:sldLayoutId id="2147483654" r:id="rId16"/>
    <p:sldLayoutId id="2147483655" r:id="rId17"/>
    <p:sldLayoutId id="2147483670" r:id="rId18"/>
    <p:sldLayoutId id="2147483672" r:id="rId19"/>
    <p:sldLayoutId id="2147483673" r:id="rId20"/>
    <p:sldLayoutId id="2147483661" r:id="rId21"/>
    <p:sldLayoutId id="2147483675" r:id="rId22"/>
    <p:sldLayoutId id="2147483698" r:id="rId2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baseline="0">
          <a:solidFill>
            <a:srgbClr val="1F3E77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CB9444-F049-495F-92FD-243D51C6FC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00" y="1444855"/>
            <a:ext cx="11236270" cy="4752000"/>
          </a:xfrm>
          <a:prstGeom prst="rect">
            <a:avLst/>
          </a:prstGeom>
        </p:spPr>
        <p:txBody>
          <a:bodyPr vert="horz" lIns="91440" tIns="90000" rIns="91440" bIns="3600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043BD8-4B5F-4868-AF87-CF8FCFD62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  <a:prstGeom prst="rect">
            <a:avLst/>
          </a:prstGeom>
        </p:spPr>
        <p:txBody>
          <a:bodyPr vert="horz" lIns="0" tIns="36000" rIns="36000" bIns="36000" rtlCol="0" anchor="ctr" anchorCtr="0">
            <a:normAutofit/>
          </a:bodyPr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3612C-AF42-417D-93FC-3226F8F278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8000" y="6392405"/>
            <a:ext cx="27432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l">
              <a:defRPr sz="1100">
                <a:solidFill>
                  <a:srgbClr val="9D9D9C"/>
                </a:solidFill>
              </a:defRPr>
            </a:lvl1pPr>
          </a:lstStyle>
          <a:p>
            <a:fld id="{ADC45D25-F647-42BC-AA0D-2CB88534BF0A}" type="datetime1">
              <a:rPr lang="en-GB" noProof="0" smtClean="0"/>
              <a:t>16/06/2026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3B89E-B8AD-4E37-A47E-70BC889921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87870" y="6409657"/>
            <a:ext cx="41148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r">
              <a:defRPr sz="1100">
                <a:solidFill>
                  <a:srgbClr val="9D9D9C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964C64-28FA-4980-ADCD-834A954E04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3250" y="6401262"/>
            <a:ext cx="324000" cy="252000"/>
          </a:xfrm>
          <a:prstGeom prst="rect">
            <a:avLst/>
          </a:prstGeom>
          <a:blipFill dpi="0" rotWithShape="1"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vert="horz" lIns="36000" tIns="0" rIns="0" bIns="0" rtlCol="0" anchor="ctr"/>
          <a:lstStyle>
            <a:lvl1pPr algn="r">
              <a:defRPr sz="1200" b="1">
                <a:solidFill>
                  <a:schemeClr val="tx2"/>
                </a:solidFill>
              </a:defRPr>
            </a:lvl1pPr>
          </a:lstStyle>
          <a:p>
            <a:fld id="{66F6B9C1-1745-48B0-A8CA-B72E47831159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534" name="Picture 533" descr="A close up of a sign&#10;&#10;Description automatically generated">
            <a:extLst>
              <a:ext uri="{FF2B5EF4-FFF2-40B4-BE49-F238E27FC236}">
                <a16:creationId xmlns:a16="http://schemas.microsoft.com/office/drawing/2014/main" id="{1F8C5BA3-AD8F-4479-9B13-3625AF99EF2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647191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0" r:id="rId14"/>
    <p:sldLayoutId id="2147483691" r:id="rId15"/>
    <p:sldLayoutId id="2147483692" r:id="rId16"/>
    <p:sldLayoutId id="2147483693" r:id="rId17"/>
    <p:sldLayoutId id="2147483694" r:id="rId18"/>
    <p:sldLayoutId id="2147483695" r:id="rId19"/>
    <p:sldLayoutId id="2147483696" r:id="rId20"/>
    <p:sldLayoutId id="2147483697" r:id="rId2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baseline="0">
          <a:solidFill>
            <a:srgbClr val="1F3E77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7466C-1380-12FE-5A35-630E9E694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5573424-25D0-CF09-0F4E-20BAD3AC29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BECAF8D-6596-04E6-2EFD-A06F73627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cs typeface="Arial"/>
              </a:rPr>
              <a:t>How we communicate</a:t>
            </a:r>
            <a:endParaRPr lang="en-GB" dirty="0">
              <a:cs typeface="Arial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D4C5773-CE58-3123-5064-93AC7EEC3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A4EE67-11B2-0C1E-9D57-A9A143857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13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2284628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2230B-5FEA-C4F8-703C-6B3187A4B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EB3587-645A-12F1-5004-7C386C869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87870" y="6409657"/>
            <a:ext cx="4114800" cy="252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29BC23-5846-24DD-F7B3-B5E763D79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3250" y="6401262"/>
            <a:ext cx="324000" cy="252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66F6B9C1-1745-48B0-A8CA-B72E47831159}" type="slidenum">
              <a:rPr lang="en-GB" noProof="0" smtClean="0"/>
              <a:pPr>
                <a:spcAft>
                  <a:spcPts val="600"/>
                </a:spcAft>
              </a:pPr>
              <a:t>14</a:t>
            </a:fld>
            <a:endParaRPr lang="en-GB" noProof="0"/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D908777-D559-66A8-8669-F9856EEC01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6030" y="1477588"/>
            <a:ext cx="11006016" cy="4645566"/>
          </a:xfrm>
          <a:prstGeom prst="rect">
            <a:avLst/>
          </a:prstGeom>
          <a:noFill/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1FF31A02-14A6-1FCD-78F4-BFB8DBDE5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 anchor="ctr">
            <a:normAutofit/>
          </a:bodyPr>
          <a:lstStyle/>
          <a:p>
            <a:r>
              <a:rPr lang="en-US">
                <a:cs typeface="Arial"/>
              </a:rPr>
              <a:t>Channels</a:t>
            </a:r>
            <a:endParaRPr lang="en-US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69909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0FB507-8DD3-80ED-2E56-169CB197ED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18000" tIns="90000" rIns="91440" bIns="36000" rtlCol="0" anchor="t">
            <a:normAutofit/>
          </a:bodyPr>
          <a:lstStyle/>
          <a:p>
            <a:r>
              <a:rPr lang="da-DK">
                <a:cs typeface="Arial"/>
              </a:rPr>
              <a:t>2026</a:t>
            </a:r>
            <a:endParaRPr lang="da-DK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1FF2187-7FE9-9E68-0294-50E2ECFFA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Global Marketing Plan </a:t>
            </a:r>
            <a:endParaRPr lang="da-DK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D91716D-04A9-9C9A-A829-24289D6AE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80D65EE-7C0F-A8AA-626C-AA8A7BFCB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15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7448412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BC7116A9-9A11-4195-817B-C58BFB2A5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6F6B9C1-1745-48B0-A8CA-B72E47831159}" type="slidenum">
              <a:rPr kumimoji="0" lang="en-GB" sz="1200" b="1" i="0" u="none" strike="noStrike" kern="1200" cap="none" spc="0" normalizeH="0" baseline="0" noProof="0" smtClean="0">
                <a:ln>
                  <a:noFill/>
                </a:ln>
                <a:solidFill>
                  <a:srgbClr val="1F3E77"/>
                </a:solidFill>
                <a:effectLst/>
                <a:uLnTx/>
                <a:uFillTx/>
                <a:latin typeface="Arial"/>
                <a:ea typeface="DengXian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GB" sz="1200" b="1" i="0" u="none" strike="noStrike" kern="1200" cap="none" spc="0" normalizeH="0" baseline="0" noProof="0">
              <a:ln>
                <a:noFill/>
              </a:ln>
              <a:solidFill>
                <a:srgbClr val="1F3E77"/>
              </a:solidFill>
              <a:effectLst/>
              <a:uLnTx/>
              <a:uFillTx/>
              <a:latin typeface="Arial"/>
              <a:ea typeface="DengXian"/>
              <a:cs typeface="+mn-cs"/>
            </a:endParaRP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F0F01A0E-D079-6F2C-82AE-5ECDF8A5776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a-DK">
                <a:cs typeface="Arial"/>
              </a:rPr>
              <a:t>Group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19B5E2-A57E-4551-AADD-3C171291C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Global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EA7243F-8728-E497-AFF9-2C75A223FD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6306071"/>
              </p:ext>
            </p:extLst>
          </p:nvPr>
        </p:nvGraphicFramePr>
        <p:xfrm>
          <a:off x="298515" y="1076228"/>
          <a:ext cx="11583180" cy="5256096"/>
        </p:xfrm>
        <a:graphic>
          <a:graphicData uri="http://schemas.openxmlformats.org/drawingml/2006/table">
            <a:tbl>
              <a:tblPr/>
              <a:tblGrid>
                <a:gridCol w="1300187">
                  <a:extLst>
                    <a:ext uri="{9D8B030D-6E8A-4147-A177-3AD203B41FA5}">
                      <a16:colId xmlns:a16="http://schemas.microsoft.com/office/drawing/2014/main" val="704876880"/>
                    </a:ext>
                  </a:extLst>
                </a:gridCol>
                <a:gridCol w="832119">
                  <a:extLst>
                    <a:ext uri="{9D8B030D-6E8A-4147-A177-3AD203B41FA5}">
                      <a16:colId xmlns:a16="http://schemas.microsoft.com/office/drawing/2014/main" val="1328239146"/>
                    </a:ext>
                  </a:extLst>
                </a:gridCol>
                <a:gridCol w="832119">
                  <a:extLst>
                    <a:ext uri="{9D8B030D-6E8A-4147-A177-3AD203B41FA5}">
                      <a16:colId xmlns:a16="http://schemas.microsoft.com/office/drawing/2014/main" val="2730785850"/>
                    </a:ext>
                  </a:extLst>
                </a:gridCol>
                <a:gridCol w="832119">
                  <a:extLst>
                    <a:ext uri="{9D8B030D-6E8A-4147-A177-3AD203B41FA5}">
                      <a16:colId xmlns:a16="http://schemas.microsoft.com/office/drawing/2014/main" val="2861554578"/>
                    </a:ext>
                  </a:extLst>
                </a:gridCol>
                <a:gridCol w="832119">
                  <a:extLst>
                    <a:ext uri="{9D8B030D-6E8A-4147-A177-3AD203B41FA5}">
                      <a16:colId xmlns:a16="http://schemas.microsoft.com/office/drawing/2014/main" val="1934408468"/>
                    </a:ext>
                  </a:extLst>
                </a:gridCol>
                <a:gridCol w="832119">
                  <a:extLst>
                    <a:ext uri="{9D8B030D-6E8A-4147-A177-3AD203B41FA5}">
                      <a16:colId xmlns:a16="http://schemas.microsoft.com/office/drawing/2014/main" val="3847207132"/>
                    </a:ext>
                  </a:extLst>
                </a:gridCol>
                <a:gridCol w="832119">
                  <a:extLst>
                    <a:ext uri="{9D8B030D-6E8A-4147-A177-3AD203B41FA5}">
                      <a16:colId xmlns:a16="http://schemas.microsoft.com/office/drawing/2014/main" val="1154409384"/>
                    </a:ext>
                  </a:extLst>
                </a:gridCol>
                <a:gridCol w="832119">
                  <a:extLst>
                    <a:ext uri="{9D8B030D-6E8A-4147-A177-3AD203B41FA5}">
                      <a16:colId xmlns:a16="http://schemas.microsoft.com/office/drawing/2014/main" val="390007202"/>
                    </a:ext>
                  </a:extLst>
                </a:gridCol>
                <a:gridCol w="828675">
                  <a:extLst>
                    <a:ext uri="{9D8B030D-6E8A-4147-A177-3AD203B41FA5}">
                      <a16:colId xmlns:a16="http://schemas.microsoft.com/office/drawing/2014/main" val="998007058"/>
                    </a:ext>
                  </a:extLst>
                </a:gridCol>
                <a:gridCol w="83029">
                  <a:extLst>
                    <a:ext uri="{9D8B030D-6E8A-4147-A177-3AD203B41FA5}">
                      <a16:colId xmlns:a16="http://schemas.microsoft.com/office/drawing/2014/main" val="2985976672"/>
                    </a:ext>
                  </a:extLst>
                </a:gridCol>
                <a:gridCol w="31597">
                  <a:extLst>
                    <a:ext uri="{9D8B030D-6E8A-4147-A177-3AD203B41FA5}">
                      <a16:colId xmlns:a16="http://schemas.microsoft.com/office/drawing/2014/main" val="1824106546"/>
                    </a:ext>
                  </a:extLst>
                </a:gridCol>
                <a:gridCol w="869527">
                  <a:extLst>
                    <a:ext uri="{9D8B030D-6E8A-4147-A177-3AD203B41FA5}">
                      <a16:colId xmlns:a16="http://schemas.microsoft.com/office/drawing/2014/main" val="725424946"/>
                    </a:ext>
                  </a:extLst>
                </a:gridCol>
                <a:gridCol w="37794">
                  <a:extLst>
                    <a:ext uri="{9D8B030D-6E8A-4147-A177-3AD203B41FA5}">
                      <a16:colId xmlns:a16="http://schemas.microsoft.com/office/drawing/2014/main" val="524227394"/>
                    </a:ext>
                  </a:extLst>
                </a:gridCol>
                <a:gridCol w="31597">
                  <a:extLst>
                    <a:ext uri="{9D8B030D-6E8A-4147-A177-3AD203B41FA5}">
                      <a16:colId xmlns:a16="http://schemas.microsoft.com/office/drawing/2014/main" val="2462934964"/>
                    </a:ext>
                  </a:extLst>
                </a:gridCol>
                <a:gridCol w="911703">
                  <a:extLst>
                    <a:ext uri="{9D8B030D-6E8A-4147-A177-3AD203B41FA5}">
                      <a16:colId xmlns:a16="http://schemas.microsoft.com/office/drawing/2014/main" val="1520276194"/>
                    </a:ext>
                  </a:extLst>
                </a:gridCol>
                <a:gridCol w="832119">
                  <a:extLst>
                    <a:ext uri="{9D8B030D-6E8A-4147-A177-3AD203B41FA5}">
                      <a16:colId xmlns:a16="http://schemas.microsoft.com/office/drawing/2014/main" val="1221001320"/>
                    </a:ext>
                  </a:extLst>
                </a:gridCol>
                <a:gridCol w="832119">
                  <a:extLst>
                    <a:ext uri="{9D8B030D-6E8A-4147-A177-3AD203B41FA5}">
                      <a16:colId xmlns:a16="http://schemas.microsoft.com/office/drawing/2014/main" val="3048772800"/>
                    </a:ext>
                  </a:extLst>
                </a:gridCol>
              </a:tblGrid>
              <a:tr h="325456">
                <a:tc>
                  <a:txBody>
                    <a:bodyPr/>
                    <a:lstStyle/>
                    <a:p>
                      <a:pPr algn="l" fontAlgn="b"/>
                      <a:endParaRPr lang="da-DK" sz="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537" marR="6197" marT="6197" marB="37179"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E7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a-DK" sz="8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January</a:t>
                      </a:r>
                      <a: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 </a:t>
                      </a:r>
                      <a:b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</a:br>
                      <a: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2026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E7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a-DK" sz="8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February</a:t>
                      </a:r>
                      <a: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 </a:t>
                      </a:r>
                      <a:b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</a:br>
                      <a: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2026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E7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March </a:t>
                      </a:r>
                      <a:b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</a:br>
                      <a: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2026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E7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April</a:t>
                      </a:r>
                      <a:b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</a:br>
                      <a: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2026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E7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May</a:t>
                      </a:r>
                      <a:b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</a:br>
                      <a: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2026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E7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June</a:t>
                      </a:r>
                      <a:b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</a:br>
                      <a: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2026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E7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a-DK" sz="8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July</a:t>
                      </a:r>
                      <a:b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</a:br>
                      <a: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2026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E7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August</a:t>
                      </a:r>
                      <a:b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</a:br>
                      <a: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2026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E77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September</a:t>
                      </a:r>
                      <a:b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</a:br>
                      <a: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2026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E7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da-DK" sz="80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October</a:t>
                      </a:r>
                      <a:b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</a:br>
                      <a: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2026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E7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November</a:t>
                      </a:r>
                      <a:b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</a:br>
                      <a: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2026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E7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December</a:t>
                      </a:r>
                      <a:b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</a:br>
                      <a:r>
                        <a:rPr lang="da-DK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2026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E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7244866"/>
                  </a:ext>
                </a:extLst>
              </a:tr>
              <a:tr h="221310">
                <a:tc>
                  <a:txBody>
                    <a:bodyPr/>
                    <a:lstStyle/>
                    <a:p>
                      <a:pPr algn="l" fontAlgn="b"/>
                      <a:r>
                        <a:rPr lang="da-DK" sz="800" b="1" i="0" u="none" strike="noStrike" dirty="0">
                          <a:solidFill>
                            <a:srgbClr val="1F3E77"/>
                          </a:solidFill>
                          <a:effectLst/>
                          <a:latin typeface="Calibri"/>
                        </a:rPr>
                        <a:t>Events &amp; </a:t>
                      </a:r>
                      <a:r>
                        <a:rPr lang="da-DK" sz="800" b="1" i="0" u="none" strike="noStrike">
                          <a:solidFill>
                            <a:srgbClr val="1F3E77"/>
                          </a:solidFill>
                          <a:effectLst/>
                          <a:latin typeface="Calibri"/>
                        </a:rPr>
                        <a:t>Sponsorship</a:t>
                      </a:r>
                    </a:p>
                  </a:txBody>
                  <a:tcPr marL="55769" marR="6197" marT="6197" marB="37179"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a-DK" sz="8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a-DK" sz="8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a-DK" sz="8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a-DK" sz="8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a-DK" sz="8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a-DK" sz="8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a-DK" sz="8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a-DK" sz="8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endParaRPr lang="da-DK" sz="8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3">
                  <a:txBody>
                    <a:bodyPr/>
                    <a:lstStyle/>
                    <a:p>
                      <a:pPr algn="l" fontAlgn="b"/>
                      <a:endParaRPr lang="da-DK" sz="8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da-DK" sz="8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da-DK" sz="8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442626"/>
                  </a:ext>
                </a:extLst>
              </a:tr>
              <a:tr h="377529">
                <a:tc>
                  <a:txBody>
                    <a:bodyPr/>
                    <a:lstStyle/>
                    <a:p>
                      <a:pPr algn="l" fontAlgn="ctr"/>
                      <a:endParaRPr lang="da-DK" sz="800" b="0" i="0" u="none" strike="noStrike">
                        <a:solidFill>
                          <a:srgbClr val="1F3E77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153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da-DK" sz="7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da-DK" sz="7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a-DK" sz="700" b="0" i="0" u="none" strike="noStrike" noProof="0" dirty="0">
                          <a:solidFill>
                            <a:schemeClr val="tx2"/>
                          </a:solidFill>
                          <a:effectLst/>
                          <a:latin typeface="Arial"/>
                        </a:rPr>
                        <a:t>NASF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a-DK" sz="7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Blue Food Innovation </a:t>
                      </a:r>
                      <a:r>
                        <a:rPr lang="da-DK" sz="700" b="0" i="0" u="none" strike="noStrike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Summit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a-DK" sz="700" b="0" i="0" u="none" strike="noStrike" dirty="0">
                          <a:solidFill>
                            <a:schemeClr val="accent1"/>
                          </a:solidFill>
                          <a:effectLst/>
                          <a:latin typeface="Arial"/>
                        </a:rPr>
                        <a:t>Barcelona Show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LID4096" sz="1600"/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 sz="1600"/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a-DK" sz="7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TARS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da-DK" sz="700" b="0" i="0" u="none" strike="noStrike" dirty="0">
                          <a:solidFill>
                            <a:srgbClr val="1F3E77"/>
                          </a:solidFill>
                          <a:effectLst/>
                          <a:latin typeface="Arial"/>
                        </a:rPr>
                        <a:t>GSF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endParaRPr lang="da-DK" sz="700" b="0" i="0" u="none" strike="noStrike" dirty="0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sz="1600"/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 sz="1600"/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1511328"/>
                  </a:ext>
                </a:extLst>
              </a:tr>
              <a:tr h="221310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i="0" u="none" strike="noStrike" dirty="0">
                          <a:solidFill>
                            <a:srgbClr val="1F3E77"/>
                          </a:solidFill>
                          <a:effectLst/>
                          <a:latin typeface="Calibri"/>
                        </a:rPr>
                        <a:t>Digital Marketing</a:t>
                      </a:r>
                    </a:p>
                  </a:txBody>
                  <a:tcPr marL="55769" marR="6197" marT="6197" marB="37179"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da-DK" sz="700" b="1" i="0" u="none" strike="noStrike" kern="1200">
                        <a:solidFill>
                          <a:srgbClr val="1F3E77"/>
                        </a:solidFill>
                        <a:effectLst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da-DK" sz="700" b="1" i="0" u="none" strike="noStrike" kern="1200">
                        <a:solidFill>
                          <a:srgbClr val="1F3E77"/>
                        </a:solidFill>
                        <a:effectLst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da-DK" sz="700" b="1" i="0" u="none" strike="noStrike" kern="1200">
                        <a:solidFill>
                          <a:srgbClr val="1F3E77"/>
                        </a:solidFill>
                        <a:effectLst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da-DK" sz="700" b="1" i="0" u="none" strike="noStrike" kern="1200">
                        <a:solidFill>
                          <a:srgbClr val="1F3E77"/>
                        </a:solidFill>
                        <a:effectLst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da-DK" sz="700" b="1" i="0" u="none" strike="noStrike" kern="1200">
                        <a:solidFill>
                          <a:srgbClr val="1F3E77"/>
                        </a:solidFill>
                        <a:effectLst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da-DK" sz="700" b="1" i="0" u="none" strike="noStrike" kern="1200">
                        <a:solidFill>
                          <a:srgbClr val="1F3E77"/>
                        </a:solidFill>
                        <a:effectLst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da-DK" sz="700" b="1" i="0" u="none" strike="noStrike" kern="1200">
                        <a:solidFill>
                          <a:srgbClr val="1F3E77"/>
                        </a:solidFill>
                        <a:effectLst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da-DK" sz="700" b="1" i="0" u="none" strike="noStrike" kern="1200">
                        <a:solidFill>
                          <a:srgbClr val="1F3E77"/>
                        </a:solidFill>
                        <a:effectLst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da-DK" sz="700" b="1" i="0" u="none" strike="noStrike" kern="1200">
                        <a:solidFill>
                          <a:srgbClr val="1F3E77"/>
                        </a:solidFill>
                        <a:effectLst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3"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da-DK" sz="700" b="1" i="0" u="none" strike="noStrike" kern="1200">
                        <a:solidFill>
                          <a:srgbClr val="1F3E77"/>
                        </a:solidFill>
                        <a:effectLst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da-DK" sz="700" b="1" i="0" u="none" strike="noStrike" kern="1200">
                        <a:solidFill>
                          <a:srgbClr val="1F3E77"/>
                        </a:solidFill>
                        <a:effectLst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da-DK" sz="700" b="1" i="0" u="none" strike="noStrike" kern="1200">
                        <a:solidFill>
                          <a:srgbClr val="1F3E77"/>
                        </a:solidFill>
                        <a:effectLst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6046965"/>
                  </a:ext>
                </a:extLst>
              </a:tr>
              <a:tr h="221310">
                <a:tc>
                  <a:txBody>
                    <a:bodyPr/>
                    <a:lstStyle/>
                    <a:p>
                      <a:pPr algn="l" fontAlgn="b"/>
                      <a:r>
                        <a:rPr lang="da-DK" sz="700" b="0" i="0" u="none" strike="noStrike" dirty="0">
                          <a:solidFill>
                            <a:srgbClr val="1F3E77"/>
                          </a:solidFill>
                          <a:effectLst/>
                          <a:latin typeface="Calibri"/>
                        </a:rPr>
                        <a:t>Biomar.com 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a-DK" sz="700" b="0" i="0" u="none" strike="noStrike" kern="120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a-DK" sz="700" b="0" i="0" u="none" strike="noStrike" kern="1200">
                          <a:solidFill>
                            <a:srgbClr val="1F3E77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Gated</a:t>
                      </a:r>
                      <a:r>
                        <a:rPr lang="da-DK" sz="700" b="0" i="0" u="none" strike="noStrike" kern="1200" dirty="0">
                          <a:solidFill>
                            <a:srgbClr val="1F3E77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 Content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da-DK" sz="800" b="0" i="0" u="none" strike="noStrike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800" b="0" i="0" u="none" strike="noStrike" noProof="0">
                        <a:solidFill>
                          <a:srgbClr val="FFFFFF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700" b="0" i="0" u="none" strike="noStrike" kern="1200" noProof="0" dirty="0">
                          <a:solidFill>
                            <a:srgbClr val="1F3E77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United Customer Journey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800" b="0" i="0" u="none" strike="noStrike" noProof="0">
                        <a:solidFill>
                          <a:srgbClr val="FFFFFF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800" b="0" i="0" u="none" strike="noStrike" noProof="0">
                        <a:solidFill>
                          <a:srgbClr val="FFFFFF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800" b="0" i="0" u="none" strike="noStrike" noProof="0">
                        <a:solidFill>
                          <a:srgbClr val="FFFFFF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700" b="0" i="0" u="none" strike="noStrike" noProof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3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700" b="0" i="0" u="none" strike="noStrike" kern="1200" noProof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700" b="0" i="0" u="none" strike="noStrike" kern="1200" noProof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700" b="0" i="0" u="none" strike="noStrike" kern="1200" noProof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934307"/>
                  </a:ext>
                </a:extLst>
              </a:tr>
              <a:tr h="221310">
                <a:tc>
                  <a:txBody>
                    <a:bodyPr/>
                    <a:lstStyle/>
                    <a:p>
                      <a:pPr algn="l" fontAlgn="b"/>
                      <a:r>
                        <a:rPr lang="da-DK" sz="700" b="0" i="0" u="none" strike="noStrike" dirty="0">
                          <a:solidFill>
                            <a:srgbClr val="1F3E77"/>
                          </a:solidFill>
                          <a:effectLst/>
                          <a:latin typeface="Calibri"/>
                        </a:rPr>
                        <a:t>Customer Portal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a-DK" sz="700" b="0" i="0" u="none" strike="noStrike" kern="120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a-DK" sz="700" b="0" i="0" u="none" strike="noStrike" kern="1200" dirty="0">
                          <a:solidFill>
                            <a:srgbClr val="1F3E77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Forecast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800" b="0" i="0" u="none" strike="noStrike" kern="1200" noProof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800" b="0" i="0" u="none" strike="noStrike" kern="1200" noProof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800" b="0" i="0" u="none" strike="noStrike" kern="1200" noProof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700" b="0" i="0" u="none" strike="noStrike" kern="1200" noProof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8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700" b="0" i="0" u="none" strike="noStrike" kern="1200" noProof="0" dirty="0">
                          <a:solidFill>
                            <a:srgbClr val="1F3E77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Data Exchange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800" b="0" i="0" u="none" strike="noStrike" kern="1200" noProof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800" b="0" i="0" u="none" strike="noStrike" kern="1200" noProof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700" b="0" i="0" u="none" strike="noStrike" kern="1200" noProof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700" b="0" i="0" u="none" strike="noStrike" kern="1200" noProof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3265"/>
                  </a:ext>
                </a:extLst>
              </a:tr>
              <a:tr h="221310">
                <a:tc>
                  <a:txBody>
                    <a:bodyPr/>
                    <a:lstStyle/>
                    <a:p>
                      <a:pPr algn="l" fontAlgn="b"/>
                      <a:r>
                        <a:rPr lang="da-DK" sz="700" b="0" i="0" u="none" strike="noStrike">
                          <a:solidFill>
                            <a:srgbClr val="1F3E77"/>
                          </a:solidFill>
                          <a:effectLst/>
                          <a:latin typeface="Calibri"/>
                        </a:rPr>
                        <a:t>Feeding</a:t>
                      </a:r>
                      <a:r>
                        <a:rPr lang="da-DK" sz="700" b="0" i="0" u="none" strike="noStrike" dirty="0">
                          <a:solidFill>
                            <a:srgbClr val="1F3E77"/>
                          </a:solidFill>
                          <a:effectLst/>
                          <a:latin typeface="Calibri"/>
                        </a:rPr>
                        <a:t> Tool 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a-DK" sz="700" b="0" i="0" u="none" strike="noStrike" kern="120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a-DK" sz="700" b="0" i="0" u="none" strike="noStrike" kern="1200">
                          <a:solidFill>
                            <a:srgbClr val="1F3E77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Feeding</a:t>
                      </a:r>
                      <a:r>
                        <a:rPr lang="da-DK" sz="700" b="0" i="0" u="none" strike="noStrike" kern="1200" dirty="0">
                          <a:solidFill>
                            <a:srgbClr val="1F3E77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 Tool 1.5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da-DK" sz="800" b="0" i="0" u="none" strike="noStrike" kern="1200" noProof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800" b="0" i="0" u="none" strike="noStrike" kern="1200" noProof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800" b="0" i="0" u="none" strike="noStrike" kern="1200" noProof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700" b="0" i="0" u="none" strike="noStrike" kern="1200" noProof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700" b="0" i="0" u="none" strike="noStrike" kern="1200" noProof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700" b="0" i="0" u="none" strike="noStrike" kern="1200" noProof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800" b="0" i="0" u="none" strike="noStrike" kern="1200" noProof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700" b="0" i="0" u="none" strike="noStrike" kern="1200" noProof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800" b="0" i="0" u="none" strike="noStrike" kern="1200" noProof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700" b="0" i="0" u="none" strike="noStrike" kern="1200" noProof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700" b="0" i="0" u="none" strike="noStrike" kern="1200" noProof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700" b="0" i="0" u="none" strike="noStrike" kern="1200" noProof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913253"/>
                  </a:ext>
                </a:extLst>
              </a:tr>
              <a:tr h="221310">
                <a:tc>
                  <a:txBody>
                    <a:bodyPr/>
                    <a:lstStyle/>
                    <a:p>
                      <a:pPr algn="l" fontAlgn="b"/>
                      <a:r>
                        <a:rPr lang="da-DK" sz="700" b="0" i="0" u="none" strike="noStrike">
                          <a:solidFill>
                            <a:srgbClr val="1F3E77"/>
                          </a:solidFill>
                          <a:effectLst/>
                          <a:latin typeface="Calibri"/>
                        </a:rPr>
                        <a:t>Discover</a:t>
                      </a:r>
                      <a:r>
                        <a:rPr lang="da-DK" sz="700" b="0" i="0" u="none" strike="noStrike" dirty="0">
                          <a:solidFill>
                            <a:srgbClr val="1F3E77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da-DK" sz="700" b="0" i="0" u="none" strike="noStrike">
                          <a:solidFill>
                            <a:srgbClr val="1F3E77"/>
                          </a:solidFill>
                          <a:effectLst/>
                          <a:latin typeface="Calibri"/>
                        </a:rPr>
                        <a:t>Seafood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a-DK" sz="700" b="0" i="0" u="none" strike="noStrike" kern="120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a-DK" sz="700" b="0" i="0" u="none" strike="noStrike" kern="120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da-DK" sz="700" b="0" i="0" u="none" strike="noStrike" kern="120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12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a-DK" sz="700" b="0" i="0" u="none" strike="noStrike" kern="1200">
                          <a:solidFill>
                            <a:srgbClr val="1F3E77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Discover</a:t>
                      </a:r>
                      <a:r>
                        <a:rPr lang="da-DK" sz="700" b="0" i="0" u="none" strike="noStrike" kern="1200" dirty="0">
                          <a:solidFill>
                            <a:srgbClr val="1F3E77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 </a:t>
                      </a:r>
                      <a:r>
                        <a:rPr lang="da-DK" sz="700" b="0" i="0" u="none" strike="noStrike" kern="1200">
                          <a:solidFill>
                            <a:srgbClr val="1F3E77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Seafood</a:t>
                      </a:r>
                      <a:r>
                        <a:rPr lang="da-DK" sz="700" b="0" i="0" u="none" strike="noStrike" kern="1200" dirty="0">
                          <a:solidFill>
                            <a:srgbClr val="1F3E77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 1.5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da-DK" sz="800" b="0" i="0" u="none" strike="noStrike" kern="120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800" b="0" i="0" u="none" strike="noStrike" kern="1200" noProof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800" b="0" i="0" u="none" strike="noStrike" kern="1200" noProof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800" b="0" i="0" u="none" strike="noStrike" kern="1200" noProof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>
                    <a:lnT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800" b="0" i="0" u="none" strike="noStrike" kern="1200" noProof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700" b="0" i="0" u="none" strike="noStrike" kern="1200" noProof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0685517"/>
                  </a:ext>
                </a:extLst>
              </a:tr>
              <a:tr h="273384">
                <a:tc>
                  <a:txBody>
                    <a:bodyPr/>
                    <a:lstStyle/>
                    <a:p>
                      <a:pPr algn="l" fontAlgn="b"/>
                      <a:r>
                        <a:rPr lang="da-DK" sz="700" b="0" i="0" u="none" strike="noStrike" dirty="0">
                          <a:solidFill>
                            <a:srgbClr val="1F3E77"/>
                          </a:solidFill>
                          <a:effectLst/>
                          <a:latin typeface="Calibri"/>
                        </a:rPr>
                        <a:t>Marketing Automation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a-DK" sz="700" b="0" i="0" u="none" strike="noStrike" kern="1200" dirty="0">
                          <a:solidFill>
                            <a:srgbClr val="1F3E77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WhatsApp Channel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da-DK" sz="700" b="0" i="0" u="none" strike="noStrike" kern="120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700" b="0" i="0" u="none" strike="noStrike" kern="1200" dirty="0">
                          <a:solidFill>
                            <a:srgbClr val="1F3E77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Newsletter 1.5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da-DK" sz="700" b="0" i="0" u="none" strike="noStrike" kern="120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da-DK" sz="700" b="0" i="0" u="none" strike="noStrike" kern="120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700" b="0" i="0" u="none" strike="noStrike" kern="1200" dirty="0">
                          <a:solidFill>
                            <a:srgbClr val="1F3E77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Market Roll-out Newsletter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700" b="0" i="0" u="none" strike="noStrike" kern="1200" noProof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700" b="0" i="0" u="none" strike="noStrike" kern="1200" noProof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700" b="0" i="0" u="none" strike="noStrike" kern="1200" dirty="0">
                          <a:solidFill>
                            <a:srgbClr val="1F3E77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Market Roll-out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700" b="0" i="0" u="none" strike="noStrike" kern="1200" dirty="0">
                          <a:solidFill>
                            <a:srgbClr val="1F3E77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Newsletter 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2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700" b="0" i="0" u="none" strike="noStrike" kern="1200" noProof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700" b="0" i="0" u="none" strike="noStrike" kern="1200" noProof="0" dirty="0">
                          <a:solidFill>
                            <a:srgbClr val="1F3E77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The Pond 3.0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700" b="0" i="0" u="none" strike="noStrike" kern="1200" noProof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2213540"/>
                  </a:ext>
                </a:extLst>
              </a:tr>
              <a:tr h="221310">
                <a:tc>
                  <a:txBody>
                    <a:bodyPr/>
                    <a:lstStyle/>
                    <a:p>
                      <a:pPr algn="l" fontAlgn="b"/>
                      <a:r>
                        <a:rPr lang="da-DK" sz="800" b="1" i="0" u="none" strike="noStrike">
                          <a:solidFill>
                            <a:srgbClr val="1F3E77"/>
                          </a:solidFill>
                          <a:effectLst/>
                          <a:latin typeface="Calibri"/>
                        </a:rPr>
                        <a:t>Campaigns</a:t>
                      </a:r>
                      <a:r>
                        <a:rPr lang="da-DK" sz="800" b="1" i="0" u="none" strike="noStrike" dirty="0">
                          <a:solidFill>
                            <a:srgbClr val="1F3E77"/>
                          </a:solidFill>
                          <a:effectLst/>
                          <a:latin typeface="Calibri"/>
                        </a:rPr>
                        <a:t> </a:t>
                      </a:r>
                      <a:endParaRPr lang="da-DK" sz="800" b="1" i="0" u="none" strike="noStrike" dirty="0" err="1">
                        <a:solidFill>
                          <a:srgbClr val="1F3E77"/>
                        </a:solidFill>
                        <a:effectLst/>
                        <a:latin typeface="Calibri"/>
                      </a:endParaRPr>
                    </a:p>
                  </a:txBody>
                  <a:tcPr marL="55769" marR="6197" marT="6197" marB="37179"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a-DK" sz="7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a-DK" sz="7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a-DK" sz="7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a-DK" sz="7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a-DK" sz="7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a-DK" sz="7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a-DK" sz="7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a-DK" sz="7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endParaRPr lang="da-DK" sz="7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endParaRPr lang="da-DK" sz="7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>
                    <a:lnT w="6350" cap="flat" cmpd="sng" algn="ctr">
                      <a:solidFill>
                        <a:srgbClr val="0471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endParaRPr lang="da-DK" sz="7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a-DK" sz="7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187815"/>
                  </a:ext>
                </a:extLst>
              </a:tr>
              <a:tr h="377529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GB" sz="700" b="0" i="0" u="none" strike="noStrike" kern="1200" dirty="0">
                          <a:solidFill>
                            <a:srgbClr val="1F3E77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Vision Elements</a:t>
                      </a:r>
                      <a:endParaRPr lang="da-DK" sz="700" b="0" i="0" u="none" strike="noStrike" kern="1200" dirty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da-DK" sz="700" b="0" i="0" u="none" strike="noStrike">
                        <a:solidFill>
                          <a:schemeClr val="tx2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da-DK" sz="700" b="0" i="0" u="none" strike="noStrike" dirty="0">
                        <a:solidFill>
                          <a:schemeClr val="tx2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da-DK" sz="700" b="0" i="0" u="none" strike="noStrike" dirty="0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da-DK" sz="700" b="0" i="0" u="none" strike="noStrike" dirty="0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a-DK" sz="7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GSR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a-DK" sz="7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GSR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a-DK" sz="7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GSR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da-DK" sz="700" b="0" i="0" u="none" strike="noStrike" noProof="0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endParaRPr lang="da-DK" sz="700" b="0" i="0" u="none" strike="noStrike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endParaRPr lang="da-DK" sz="700" b="0" i="0" u="none" strike="noStrike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a-DK" sz="600" b="0" i="0" u="none" strike="noStrike" noProof="0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Manufactoring Excellence Award</a:t>
                      </a:r>
                      <a:endParaRPr lang="en-US" dirty="0"/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da-DK" sz="700" b="0" i="0" u="none" strike="noStrike">
                        <a:solidFill>
                          <a:schemeClr val="tx2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1563585"/>
                  </a:ext>
                </a:extLst>
              </a:tr>
              <a:tr h="729020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GB" sz="700" b="0" i="0" u="none" strike="noStrike" kern="1200" dirty="0">
                          <a:solidFill>
                            <a:srgbClr val="1F3E77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Brand Image Elements</a:t>
                      </a:r>
                      <a:endParaRPr lang="da-DK" sz="700" b="0" i="0" u="none" strike="noStrike" kern="1200" dirty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a-DK" sz="7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Health videos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a-DK" sz="7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Health videos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da-DK" sz="700" dirty="0">
                        <a:solidFill>
                          <a:schemeClr val="bg1"/>
                        </a:solidFill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a-DK" sz="700" b="0" i="0" u="none" strike="noStrike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Swoosh</a:t>
                      </a:r>
                      <a:endParaRPr lang="da-DK" sz="700">
                        <a:solidFill>
                          <a:schemeClr val="bg1"/>
                        </a:solidFill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600" dirty="0"/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da-DK" sz="700" b="0" i="0" u="none" strike="noStrike" dirty="0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a-DK" sz="7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BFBFBF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a-DK" sz="700" b="0" i="0" u="none" strike="noStrike" noProof="0">
                          <a:solidFill>
                            <a:srgbClr val="FFFFFF"/>
                          </a:solidFill>
                          <a:effectLst/>
                          <a:highlight>
                            <a:srgbClr val="0070C0"/>
                          </a:highlight>
                          <a:latin typeface="Arial"/>
                          <a:cs typeface="Arial"/>
                        </a:rPr>
                        <a:t>BFBFBF</a:t>
                      </a:r>
                      <a:endParaRPr lang="en-US"/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600" dirty="0"/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3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600" dirty="0"/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da-DK" sz="600" b="0" i="0" u="none" strike="noStrike" baseline="0" noProof="0" dirty="0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da-DK" sz="600" b="0" i="0" u="none" strike="noStrike" dirty="0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1502836"/>
                  </a:ext>
                </a:extLst>
              </a:tr>
              <a:tr h="273384">
                <a:tc>
                  <a:txBody>
                    <a:bodyPr/>
                    <a:lstStyle/>
                    <a:p>
                      <a:pPr marL="0" algn="l" defTabSz="914400" rtl="0" eaLnBrk="1" fontAlgn="b" latinLnBrk="0" hangingPunct="1"/>
                      <a:r>
                        <a:rPr lang="en-GB" sz="700" b="0" i="0" u="none" strike="noStrike" kern="1200" dirty="0">
                          <a:solidFill>
                            <a:srgbClr val="1F3E77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Commercial Elements</a:t>
                      </a:r>
                      <a:endParaRPr lang="da-DK" sz="700" b="0" i="0" u="none" strike="noStrike" kern="1200" dirty="0">
                        <a:solidFill>
                          <a:srgbClr val="1F3E77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a-DK" sz="700" b="0" i="0" u="none" strike="noStrike" noProof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SmartCare</a:t>
                      </a:r>
                      <a:endParaRPr lang="en-US" sz="1600"/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a-DK" sz="700" b="0" i="0" u="none" strike="noStrike" noProof="0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SmartCare</a:t>
                      </a:r>
                      <a:endParaRPr lang="en-US" sz="1600" dirty="0"/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700" b="0" i="0" u="none" strike="noStrike" dirty="0">
                        <a:solidFill>
                          <a:schemeClr val="tx2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da-DK" sz="700">
                        <a:solidFill>
                          <a:schemeClr val="tx2"/>
                        </a:solidFill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da-DK" sz="700" b="0" i="0" u="none" strike="noStrike" noProof="0">
                        <a:solidFill>
                          <a:schemeClr val="tx2"/>
                        </a:solidFill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a-DK" sz="700" b="0" i="0" u="none" strike="noStrike" noProof="0">
                          <a:solidFill>
                            <a:schemeClr val="bg1"/>
                          </a:solidFill>
                          <a:latin typeface="Arial"/>
                          <a:cs typeface="Arial"/>
                        </a:rPr>
                        <a:t>Grower Campaign</a:t>
                      </a:r>
                      <a:endParaRPr lang="en-US"/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da-DK" sz="700" b="0" i="0" u="none" strike="noStrike" noProof="0" dirty="0">
                        <a:solidFill>
                          <a:schemeClr val="tx2"/>
                        </a:solidFill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sz="700" b="0" i="0" u="none" strike="noStrike" noProof="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a-DK" sz="700">
                          <a:solidFill>
                            <a:schemeClr val="bg1"/>
                          </a:solidFill>
                          <a:latin typeface="Arial"/>
                        </a:rPr>
                        <a:t>Formulation</a:t>
                      </a:r>
                      <a:r>
                        <a:rPr lang="da-DK" sz="700" dirty="0">
                          <a:solidFill>
                            <a:schemeClr val="bg1"/>
                          </a:solidFill>
                          <a:latin typeface="Arial"/>
                        </a:rPr>
                        <a:t> </a:t>
                      </a:r>
                      <a:r>
                        <a:rPr lang="da-DK" sz="700">
                          <a:solidFill>
                            <a:schemeClr val="bg1"/>
                          </a:solidFill>
                          <a:latin typeface="Arial"/>
                        </a:rPr>
                        <a:t>Concept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3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7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Formulation Concept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GB" sz="700" b="0" i="0" u="none" strike="noStrike" dirty="0">
                        <a:solidFill>
                          <a:schemeClr val="tx2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da-DK" sz="700" b="0" i="0" u="none" strike="noStrike">
                        <a:solidFill>
                          <a:schemeClr val="tx2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4521717"/>
                  </a:ext>
                </a:extLst>
              </a:tr>
              <a:tr h="221310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1" i="0" u="none" strike="noStrike" dirty="0">
                          <a:solidFill>
                            <a:srgbClr val="1F3E77"/>
                          </a:solidFill>
                          <a:effectLst/>
                          <a:latin typeface="Calibri"/>
                        </a:rPr>
                        <a:t>Social Media</a:t>
                      </a:r>
                    </a:p>
                  </a:txBody>
                  <a:tcPr marL="55769" marR="6197" marT="6197" marB="37179"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a-DK" sz="7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a-DK" sz="7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a-DK" sz="7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a-DK" sz="7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a-DK" sz="7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a-DK" sz="7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a-DK" sz="7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a-DK" sz="7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endParaRPr lang="da-DK" sz="7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endParaRPr lang="da-DK" sz="7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endParaRPr lang="da-DK" sz="7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da-DK" sz="700" b="1" i="0" u="none" strike="noStrike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E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1682192"/>
                  </a:ext>
                </a:extLst>
              </a:tr>
              <a:tr h="221310">
                <a:tc>
                  <a:txBody>
                    <a:bodyPr/>
                    <a:lstStyle/>
                    <a:p>
                      <a:pPr algn="l" fontAlgn="b"/>
                      <a:r>
                        <a:rPr lang="da-DK" sz="800" b="0" i="0" u="none" strike="noStrike" dirty="0">
                          <a:solidFill>
                            <a:srgbClr val="1F3E77"/>
                          </a:solidFill>
                          <a:effectLst/>
                          <a:latin typeface="Calibri"/>
                        </a:rPr>
                        <a:t>Vision</a:t>
                      </a:r>
                    </a:p>
                  </a:txBody>
                  <a:tcPr marL="111537" marR="6197" marT="6197" marB="37179"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da-DK" sz="700" b="0" i="0" u="none" strike="noStrike">
                        <a:solidFill>
                          <a:srgbClr val="FF0000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da-DK" sz="700" b="0" i="0" u="none" strike="noStrike">
                        <a:solidFill>
                          <a:srgbClr val="FF0000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da-DK" sz="700" b="0" i="0" u="none" strike="noStrike" err="1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700" b="0" i="0" u="none" strike="noStrike" noProof="0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Launch + CA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700" b="0" i="0" u="none" strike="noStrike" noProof="0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CA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7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 CR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da-DK" sz="7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EP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da-DK" sz="700" b="0" i="0" u="none" strike="noStrike">
                        <a:solidFill>
                          <a:schemeClr val="accent1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endParaRPr lang="da-DK" sz="700" b="0" i="0" u="none" strike="noStrike">
                        <a:solidFill>
                          <a:schemeClr val="accent1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endParaRPr lang="da-DK" sz="700" b="0" i="0" u="none" strike="noStrike" dirty="0">
                        <a:solidFill>
                          <a:schemeClr val="accent1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da-DK" sz="700" b="0" i="0" u="none" strike="noStrike" noProof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da-DK" sz="700" b="0" i="0" u="none" strike="noStrike">
                        <a:solidFill>
                          <a:schemeClr val="accent1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3004362"/>
                  </a:ext>
                </a:extLst>
              </a:tr>
              <a:tr h="651268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 dirty="0">
                          <a:solidFill>
                            <a:srgbClr val="1F3E77"/>
                          </a:solidFill>
                          <a:effectLst/>
                          <a:latin typeface="Calibri"/>
                        </a:rPr>
                        <a:t>Brand Image</a:t>
                      </a:r>
                    </a:p>
                  </a:txBody>
                  <a:tcPr marL="111537" marR="6197" marT="6197" marB="37179"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da-DK" sz="700" b="0" i="0" u="none" strike="noStrike" dirty="0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7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BioFarm </a:t>
                      </a:r>
                      <a:r>
                        <a:rPr lang="da-DK" sz="7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Campaign</a:t>
                      </a:r>
                      <a:r>
                        <a:rPr lang="da-DK" sz="7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da-DK" sz="7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Round</a:t>
                      </a:r>
                      <a:r>
                        <a:rPr lang="da-DK" sz="7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 2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7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BioFarm </a:t>
                      </a:r>
                      <a:r>
                        <a:rPr lang="da-DK" sz="7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Campaign</a:t>
                      </a:r>
                      <a:r>
                        <a:rPr lang="da-DK" sz="7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da-DK" sz="7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Round</a:t>
                      </a:r>
                      <a:r>
                        <a:rPr lang="da-DK" sz="7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 2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buClr>
                          <a:srgbClr val="575756"/>
                        </a:buClr>
                        <a:buNone/>
                      </a:pPr>
                      <a:endParaRPr lang="da-DK" sz="700" b="0" i="0" u="none" strike="noStrike" noProof="0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a-DK" sz="7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ISFNF (Driven by Innovation)</a:t>
                      </a:r>
                      <a:endParaRPr lang="en-US" sz="1600" dirty="0"/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GB" sz="700" b="0" i="0" u="none" strike="noStrike" dirty="0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da-DK" sz="700" b="0" i="0" u="none" strike="noStrike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da-DK" sz="700" b="0" i="0" u="none" strike="noStrike" noProof="0" dirty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Community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700" b="0" i="0" u="none" strike="noStrike" noProof="0">
                          <a:solidFill>
                            <a:schemeClr val="bg1"/>
                          </a:solidFill>
                          <a:effectLst/>
                        </a:rPr>
                        <a:t>Behind</a:t>
                      </a:r>
                      <a:r>
                        <a:rPr lang="da-DK" sz="700" b="0" i="0" u="none" strike="noStrike" noProof="0" dirty="0">
                          <a:solidFill>
                            <a:schemeClr val="bg1"/>
                          </a:solidFill>
                          <a:effectLst/>
                        </a:rPr>
                        <a:t> the Feed</a:t>
                      </a:r>
                      <a:endParaRPr lang="en-US" sz="1600" dirty="0"/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700" b="0" i="0" u="none" strike="noStrike" noProof="0">
                          <a:solidFill>
                            <a:schemeClr val="bg1"/>
                          </a:solidFill>
                          <a:effectLst/>
                        </a:rPr>
                        <a:t>Behind</a:t>
                      </a:r>
                      <a:r>
                        <a:rPr lang="da-DK" sz="700" b="0" i="0" u="none" strike="noStrike" noProof="0" dirty="0">
                          <a:solidFill>
                            <a:schemeClr val="bg1"/>
                          </a:solidFill>
                          <a:effectLst/>
                        </a:rPr>
                        <a:t> the Feed</a:t>
                      </a:r>
                      <a:endParaRPr lang="en-US" sz="1600" dirty="0"/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700" b="0" i="0" u="none" strike="noStrike" noProof="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Sustainable Nutrition </a:t>
                      </a:r>
                      <a:r>
                        <a:rPr lang="da-DK" sz="700" b="0" i="0" u="none" strike="noStrike" noProof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Campaign</a:t>
                      </a:r>
                      <a:r>
                        <a:rPr lang="da-DK" sz="700" b="0" i="0" u="none" strike="noStrike" noProof="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 </a:t>
                      </a:r>
                      <a:endParaRPr lang="da-DK" sz="700" b="0" i="0" u="none" strike="noStrike" noProof="0" dirty="0">
                        <a:solidFill>
                          <a:srgbClr val="575756"/>
                        </a:solidFill>
                        <a:effectLst/>
                        <a:latin typeface="+mn-lt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700" b="0" i="0" u="none" strike="noStrike" noProof="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Sustainable Nutrition </a:t>
                      </a:r>
                      <a:r>
                        <a:rPr lang="da-DK" sz="700" b="0" i="0" u="none" strike="noStrike" noProof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Campaign</a:t>
                      </a:r>
                      <a:r>
                        <a:rPr lang="da-DK" sz="700" b="0" i="0" u="none" strike="noStrike" noProof="0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 </a:t>
                      </a:r>
                      <a:endParaRPr lang="da-DK" sz="700" b="0" i="0" u="none" strike="noStrike" noProof="0" dirty="0">
                        <a:solidFill>
                          <a:srgbClr val="575756"/>
                        </a:solidFill>
                        <a:effectLst/>
                        <a:latin typeface="+mn-lt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6772940"/>
                  </a:ext>
                </a:extLst>
              </a:tr>
              <a:tr h="221310">
                <a:tc>
                  <a:txBody>
                    <a:bodyPr/>
                    <a:lstStyle/>
                    <a:p>
                      <a:pPr algn="l" fontAlgn="b"/>
                      <a:r>
                        <a:rPr lang="en-GB" sz="8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"/>
                        </a:rPr>
                        <a:t>Commercial</a:t>
                      </a:r>
                    </a:p>
                  </a:txBody>
                  <a:tcPr marL="111537" marR="6197" marT="6197" marB="37179"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da-DK" sz="700" b="0" i="0" u="none" strike="noStrike" dirty="0">
                        <a:solidFill>
                          <a:schemeClr val="accent1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da-DK" sz="700" b="0" i="0" u="none" strike="noStrike" dirty="0">
                        <a:solidFill>
                          <a:schemeClr val="accent1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7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International Women Day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da-DK" sz="700" b="0" i="0" u="none" strike="noStrike" dirty="0">
                        <a:solidFill>
                          <a:schemeClr val="accent1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da-DK" sz="700" b="0" i="0" u="none" strike="noStrike">
                        <a:solidFill>
                          <a:schemeClr val="accent1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da-DK" sz="700" b="0" i="0" u="none" strike="noStrike" dirty="0">
                        <a:solidFill>
                          <a:schemeClr val="accent1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da-DK" sz="700" b="0" i="0" u="none" strike="noStrike">
                        <a:solidFill>
                          <a:schemeClr val="accent1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da-DK" sz="700" b="0" i="0" u="none" strike="noStrike" noProof="0">
                        <a:solidFill>
                          <a:schemeClr val="accent1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endParaRPr lang="da-DK" sz="700" b="0" i="0" u="none" strike="noStrike" baseline="0" noProof="0" dirty="0">
                        <a:solidFill>
                          <a:srgbClr val="1F3E77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3"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da-DK" sz="700" b="0" i="0" u="none" strike="noStrike">
                        <a:solidFill>
                          <a:schemeClr val="accent1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International Day of the Child</a:t>
                      </a: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da-DK" sz="700" b="0" i="0" u="none" strike="noStrike" dirty="0">
                        <a:solidFill>
                          <a:schemeClr val="accent1"/>
                        </a:solidFill>
                        <a:effectLst/>
                        <a:latin typeface="Arial"/>
                      </a:endParaRPr>
                    </a:p>
                  </a:txBody>
                  <a:tcPr marL="6197" marR="6197" marT="6197" marB="37179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03625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88411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A93DCAF-D84A-EEC1-7A28-819B8D02C6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8145AC3-70D3-B921-3097-CFC1C2C6A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Budgets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4B5776-87B1-AFC0-5E93-C9F111F65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Powered by Partnership. Driven by Innovation. 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F891CC-9179-7989-5D96-E5A8D6E0E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17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0972845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B80E3E1-69E3-4C68-82AB-8768CAD053C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9F8F6E-E4E6-4E1E-9DB8-BFD3CC6FD4A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18</a:t>
            </a:fld>
            <a:endParaRPr lang="en-GB" noProof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49A0FF1-50D7-692D-81F2-45140142219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869450105"/>
      </p:ext>
    </p:extLst>
  </p:cSld>
  <p:clrMapOvr>
    <a:masterClrMapping/>
  </p:clrMapOvr>
</p:sld>
</file>

<file path=ppt/theme/theme1.xml><?xml version="1.0" encoding="utf-8"?>
<a:theme xmlns:a="http://schemas.openxmlformats.org/drawingml/2006/main" name="BioMar">
  <a:themeElements>
    <a:clrScheme name="FINAL BIOMAR">
      <a:dk1>
        <a:srgbClr val="575756"/>
      </a:dk1>
      <a:lt1>
        <a:srgbClr val="FFFFFF"/>
      </a:lt1>
      <a:dk2>
        <a:srgbClr val="1F3E77"/>
      </a:dk2>
      <a:lt2>
        <a:srgbClr val="C3E4EF"/>
      </a:lt2>
      <a:accent1>
        <a:srgbClr val="1F3E77"/>
      </a:accent1>
      <a:accent2>
        <a:srgbClr val="0471AD"/>
      </a:accent2>
      <a:accent3>
        <a:srgbClr val="92CEE8"/>
      </a:accent3>
      <a:accent4>
        <a:srgbClr val="C3E4EF"/>
      </a:accent4>
      <a:accent5>
        <a:srgbClr val="97D130"/>
      </a:accent5>
      <a:accent6>
        <a:srgbClr val="DD6928"/>
      </a:accent6>
      <a:hlink>
        <a:srgbClr val="0471AD"/>
      </a:hlink>
      <a:folHlink>
        <a:srgbClr val="9D9D9D"/>
      </a:folHlink>
    </a:clrScheme>
    <a:fontScheme name="BioMar">
      <a:majorFont>
        <a:latin typeface="Arial"/>
        <a:ea typeface="DengXian"/>
        <a:cs typeface=""/>
      </a:majorFont>
      <a:minorFont>
        <a:latin typeface="Arial"/>
        <a:ea typeface="DengXia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noAutofit/>
      </a:bodyPr>
      <a:lstStyle>
        <a:defPPr algn="l">
          <a:defRPr dirty="0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ioMar Widescreen Template" id="{8F6E564C-46D2-4DAB-82F2-3CB6BC15E008}" vid="{AA6A5631-759D-4789-BEA0-37960A8092AA}"/>
    </a:ext>
  </a:extLst>
</a:theme>
</file>

<file path=ppt/theme/theme2.xml><?xml version="1.0" encoding="utf-8"?>
<a:theme xmlns:a="http://schemas.openxmlformats.org/drawingml/2006/main" name="1_BioMar">
  <a:themeElements>
    <a:clrScheme name="FINAL BIOMAR">
      <a:dk1>
        <a:srgbClr val="575756"/>
      </a:dk1>
      <a:lt1>
        <a:srgbClr val="FFFFFF"/>
      </a:lt1>
      <a:dk2>
        <a:srgbClr val="1F3E77"/>
      </a:dk2>
      <a:lt2>
        <a:srgbClr val="C3E4EF"/>
      </a:lt2>
      <a:accent1>
        <a:srgbClr val="1F3E77"/>
      </a:accent1>
      <a:accent2>
        <a:srgbClr val="0471AD"/>
      </a:accent2>
      <a:accent3>
        <a:srgbClr val="92CEE8"/>
      </a:accent3>
      <a:accent4>
        <a:srgbClr val="C3E4EF"/>
      </a:accent4>
      <a:accent5>
        <a:srgbClr val="97D130"/>
      </a:accent5>
      <a:accent6>
        <a:srgbClr val="DD6928"/>
      </a:accent6>
      <a:hlink>
        <a:srgbClr val="0471AD"/>
      </a:hlink>
      <a:folHlink>
        <a:srgbClr val="9D9D9D"/>
      </a:folHlink>
    </a:clrScheme>
    <a:fontScheme name="BioMar">
      <a:majorFont>
        <a:latin typeface="Arial"/>
        <a:ea typeface="DengXian"/>
        <a:cs typeface=""/>
      </a:majorFont>
      <a:minorFont>
        <a:latin typeface="Arial"/>
        <a:ea typeface="DengXia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noAutofit/>
      </a:bodyPr>
      <a:lstStyle>
        <a:defPPr algn="l">
          <a:defRPr dirty="0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ioMar Widescreen Template" id="{8F6E564C-46D2-4DAB-82F2-3CB6BC15E008}" vid="{AA6A5631-759D-4789-BEA0-37960A8092A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9F22A88B03891499CA2E030A787E0F8" ma:contentTypeVersion="18" ma:contentTypeDescription="Opret et nyt dokument." ma:contentTypeScope="" ma:versionID="fbfe75c7c472daceaebec51665dd35c4">
  <xsd:schema xmlns:xsd="http://www.w3.org/2001/XMLSchema" xmlns:xs="http://www.w3.org/2001/XMLSchema" xmlns:p="http://schemas.microsoft.com/office/2006/metadata/properties" xmlns:ns2="06cb7051-c7c6-44c0-af61-9813c784cbe1" xmlns:ns3="3cdbaa95-48e7-4af6-ba46-b4955525a9b2" targetNamespace="http://schemas.microsoft.com/office/2006/metadata/properties" ma:root="true" ma:fieldsID="a2d904703cb41415f99027e530e43c82" ns2:_="" ns3:_="">
    <xsd:import namespace="06cb7051-c7c6-44c0-af61-9813c784cbe1"/>
    <xsd:import namespace="3cdbaa95-48e7-4af6-ba46-b4955525a9b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Location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cb7051-c7c6-44c0-af61-9813c784cb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Billedmærker" ma:readOnly="false" ma:fieldId="{5cf76f15-5ced-4ddc-b409-7134ff3c332f}" ma:taxonomyMulti="true" ma:sspId="2967be40-489f-441b-9de2-f3c93b7bd15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dbaa95-48e7-4af6-ba46-b4955525a9b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lt med detaljer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6cb7051-c7c6-44c0-af61-9813c784cbe1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034A94-4C42-4A22-82FD-D57CC7895F08}"/>
</file>

<file path=customXml/itemProps2.xml><?xml version="1.0" encoding="utf-8"?>
<ds:datastoreItem xmlns:ds="http://schemas.openxmlformats.org/officeDocument/2006/customXml" ds:itemID="{46373A6C-AA7C-40D6-9F3C-3A64C8BE1B7A}">
  <ds:schemaRefs>
    <ds:schemaRef ds:uri="http://purl.org/dc/elements/1.1/"/>
    <ds:schemaRef ds:uri="http://schemas.openxmlformats.org/package/2006/metadata/core-properties"/>
    <ds:schemaRef ds:uri="http://schemas.microsoft.com/office/infopath/2007/PartnerControls"/>
    <ds:schemaRef ds:uri="http://schemas.microsoft.com/office/2006/documentManagement/types"/>
    <ds:schemaRef ds:uri="06cb7051-c7c6-44c0-af61-9813c784cbe1"/>
    <ds:schemaRef ds:uri="3cdbaa95-48e7-4af6-ba46-b4955525a9b2"/>
    <ds:schemaRef ds:uri="http://purl.org/dc/dcmitype/"/>
    <ds:schemaRef ds:uri="http://schemas.microsoft.com/office/2006/metadata/properties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5902F472-6351-4B2E-883B-22688820701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BioMar Widescreen Template</Template>
  <TotalTime>11822</TotalTime>
  <Words>491</Words>
  <Application>Microsoft Office PowerPoint</Application>
  <PresentationFormat>Widescreen</PresentationFormat>
  <Paragraphs>183</Paragraphs>
  <Slides>18</Slides>
  <Notes>2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BioMar</vt:lpstr>
      <vt:lpstr>1_BioMar</vt:lpstr>
      <vt:lpstr>Global and Group Marketing</vt:lpstr>
      <vt:lpstr>What is Global Marketing and Branding</vt:lpstr>
      <vt:lpstr>Our 3 working areas</vt:lpstr>
      <vt:lpstr>Marketing Organisation</vt:lpstr>
      <vt:lpstr>Global Marketing</vt:lpstr>
      <vt:lpstr>PowerPoint Presentation</vt:lpstr>
      <vt:lpstr>Marketing Stakeholders</vt:lpstr>
      <vt:lpstr>Our Group Function Stakeholders</vt:lpstr>
      <vt:lpstr>Some of our key stakeholders around the world</vt:lpstr>
      <vt:lpstr>Marketing Meetings</vt:lpstr>
      <vt:lpstr>Regular meetings</vt:lpstr>
      <vt:lpstr>Special meetings</vt:lpstr>
      <vt:lpstr>How we communicate</vt:lpstr>
      <vt:lpstr>Channels</vt:lpstr>
      <vt:lpstr>Global Marketing Plan </vt:lpstr>
      <vt:lpstr>Global </vt:lpstr>
      <vt:lpstr>Budgets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Marketing 2023</dc:title>
  <dc:creator>Katherine Bryar</dc:creator>
  <cp:lastModifiedBy>Matthew Evans</cp:lastModifiedBy>
  <cp:revision>129</cp:revision>
  <dcterms:created xsi:type="dcterms:W3CDTF">2022-10-12T07:45:40Z</dcterms:created>
  <dcterms:modified xsi:type="dcterms:W3CDTF">2026-06-16T07:51:18Z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0x010100C9F22A88B03891499CA2E030A787E0F8</vt:lpwstr>
  </property>
  <property fmtid="{D5CDD505-2E9C-101B-9397-08002B2CF9AE}" pid="3" name="MediaServiceImageTags">
    <vt:lpwstr/>
  </property>
</Properties>
</file>