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265" r:id="rId19"/>
    <p:sldId id="406" r:id="rId20"/>
    <p:sldId id="403" r:id="rId21"/>
    <p:sldId id="388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23" Type="http://schemas.openxmlformats.org/officeDocument/2006/relationships/slide" Target="slides/slide19.xml"/><Relationship Id="rId19" Type="http://schemas.openxmlformats.org/officeDocument/2006/relationships/slide" Target="slides/slide15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8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hyperlink" Target="mailto:design@biomar.com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9.svg"/><Relationship Id="rId11" Type="http://schemas.openxmlformats.org/officeDocument/2006/relationships/image" Target="../media/image54.svg"/><Relationship Id="rId5" Type="http://schemas.openxmlformats.org/officeDocument/2006/relationships/image" Target="../media/image27.svg"/><Relationship Id="rId10" Type="http://schemas.openxmlformats.org/officeDocument/2006/relationships/image" Target="../media/image53.svg"/><Relationship Id="rId4" Type="http://schemas.openxmlformats.org/officeDocument/2006/relationships/image" Target="../media/image26.svg"/><Relationship Id="rId9" Type="http://schemas.openxmlformats.org/officeDocument/2006/relationships/image" Target="../media/image5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design@biomar.com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C732E-29AE-D827-475A-62C7AFB90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D0679C-EA8E-7EA0-CDDD-AFD5A38F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to Finish Process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6703D-9F45-5C07-6F39-FBC991E4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01996-655B-F980-698A-14696BF2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4993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604F0-AF8E-B136-D00F-2BE0B68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Design Hub Process</a:t>
            </a:r>
            <a:endParaRPr lang="en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E9441-C026-B669-788A-63CF135310D8}"/>
              </a:ext>
            </a:extLst>
          </p:cNvPr>
          <p:cNvSpPr/>
          <p:nvPr/>
        </p:nvSpPr>
        <p:spPr>
          <a:xfrm>
            <a:off x="3662101" y="3248651"/>
            <a:ext cx="1953846" cy="672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GB" sz="1467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C6C04F-A2A8-CD5F-04EE-1F7CAD79EED7}"/>
              </a:ext>
            </a:extLst>
          </p:cNvPr>
          <p:cNvGrpSpPr/>
          <p:nvPr/>
        </p:nvGrpSpPr>
        <p:grpSpPr>
          <a:xfrm>
            <a:off x="91062" y="1454490"/>
            <a:ext cx="2342439" cy="1657568"/>
            <a:chOff x="91062" y="1454490"/>
            <a:chExt cx="2342439" cy="1657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D47D13-36CB-AE98-23F8-3D1E634F1AEC}"/>
                </a:ext>
              </a:extLst>
            </p:cNvPr>
            <p:cNvSpPr/>
            <p:nvPr/>
          </p:nvSpPr>
          <p:spPr>
            <a:xfrm>
              <a:off x="91062" y="2439983"/>
              <a:ext cx="234243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Fill out Brief form and send via email to 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design@biomar.com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algn="ctr"/>
              <a:r>
                <a:rPr lang="en-GB" sz="1200" i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(Template Provided)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BCAEDAF-E718-83C7-8C9A-729C2DA9A8C8}"/>
                </a:ext>
              </a:extLst>
            </p:cNvPr>
            <p:cNvGrpSpPr/>
            <p:nvPr/>
          </p:nvGrpSpPr>
          <p:grpSpPr>
            <a:xfrm>
              <a:off x="775386" y="1454490"/>
              <a:ext cx="973790" cy="947580"/>
              <a:chOff x="4152522" y="1960193"/>
              <a:chExt cx="1124096" cy="1093840"/>
            </a:xfrm>
          </p:grpSpPr>
          <p:pic>
            <p:nvPicPr>
              <p:cNvPr id="14" name="Graphic 13" descr="Pencil">
                <a:extLst>
                  <a:ext uri="{FF2B5EF4-FFF2-40B4-BE49-F238E27FC236}">
                    <a16:creationId xmlns:a16="http://schemas.microsoft.com/office/drawing/2014/main" id="{A3CD5A9B-2E10-2316-4CB0-BD4F762DA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62218" y="21396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EA246C5A-CA75-3909-5F7A-6A3392244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152522" y="196019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2491BF-7757-0475-D697-5166B4887AA7}"/>
              </a:ext>
            </a:extLst>
          </p:cNvPr>
          <p:cNvGrpSpPr/>
          <p:nvPr/>
        </p:nvGrpSpPr>
        <p:grpSpPr>
          <a:xfrm>
            <a:off x="429913" y="4472355"/>
            <a:ext cx="2571533" cy="1793251"/>
            <a:chOff x="429913" y="4472355"/>
            <a:chExt cx="2571533" cy="17932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C7AF08-8745-0251-0860-D9A289814A5B}"/>
                </a:ext>
              </a:extLst>
            </p:cNvPr>
            <p:cNvSpPr/>
            <p:nvPr/>
          </p:nvSpPr>
          <p:spPr>
            <a:xfrm>
              <a:off x="429913" y="5593531"/>
              <a:ext cx="2571533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Review Brief, input to Design Hub, tag contact person and inform via email. </a:t>
              </a:r>
              <a:r>
                <a:rPr lang="en-US" sz="1200" i="1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(Request any missing information or seek clarifications).</a:t>
              </a:r>
            </a:p>
          </p:txBody>
        </p:sp>
        <p:pic>
          <p:nvPicPr>
            <p:cNvPr id="57" name="Graphic 56" descr="Programmer female with solid fill">
              <a:extLst>
                <a:ext uri="{FF2B5EF4-FFF2-40B4-BE49-F238E27FC236}">
                  <a16:creationId xmlns:a16="http://schemas.microsoft.com/office/drawing/2014/main" id="{9B1B398F-408C-EEFE-99B7-2FD7238B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480" y="4472355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109152-2A23-968D-F246-1CD5F3FE7331}"/>
              </a:ext>
            </a:extLst>
          </p:cNvPr>
          <p:cNvSpPr/>
          <p:nvPr/>
        </p:nvSpPr>
        <p:spPr>
          <a:xfrm>
            <a:off x="474750" y="298240"/>
            <a:ext cx="1995055" cy="32142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Marketing/User</a:t>
            </a:r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243FDD-9CB5-0310-7D35-762A9C40D6D2}"/>
              </a:ext>
            </a:extLst>
          </p:cNvPr>
          <p:cNvSpPr/>
          <p:nvPr/>
        </p:nvSpPr>
        <p:spPr>
          <a:xfrm>
            <a:off x="474750" y="702792"/>
            <a:ext cx="1995055" cy="3214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Hub</a:t>
            </a:r>
            <a:endParaRPr lang="en-DK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C4BFC-FAFF-7C40-A0B0-5EDDE8AC53F6}"/>
              </a:ext>
            </a:extLst>
          </p:cNvPr>
          <p:cNvGrpSpPr/>
          <p:nvPr/>
        </p:nvGrpSpPr>
        <p:grpSpPr>
          <a:xfrm>
            <a:off x="3314235" y="4640288"/>
            <a:ext cx="2258099" cy="1642840"/>
            <a:chOff x="3314235" y="4640288"/>
            <a:chExt cx="2258099" cy="1642840"/>
          </a:xfrm>
        </p:grpSpPr>
        <p:pic>
          <p:nvPicPr>
            <p:cNvPr id="70" name="Graphic 69" descr="Email with solid fill">
              <a:extLst>
                <a:ext uri="{FF2B5EF4-FFF2-40B4-BE49-F238E27FC236}">
                  <a16:creationId xmlns:a16="http://schemas.microsoft.com/office/drawing/2014/main" id="{D467E51C-8B5A-988C-0E72-E0D0E3A6A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0051" y="4640288"/>
              <a:ext cx="746467" cy="7464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E2B6C-970B-6AAC-F70B-FBE434CCA2FF}"/>
                </a:ext>
              </a:extLst>
            </p:cNvPr>
            <p:cNvSpPr/>
            <p:nvPr/>
          </p:nvSpPr>
          <p:spPr>
            <a:xfrm>
              <a:off x="3314235" y="5611053"/>
              <a:ext cx="225809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 drafts via email following the same thread. Paths for files or links for videos.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0462F3-4110-2287-A552-8AD399E3A16D}"/>
              </a:ext>
            </a:extLst>
          </p:cNvPr>
          <p:cNvGrpSpPr/>
          <p:nvPr/>
        </p:nvGrpSpPr>
        <p:grpSpPr>
          <a:xfrm>
            <a:off x="4780370" y="1608052"/>
            <a:ext cx="2625576" cy="1698624"/>
            <a:chOff x="4780370" y="1608052"/>
            <a:chExt cx="2625576" cy="169862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BBD78-1347-2A67-456E-4334B8604091}"/>
                </a:ext>
              </a:extLst>
            </p:cNvPr>
            <p:cNvSpPr/>
            <p:nvPr/>
          </p:nvSpPr>
          <p:spPr>
            <a:xfrm>
              <a:off x="4780370" y="2634601"/>
              <a:ext cx="262557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Feedback submitted is relevant to the media type. Inform Design Hub via email that feedback has been given.</a:t>
              </a:r>
            </a:p>
          </p:txBody>
        </p:sp>
        <p:pic>
          <p:nvPicPr>
            <p:cNvPr id="24" name="Graphic 23" descr="Speech with solid fill">
              <a:extLst>
                <a:ext uri="{FF2B5EF4-FFF2-40B4-BE49-F238E27FC236}">
                  <a16:creationId xmlns:a16="http://schemas.microsoft.com/office/drawing/2014/main" id="{39C71223-9A28-FB57-4EC5-CC4739D2D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5958" y="1608052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86C6D-D04D-3633-054D-9974179F23B1}"/>
              </a:ext>
            </a:extLst>
          </p:cNvPr>
          <p:cNvGrpSpPr/>
          <p:nvPr/>
        </p:nvGrpSpPr>
        <p:grpSpPr>
          <a:xfrm>
            <a:off x="6811795" y="4748660"/>
            <a:ext cx="1845912" cy="1600913"/>
            <a:chOff x="6811795" y="4748660"/>
            <a:chExt cx="1845912" cy="1600913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3A2233D-0C77-4DE5-1C10-26581EAA9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5946" y="4748660"/>
              <a:ext cx="657610" cy="65761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B52FE-1D47-BB6B-FF86-9EE671DCE24F}"/>
                </a:ext>
              </a:extLst>
            </p:cNvPr>
            <p:cNvSpPr/>
            <p:nvPr/>
          </p:nvSpPr>
          <p:spPr>
            <a:xfrm>
              <a:off x="6811795" y="5677498"/>
              <a:ext cx="1845912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 based on feedback and submit final files.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213C8E-FBDD-DE4B-9850-8A5F54A403EC}"/>
              </a:ext>
            </a:extLst>
          </p:cNvPr>
          <p:cNvGrpSpPr/>
          <p:nvPr/>
        </p:nvGrpSpPr>
        <p:grpSpPr>
          <a:xfrm>
            <a:off x="10069754" y="4640288"/>
            <a:ext cx="1748166" cy="1726807"/>
            <a:chOff x="10069754" y="4640288"/>
            <a:chExt cx="1748166" cy="17268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75DE4F-B4A6-B02E-F9DD-44C4F6BD1746}"/>
                </a:ext>
              </a:extLst>
            </p:cNvPr>
            <p:cNvSpPr/>
            <p:nvPr/>
          </p:nvSpPr>
          <p:spPr>
            <a:xfrm>
              <a:off x="10069754" y="5695020"/>
              <a:ext cx="174816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 task and move card to Completed tab.</a:t>
              </a:r>
            </a:p>
          </p:txBody>
        </p:sp>
        <p:pic>
          <p:nvPicPr>
            <p:cNvPr id="50" name="Graphic 49" descr="Checkbox Checked with solid fill">
              <a:extLst>
                <a:ext uri="{FF2B5EF4-FFF2-40B4-BE49-F238E27FC236}">
                  <a16:creationId xmlns:a16="http://schemas.microsoft.com/office/drawing/2014/main" id="{B0CB8E7B-D0F2-E3A1-63FF-E6F30B402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86637" y="4640288"/>
              <a:ext cx="914400" cy="9144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AA822F-DD60-52E3-693F-832066F60141}"/>
              </a:ext>
            </a:extLst>
          </p:cNvPr>
          <p:cNvGrpSpPr/>
          <p:nvPr/>
        </p:nvGrpSpPr>
        <p:grpSpPr>
          <a:xfrm>
            <a:off x="8000955" y="1642163"/>
            <a:ext cx="2625576" cy="1664513"/>
            <a:chOff x="8000955" y="1642163"/>
            <a:chExt cx="2625576" cy="166451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AFE871-7894-1C28-A870-1374D6514115}"/>
                </a:ext>
              </a:extLst>
            </p:cNvPr>
            <p:cNvSpPr/>
            <p:nvPr/>
          </p:nvSpPr>
          <p:spPr>
            <a:xfrm>
              <a:off x="8000955" y="2634601"/>
              <a:ext cx="262557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 final files and inform Design Hub that the task/project is closed.</a:t>
              </a:r>
            </a:p>
          </p:txBody>
        </p:sp>
        <p:pic>
          <p:nvPicPr>
            <p:cNvPr id="66" name="Graphic 65" descr="Comment Like with solid fill">
              <a:extLst>
                <a:ext uri="{FF2B5EF4-FFF2-40B4-BE49-F238E27FC236}">
                  <a16:creationId xmlns:a16="http://schemas.microsoft.com/office/drawing/2014/main" id="{A6A6D7C3-BA8B-B10F-C73C-74F3EADDC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56543" y="1642163"/>
              <a:ext cx="914400" cy="91440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698B026-CEA6-C1DE-0829-D4C18EC13D31}"/>
              </a:ext>
            </a:extLst>
          </p:cNvPr>
          <p:cNvSpPr/>
          <p:nvPr/>
        </p:nvSpPr>
        <p:spPr>
          <a:xfrm>
            <a:off x="462316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B7E75-5A8F-DC91-41DF-980007913E15}"/>
              </a:ext>
            </a:extLst>
          </p:cNvPr>
          <p:cNvSpPr/>
          <p:nvPr/>
        </p:nvSpPr>
        <p:spPr>
          <a:xfrm>
            <a:off x="2078825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0D982-84FA-B1E2-2ED2-56F51860933C}"/>
              </a:ext>
            </a:extLst>
          </p:cNvPr>
          <p:cNvSpPr/>
          <p:nvPr/>
        </p:nvSpPr>
        <p:spPr>
          <a:xfrm>
            <a:off x="3682900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E4C0A-9AA4-E9AF-A57A-6F0724DCDD6C}"/>
              </a:ext>
            </a:extLst>
          </p:cNvPr>
          <p:cNvSpPr/>
          <p:nvPr/>
        </p:nvSpPr>
        <p:spPr>
          <a:xfrm>
            <a:off x="5293193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6DCDD-8E94-085D-6B7E-12D1AC7ED72D}"/>
              </a:ext>
            </a:extLst>
          </p:cNvPr>
          <p:cNvSpPr/>
          <p:nvPr/>
        </p:nvSpPr>
        <p:spPr>
          <a:xfrm>
            <a:off x="6903485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237C-DF38-6EAE-C6C6-418308812598}"/>
              </a:ext>
            </a:extLst>
          </p:cNvPr>
          <p:cNvSpPr/>
          <p:nvPr/>
        </p:nvSpPr>
        <p:spPr>
          <a:xfrm>
            <a:off x="8513778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7EDEA-8A29-3EC7-DE65-E60807050892}"/>
              </a:ext>
            </a:extLst>
          </p:cNvPr>
          <p:cNvSpPr/>
          <p:nvPr/>
        </p:nvSpPr>
        <p:spPr>
          <a:xfrm>
            <a:off x="10124070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59002-0AF5-77EA-D77F-B1F36CE33EA7}"/>
              </a:ext>
            </a:extLst>
          </p:cNvPr>
          <p:cNvCxnSpPr>
            <a:cxnSpLocks/>
          </p:cNvCxnSpPr>
          <p:nvPr/>
        </p:nvCxnSpPr>
        <p:spPr>
          <a:xfrm>
            <a:off x="1262281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8ECBF-AEE6-F073-365E-52E7D06FCEB4}"/>
              </a:ext>
            </a:extLst>
          </p:cNvPr>
          <p:cNvCxnSpPr>
            <a:cxnSpLocks/>
          </p:cNvCxnSpPr>
          <p:nvPr/>
        </p:nvCxnSpPr>
        <p:spPr>
          <a:xfrm>
            <a:off x="6093158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75E57E-5EBE-5A57-EC66-6978C52A71C8}"/>
              </a:ext>
            </a:extLst>
          </p:cNvPr>
          <p:cNvCxnSpPr>
            <a:cxnSpLocks/>
          </p:cNvCxnSpPr>
          <p:nvPr/>
        </p:nvCxnSpPr>
        <p:spPr>
          <a:xfrm>
            <a:off x="9313743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D58F0-8E00-0392-BA94-BB581E50BCC1}"/>
              </a:ext>
            </a:extLst>
          </p:cNvPr>
          <p:cNvCxnSpPr>
            <a:cxnSpLocks/>
          </p:cNvCxnSpPr>
          <p:nvPr/>
        </p:nvCxnSpPr>
        <p:spPr>
          <a:xfrm>
            <a:off x="2847241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501D6B-D7A3-15AB-FF03-A0C4E36A941B}"/>
              </a:ext>
            </a:extLst>
          </p:cNvPr>
          <p:cNvCxnSpPr>
            <a:cxnSpLocks/>
          </p:cNvCxnSpPr>
          <p:nvPr/>
        </p:nvCxnSpPr>
        <p:spPr>
          <a:xfrm>
            <a:off x="4443285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876A8F-700B-4476-3D1A-129628F89B3F}"/>
              </a:ext>
            </a:extLst>
          </p:cNvPr>
          <p:cNvCxnSpPr>
            <a:cxnSpLocks/>
          </p:cNvCxnSpPr>
          <p:nvPr/>
        </p:nvCxnSpPr>
        <p:spPr>
          <a:xfrm>
            <a:off x="7703450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099351-B591-0DE6-50CC-7B2274BAC3F6}"/>
              </a:ext>
            </a:extLst>
          </p:cNvPr>
          <p:cNvCxnSpPr>
            <a:cxnSpLocks/>
          </p:cNvCxnSpPr>
          <p:nvPr/>
        </p:nvCxnSpPr>
        <p:spPr>
          <a:xfrm>
            <a:off x="10943837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73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2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5882FE-069A-C067-6EB4-27A2EDB81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Marketing</a:t>
            </a:r>
            <a:endParaRPr lang="en-DK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99FB22-198E-B50D-BE32-177AE4D0FC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Fill out Brief form and sent via email to </a:t>
            </a:r>
            <a:r>
              <a:rPr lang="en-US">
                <a:hlinkClick r:id="rId2"/>
              </a:rPr>
              <a:t>design@biomar.com</a:t>
            </a:r>
            <a:r>
              <a:rPr lang="en-US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Feedback submitted relevant to media type. Inform Design Hub via email that feedback has been given.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Approve final files and inform Design Hub that the task/project is closed.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A3C1EC-7E15-67B7-95F9-7F6A7692D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Designers</a:t>
            </a:r>
            <a:endParaRPr lang="en-DK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0B39CF-BA3A-B993-6786-A112614041A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Review Brief, input to Design Hub, tag contact person and inform via email. (Request any missing information).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Submit drafts via email following the same thread. Paths for files or links for videos.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Adjust based on feedback and submit final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Close task and move card to Completed tab.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B6B4C-BD03-60BE-3CDA-05E953D481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C838E-1F82-C990-EAE3-8C5F240C0F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8AFC853-5BA2-5C1C-8507-265D91EE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56364" cy="684000"/>
          </a:xfrm>
        </p:spPr>
        <p:txBody>
          <a:bodyPr/>
          <a:lstStyle/>
          <a:p>
            <a:pPr algn="ctr"/>
            <a:r>
              <a:rPr lang="en-US"/>
              <a:t>Design Hub Process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73612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42B35834-F648-A4F2-D63B-05C39CB7210C}"/>
              </a:ext>
            </a:extLst>
          </p:cNvPr>
          <p:cNvSpPr/>
          <p:nvPr/>
        </p:nvSpPr>
        <p:spPr>
          <a:xfrm>
            <a:off x="8593089" y="1"/>
            <a:ext cx="2362672" cy="1737126"/>
          </a:xfrm>
          <a:prstGeom prst="round2SameRect">
            <a:avLst>
              <a:gd name="adj1" fmla="val 0"/>
              <a:gd name="adj2" fmla="val 122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7C967E-78AE-BA16-1036-73D552B2D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methods for different media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7C12F4-5A2C-5121-AA0E-480AA06F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Submitting Feedback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C07BC-F869-4264-187A-E4DDFC49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7B273-A567-4E4B-86C5-F7E8114B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pic>
        <p:nvPicPr>
          <p:cNvPr id="12" name="Picture 11" descr="A red and black logo&#10;&#10;Description automatically generated">
            <a:extLst>
              <a:ext uri="{FF2B5EF4-FFF2-40B4-BE49-F238E27FC236}">
                <a16:creationId xmlns:a16="http://schemas.microsoft.com/office/drawing/2014/main" id="{1052C399-25C2-7DBF-3549-3724E5AA1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169" y="662863"/>
            <a:ext cx="786509" cy="7865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C13C97-14E1-3C28-14B7-413AA007746B}"/>
              </a:ext>
            </a:extLst>
          </p:cNvPr>
          <p:cNvSpPr txBox="1"/>
          <p:nvPr/>
        </p:nvSpPr>
        <p:spPr>
          <a:xfrm>
            <a:off x="8434062" y="204462"/>
            <a:ext cx="2680725" cy="244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400" b="1">
                <a:solidFill>
                  <a:schemeClr val="bg1">
                    <a:lumMod val="65000"/>
                  </a:schemeClr>
                </a:solidFill>
              </a:rPr>
              <a:t>Programs Required</a:t>
            </a:r>
            <a:endParaRPr lang="en-DK" sz="1400" b="1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66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F37A6D-F445-5026-F930-084E4383A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72"/>
          <a:stretch/>
        </p:blipFill>
        <p:spPr>
          <a:xfrm>
            <a:off x="8256848" y="2168319"/>
            <a:ext cx="3460400" cy="3564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93C3C-7C99-508B-1514-461CB7AE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99"/>
          <a:stretch/>
        </p:blipFill>
        <p:spPr>
          <a:xfrm>
            <a:off x="4546678" y="2304066"/>
            <a:ext cx="3181990" cy="3135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797AD4-A94E-9415-3C97-D19F4FDE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3" y="2170089"/>
            <a:ext cx="3453888" cy="361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0D688-5F79-946B-4018-7FBCDF4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5A276-FF0E-95D0-46C3-5DFEA90D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4EDEFB-8651-3F08-D93A-2F2E8A58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432000"/>
            <a:ext cx="11294251" cy="684000"/>
          </a:xfrm>
        </p:spPr>
        <p:txBody>
          <a:bodyPr/>
          <a:lstStyle/>
          <a:p>
            <a:pPr algn="ctr"/>
            <a:r>
              <a:rPr lang="en-US"/>
              <a:t>Receiving / Submitting Feedback</a:t>
            </a:r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CC94-3173-61BE-4408-7B8C215D4959}"/>
              </a:ext>
            </a:extLst>
          </p:cNvPr>
          <p:cNvSpPr/>
          <p:nvPr/>
        </p:nvSpPr>
        <p:spPr>
          <a:xfrm>
            <a:off x="525750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CE8D99D-220D-FAD8-8217-C09B379EA7C4}"/>
              </a:ext>
            </a:extLst>
          </p:cNvPr>
          <p:cNvSpPr/>
          <p:nvPr/>
        </p:nvSpPr>
        <p:spPr>
          <a:xfrm>
            <a:off x="527180" y="1575219"/>
            <a:ext cx="3453887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PDF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D2E157D-126B-51D9-D17D-AEF01AA0BA4D}"/>
              </a:ext>
            </a:extLst>
          </p:cNvPr>
          <p:cNvSpPr/>
          <p:nvPr/>
        </p:nvSpPr>
        <p:spPr>
          <a:xfrm rot="10800000">
            <a:off x="527179" y="5773789"/>
            <a:ext cx="3453888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146-B00B-75D1-A7B4-ED044F040913}"/>
              </a:ext>
            </a:extLst>
          </p:cNvPr>
          <p:cNvSpPr/>
          <p:nvPr/>
        </p:nvSpPr>
        <p:spPr>
          <a:xfrm>
            <a:off x="4414705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4CAEEBE-0570-99E3-CD6A-70A04EDC45A7}"/>
              </a:ext>
            </a:extLst>
          </p:cNvPr>
          <p:cNvSpPr/>
          <p:nvPr/>
        </p:nvSpPr>
        <p:spPr>
          <a:xfrm>
            <a:off x="4412159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JPG, PNG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EF39472-E018-09FF-D2B1-0E05A5545C4A}"/>
              </a:ext>
            </a:extLst>
          </p:cNvPr>
          <p:cNvSpPr/>
          <p:nvPr/>
        </p:nvSpPr>
        <p:spPr>
          <a:xfrm rot="10800000">
            <a:off x="4412158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7732-0849-B7A9-ACFC-8C25675A7A20}"/>
              </a:ext>
            </a:extLst>
          </p:cNvPr>
          <p:cNvSpPr/>
          <p:nvPr/>
        </p:nvSpPr>
        <p:spPr>
          <a:xfrm>
            <a:off x="8263361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21A12B-64A9-387C-274B-BDC48B71E927}"/>
              </a:ext>
            </a:extLst>
          </p:cNvPr>
          <p:cNvSpPr/>
          <p:nvPr/>
        </p:nvSpPr>
        <p:spPr>
          <a:xfrm>
            <a:off x="8260815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83B2F98-A7C3-00C1-C832-F6F22C0AFF2B}"/>
              </a:ext>
            </a:extLst>
          </p:cNvPr>
          <p:cNvSpPr/>
          <p:nvPr/>
        </p:nvSpPr>
        <p:spPr>
          <a:xfrm rot="10800000">
            <a:off x="8260814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616F306-575E-1C1C-CF5B-56B38F7D6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9907" y="1673564"/>
            <a:ext cx="396410" cy="3964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564F4DF-C36C-8D06-EE91-3DB52354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12" y="1674449"/>
            <a:ext cx="396410" cy="396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F011A8-46AB-5E37-57AA-B3FF80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755" y="1673564"/>
            <a:ext cx="388631" cy="3886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0E4D110-918A-913A-D605-5E562AD33916}"/>
              </a:ext>
            </a:extLst>
          </p:cNvPr>
          <p:cNvSpPr/>
          <p:nvPr/>
        </p:nvSpPr>
        <p:spPr>
          <a:xfrm>
            <a:off x="4603805" y="2476829"/>
            <a:ext cx="842838" cy="28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12B99-3982-EB7F-1598-9D3F867CE31C}"/>
              </a:ext>
            </a:extLst>
          </p:cNvPr>
          <p:cNvSpPr txBox="1"/>
          <p:nvPr/>
        </p:nvSpPr>
        <p:spPr>
          <a:xfrm>
            <a:off x="523204" y="5852160"/>
            <a:ext cx="3461840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3429EB-4AA6-7BE8-92FE-D4C2D16242AF}"/>
              </a:ext>
            </a:extLst>
          </p:cNvPr>
          <p:cNvSpPr txBox="1"/>
          <p:nvPr/>
        </p:nvSpPr>
        <p:spPr>
          <a:xfrm>
            <a:off x="441215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CA18-8456-164C-1C5F-8ED02EEBF190}"/>
              </a:ext>
            </a:extLst>
          </p:cNvPr>
          <p:cNvSpPr txBox="1"/>
          <p:nvPr/>
        </p:nvSpPr>
        <p:spPr>
          <a:xfrm>
            <a:off x="825263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</a:t>
            </a:r>
            <a:r>
              <a:rPr lang="en-US" b="1" err="1">
                <a:solidFill>
                  <a:schemeClr val="tx2"/>
                </a:solidFill>
              </a:rPr>
              <a:t>Sharepoint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7B346-BC32-C99B-EDF5-57B01597D7B1}"/>
              </a:ext>
            </a:extLst>
          </p:cNvPr>
          <p:cNvSpPr/>
          <p:nvPr/>
        </p:nvSpPr>
        <p:spPr>
          <a:xfrm>
            <a:off x="10389831" y="3599528"/>
            <a:ext cx="992944" cy="1032107"/>
          </a:xfrm>
          <a:prstGeom prst="roundRect">
            <a:avLst>
              <a:gd name="adj" fmla="val 7458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Must write timestamp as HH:MM:SS</a:t>
            </a: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27192582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