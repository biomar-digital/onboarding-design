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sldIdLst>
    <p:sldId id="214747194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1AD"/>
    <a:srgbClr val="F6F6F5"/>
    <a:srgbClr val="9D9D9C"/>
    <a:srgbClr val="1F3E77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4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idora Silva Chiros" userId="0c986419-ce68-48bd-b705-f5a03ec14101" providerId="ADAL" clId="{BCD2818F-01C6-4AA5-A3AE-DDBFA260FF8C}"/>
    <pc:docChg chg="undo custSel addSld delSld modSld sldOrd">
      <pc:chgData name="Isidora Silva Chiros" userId="0c986419-ce68-48bd-b705-f5a03ec14101" providerId="ADAL" clId="{BCD2818F-01C6-4AA5-A3AE-DDBFA260FF8C}" dt="2026-07-03T16:54:00.274" v="4011" actId="20577"/>
      <pc:docMkLst>
        <pc:docMk/>
      </pc:docMkLst>
      <pc:sldChg chg="addSp modSp mod modNotesTx">
        <pc:chgData name="Isidora Silva Chiros" userId="0c986419-ce68-48bd-b705-f5a03ec14101" providerId="ADAL" clId="{BCD2818F-01C6-4AA5-A3AE-DDBFA260FF8C}" dt="2026-07-03T16:54:00.274" v="4011" actId="20577"/>
        <pc:sldMkLst>
          <pc:docMk/>
          <pc:sldMk cId="2895296564" sldId="257"/>
        </pc:sldMkLst>
        <pc:spChg chg="mod">
          <ac:chgData name="Isidora Silva Chiros" userId="0c986419-ce68-48bd-b705-f5a03ec14101" providerId="ADAL" clId="{BCD2818F-01C6-4AA5-A3AE-DDBFA260FF8C}" dt="2026-07-03T16:54:00.274" v="4011" actId="20577"/>
          <ac:spMkLst>
            <pc:docMk/>
            <pc:sldMk cId="2895296564" sldId="257"/>
            <ac:spMk id="4" creationId="{692A734B-FA63-AA24-1F28-2D6D0F930D30}"/>
          </ac:spMkLst>
        </pc:spChg>
      </pc:sldChg>
    </pc:docChg>
  </pc:docChgLst>
  <pc:docChgLst>
    <pc:chgData name="Andres Bernadou" userId="03fff62b-e549-456b-a7f9-42d2972824e9" providerId="ADAL" clId="{0CB13D59-2190-41A4-A0AC-6FE063695352}"/>
    <pc:docChg chg="undo custSel addSld modSld sldOrd">
      <pc:chgData name="Andres Bernadou" userId="03fff62b-e549-456b-a7f9-42d2972824e9" providerId="ADAL" clId="{0CB13D59-2190-41A4-A0AC-6FE063695352}" dt="2026-06-04T08:44:59.729" v="436" actId="20577"/>
      <pc:docMkLst>
        <pc:docMk/>
      </pc:docMkLst>
      <pc:sldChg chg="addSp delSp modSp mod">
        <pc:chgData name="Andres Bernadou" userId="03fff62b-e549-456b-a7f9-42d2972824e9" providerId="ADAL" clId="{0CB13D59-2190-41A4-A0AC-6FE063695352}" dt="2026-06-03T13:52:20.486" v="415" actId="20577"/>
        <pc:sldMkLst>
          <pc:docMk/>
          <pc:sldMk cId="2895296564" sldId="257"/>
        </pc:sldMkLst>
        <pc:spChg chg="mod">
          <ac:chgData name="Andres Bernadou" userId="03fff62b-e549-456b-a7f9-42d2972824e9" providerId="ADAL" clId="{0CB13D59-2190-41A4-A0AC-6FE063695352}" dt="2026-06-03T13:51:59.495" v="379" actId="20577"/>
          <ac:spMkLst>
            <pc:docMk/>
            <pc:sldMk cId="2895296564" sldId="257"/>
            <ac:spMk id="72" creationId="{6610583F-94B3-E75B-81CD-AECAB3F94465}"/>
          </ac:spMkLst>
        </pc:spChg>
        <pc:spChg chg="mod">
          <ac:chgData name="Andres Bernadou" userId="03fff62b-e549-456b-a7f9-42d2972824e9" providerId="ADAL" clId="{0CB13D59-2190-41A4-A0AC-6FE063695352}" dt="2026-06-03T13:52:20.486" v="415" actId="20577"/>
          <ac:spMkLst>
            <pc:docMk/>
            <pc:sldMk cId="2895296564" sldId="257"/>
            <ac:spMk id="77" creationId="{D34A1679-C2C4-9901-026D-B7C8EA3340BA}"/>
          </ac:spMkLst>
        </pc:spChg>
      </pc:sldChg>
      <pc:sldChg chg="modSp mod">
        <pc:chgData name="Andres Bernadou" userId="03fff62b-e549-456b-a7f9-42d2972824e9" providerId="ADAL" clId="{0CB13D59-2190-41A4-A0AC-6FE063695352}" dt="2026-06-04T08:44:59.729" v="436" actId="20577"/>
        <pc:sldMkLst>
          <pc:docMk/>
          <pc:sldMk cId="0" sldId="141168962"/>
        </pc:sldMkLst>
        <pc:spChg chg="mod">
          <ac:chgData name="Andres Bernadou" userId="03fff62b-e549-456b-a7f9-42d2972824e9" providerId="ADAL" clId="{0CB13D59-2190-41A4-A0AC-6FE063695352}" dt="2026-06-04T08:44:59.729" v="436" actId="20577"/>
          <ac:spMkLst>
            <pc:docMk/>
            <pc:sldMk cId="0" sldId="141168962"/>
            <ac:spMk id="76" creationId="{1F3D52EF-D177-C240-EF43-0CD3420B3E3E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0EBD9D-148E-4070-90BE-731438035BF5}" type="doc">
      <dgm:prSet loTypeId="urn:microsoft.com/office/officeart/2005/8/layout/radial3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ES"/>
        </a:p>
      </dgm:t>
    </dgm:pt>
    <dgm:pt modelId="{1D2DFFB7-514C-4EE1-9876-CA6B5B02F3FA}">
      <dgm:prSet phldrT="[Texto]" custT="1"/>
      <dgm:spPr>
        <a:solidFill>
          <a:schemeClr val="bg2">
            <a:alpha val="50000"/>
          </a:schemeClr>
        </a:solidFill>
      </dgm:spPr>
      <dgm:t>
        <a:bodyPr lIns="0" tIns="0" rIns="0" bIns="0" anchor="ctr"/>
        <a:lstStyle/>
        <a:p>
          <a:r>
            <a:rPr lang="en-US" sz="3200" b="1">
              <a:solidFill>
                <a:schemeClr val="bg1"/>
              </a:solidFill>
            </a:rPr>
            <a:t>Design Hub </a:t>
          </a:r>
          <a:endParaRPr lang="es-ES" sz="3200">
            <a:solidFill>
              <a:schemeClr val="bg1"/>
            </a:solidFill>
          </a:endParaRPr>
        </a:p>
      </dgm:t>
    </dgm:pt>
    <dgm:pt modelId="{BD491EB6-5648-4FC2-A63F-EE1C8E6B30AC}" type="parTrans" cxnId="{6569CE11-9A7A-43FB-A443-A2F187419A69}">
      <dgm:prSet/>
      <dgm:spPr/>
      <dgm:t>
        <a:bodyPr/>
        <a:lstStyle/>
        <a:p>
          <a:endParaRPr lang="es-ES"/>
        </a:p>
      </dgm:t>
    </dgm:pt>
    <dgm:pt modelId="{8FF800CC-61E4-4B50-8CA1-4BE26C6FEE0B}" type="sibTrans" cxnId="{6569CE11-9A7A-43FB-A443-A2F187419A69}">
      <dgm:prSet/>
      <dgm:spPr/>
      <dgm:t>
        <a:bodyPr/>
        <a:lstStyle/>
        <a:p>
          <a:endParaRPr lang="es-ES"/>
        </a:p>
      </dgm:t>
    </dgm:pt>
    <dgm:pt modelId="{B02EAD6C-3815-41A2-A484-6ADCAD025AD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Global </a:t>
          </a:r>
        </a:p>
        <a:p>
          <a:r>
            <a:rPr lang="en-US" sz="1100">
              <a:solidFill>
                <a:schemeClr val="tx2"/>
              </a:solidFill>
            </a:rPr>
            <a:t>Marketing</a:t>
          </a:r>
          <a:endParaRPr lang="es-ES" sz="1100">
            <a:solidFill>
              <a:schemeClr val="tx2"/>
            </a:solidFill>
          </a:endParaRPr>
        </a:p>
      </dgm:t>
    </dgm:pt>
    <dgm:pt modelId="{77E4E640-14B9-47A7-9456-A7F12679EB6F}" type="parTrans" cxnId="{AD7BD09F-5581-4809-9B78-BA27223B8D39}">
      <dgm:prSet/>
      <dgm:spPr/>
      <dgm:t>
        <a:bodyPr/>
        <a:lstStyle/>
        <a:p>
          <a:endParaRPr lang="es-ES"/>
        </a:p>
      </dgm:t>
    </dgm:pt>
    <dgm:pt modelId="{D9B92ABD-98D4-448A-9536-F80A9411F009}" type="sibTrans" cxnId="{AD7BD09F-5581-4809-9B78-BA27223B8D39}">
      <dgm:prSet/>
      <dgm:spPr/>
      <dgm:t>
        <a:bodyPr/>
        <a:lstStyle/>
        <a:p>
          <a:endParaRPr lang="es-ES"/>
        </a:p>
      </dgm:t>
    </dgm:pt>
    <dgm:pt modelId="{1E95DE89-EA4B-4952-A3A8-E6B6106C8088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Local </a:t>
          </a:r>
        </a:p>
        <a:p>
          <a:r>
            <a:rPr lang="en-US" sz="1100">
              <a:solidFill>
                <a:schemeClr val="tx2"/>
              </a:solidFill>
            </a:rPr>
            <a:t>Markets</a:t>
          </a:r>
          <a:endParaRPr lang="es-ES" sz="1100">
            <a:solidFill>
              <a:schemeClr val="tx2"/>
            </a:solidFill>
          </a:endParaRPr>
        </a:p>
      </dgm:t>
    </dgm:pt>
    <dgm:pt modelId="{742BA029-F3CE-42B7-9988-CD68122D880F}" type="parTrans" cxnId="{2CF0C69E-B7F9-4415-A727-A53F16DEBD02}">
      <dgm:prSet/>
      <dgm:spPr/>
      <dgm:t>
        <a:bodyPr/>
        <a:lstStyle/>
        <a:p>
          <a:endParaRPr lang="es-ES"/>
        </a:p>
      </dgm:t>
    </dgm:pt>
    <dgm:pt modelId="{1779618C-A672-471C-AA3F-B4D76E4F1270}" type="sibTrans" cxnId="{2CF0C69E-B7F9-4415-A727-A53F16DEBD02}">
      <dgm:prSet/>
      <dgm:spPr/>
      <dgm:t>
        <a:bodyPr/>
        <a:lstStyle/>
        <a:p>
          <a:endParaRPr lang="es-ES"/>
        </a:p>
      </dgm:t>
    </dgm:pt>
    <dgm:pt modelId="{C47C9E70-8E71-46C2-8B8A-8ACB836CDA20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External </a:t>
          </a:r>
        </a:p>
        <a:p>
          <a:r>
            <a:rPr lang="en-US" sz="1100">
              <a:solidFill>
                <a:schemeClr val="tx2"/>
              </a:solidFill>
            </a:rPr>
            <a:t>Agencies</a:t>
          </a:r>
          <a:endParaRPr lang="es-ES" sz="1100">
            <a:solidFill>
              <a:schemeClr val="tx2"/>
            </a:solidFill>
          </a:endParaRPr>
        </a:p>
      </dgm:t>
    </dgm:pt>
    <dgm:pt modelId="{12164E01-ED22-4C26-8B53-E1A4C550BD52}" type="parTrans" cxnId="{43D9B4BC-B8BB-42B8-A701-A58A6689439A}">
      <dgm:prSet/>
      <dgm:spPr/>
      <dgm:t>
        <a:bodyPr/>
        <a:lstStyle/>
        <a:p>
          <a:endParaRPr lang="es-ES"/>
        </a:p>
      </dgm:t>
    </dgm:pt>
    <dgm:pt modelId="{A6D92D84-4887-4213-925F-7AC1E98C6630}" type="sibTrans" cxnId="{43D9B4BC-B8BB-42B8-A701-A58A6689439A}">
      <dgm:prSet/>
      <dgm:spPr/>
      <dgm:t>
        <a:bodyPr/>
        <a:lstStyle/>
        <a:p>
          <a:endParaRPr lang="es-ES"/>
        </a:p>
      </dgm:t>
    </dgm:pt>
    <dgm:pt modelId="{5C826ACB-1A93-49E8-B044-4B90EF319349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Product and Technical Teams</a:t>
          </a:r>
          <a:endParaRPr lang="es-ES" sz="1100">
            <a:solidFill>
              <a:schemeClr val="tx2"/>
            </a:solidFill>
          </a:endParaRPr>
        </a:p>
      </dgm:t>
    </dgm:pt>
    <dgm:pt modelId="{5DD7791D-A1B1-45F1-A0A6-1B9ACA265A7E}" type="parTrans" cxnId="{23AAD35C-8FDD-45D2-9CEB-4912A86A9D63}">
      <dgm:prSet/>
      <dgm:spPr/>
      <dgm:t>
        <a:bodyPr/>
        <a:lstStyle/>
        <a:p>
          <a:endParaRPr lang="es-ES"/>
        </a:p>
      </dgm:t>
    </dgm:pt>
    <dgm:pt modelId="{3640765B-D5BF-4007-A381-F1A72F87D3A6}" type="sibTrans" cxnId="{23AAD35C-8FDD-45D2-9CEB-4912A86A9D63}">
      <dgm:prSet/>
      <dgm:spPr/>
      <dgm:t>
        <a:bodyPr/>
        <a:lstStyle/>
        <a:p>
          <a:endParaRPr lang="es-ES"/>
        </a:p>
      </dgm:t>
    </dgm:pt>
    <dgm:pt modelId="{CE412E83-3422-45AB-9478-782F19D7BA45}">
      <dgm:prSet phldrT="[Texto]" custT="1"/>
      <dgm:spPr/>
      <dgm:t>
        <a:bodyPr lIns="0" tIns="0" rIns="0" bIns="0"/>
        <a:lstStyle/>
        <a:p>
          <a:r>
            <a:rPr lang="en-US" sz="1100">
              <a:solidFill>
                <a:schemeClr val="tx2"/>
              </a:solidFill>
            </a:rPr>
            <a:t>Sustainability</a:t>
          </a:r>
          <a:endParaRPr lang="es-ES" sz="1100">
            <a:solidFill>
              <a:schemeClr val="tx2"/>
            </a:solidFill>
          </a:endParaRPr>
        </a:p>
      </dgm:t>
    </dgm:pt>
    <dgm:pt modelId="{A1D0F5AA-B83C-4206-85CA-C03EBDF1203F}" type="parTrans" cxnId="{1B0532AC-132F-46F8-98B3-17C0D0CF490F}">
      <dgm:prSet/>
      <dgm:spPr/>
      <dgm:t>
        <a:bodyPr/>
        <a:lstStyle/>
        <a:p>
          <a:endParaRPr lang="es-ES"/>
        </a:p>
      </dgm:t>
    </dgm:pt>
    <dgm:pt modelId="{267C9A33-4C93-47C8-B5E4-35C3E67828C4}" type="sibTrans" cxnId="{1B0532AC-132F-46F8-98B3-17C0D0CF490F}">
      <dgm:prSet/>
      <dgm:spPr/>
      <dgm:t>
        <a:bodyPr/>
        <a:lstStyle/>
        <a:p>
          <a:endParaRPr lang="es-ES"/>
        </a:p>
      </dgm:t>
    </dgm:pt>
    <dgm:pt modelId="{5B125F0D-79AB-47C0-B1ED-0E5AE0F0DD3D}">
      <dgm:prSet phldrT="[Texto]" custT="1"/>
      <dgm:spPr/>
      <dgm:t>
        <a:bodyPr lIns="0" tIns="0" rIns="0" bIns="0"/>
        <a:lstStyle/>
        <a:p>
          <a:r>
            <a:rPr lang="en-US" sz="900">
              <a:solidFill>
                <a:schemeClr val="tx2"/>
              </a:solidFill>
            </a:rPr>
            <a:t>Corporate &amp; Internal Communications</a:t>
          </a:r>
          <a:endParaRPr lang="es-ES" sz="900">
            <a:solidFill>
              <a:schemeClr val="tx2"/>
            </a:solidFill>
          </a:endParaRPr>
        </a:p>
      </dgm:t>
    </dgm:pt>
    <dgm:pt modelId="{B862775B-F07A-4266-AE73-B6E39E13B92C}" type="parTrans" cxnId="{AD10802D-341E-4806-A0BF-735B178D0984}">
      <dgm:prSet/>
      <dgm:spPr/>
      <dgm:t>
        <a:bodyPr/>
        <a:lstStyle/>
        <a:p>
          <a:endParaRPr lang="es-ES"/>
        </a:p>
      </dgm:t>
    </dgm:pt>
    <dgm:pt modelId="{30AF9091-1001-49D8-B87D-BE9E2504BC2E}" type="sibTrans" cxnId="{AD10802D-341E-4806-A0BF-735B178D0984}">
      <dgm:prSet/>
      <dgm:spPr/>
      <dgm:t>
        <a:bodyPr/>
        <a:lstStyle/>
        <a:p>
          <a:endParaRPr lang="es-ES"/>
        </a:p>
      </dgm:t>
    </dgm:pt>
    <dgm:pt modelId="{5123B6B1-0F18-4F1A-B6BF-C83247B29B1C}">
      <dgm:prSet phldrT="[Texto]" phldr="0" custT="1"/>
      <dgm:spPr/>
      <dgm:t>
        <a:bodyPr/>
        <a:lstStyle/>
        <a:p>
          <a:r>
            <a:rPr lang="es-ES" sz="1050">
              <a:solidFill>
                <a:schemeClr val="tx2"/>
              </a:solidFill>
            </a:rPr>
            <a:t>AQ1</a:t>
          </a:r>
        </a:p>
      </dgm:t>
    </dgm:pt>
    <dgm:pt modelId="{73A5445C-F2E3-4919-B94C-3E0BECE87B34}" type="parTrans" cxnId="{2681E8F7-A2A8-4E13-9DBA-875C49EF7C6D}">
      <dgm:prSet/>
      <dgm:spPr/>
      <dgm:t>
        <a:bodyPr/>
        <a:lstStyle/>
        <a:p>
          <a:endParaRPr lang="es-ES"/>
        </a:p>
      </dgm:t>
    </dgm:pt>
    <dgm:pt modelId="{5387F1C7-96F5-4FC9-9A27-232361AD45C2}" type="sibTrans" cxnId="{2681E8F7-A2A8-4E13-9DBA-875C49EF7C6D}">
      <dgm:prSet/>
      <dgm:spPr/>
      <dgm:t>
        <a:bodyPr/>
        <a:lstStyle/>
        <a:p>
          <a:endParaRPr lang="es-ES"/>
        </a:p>
      </dgm:t>
    </dgm:pt>
    <dgm:pt modelId="{A5E7C116-E4B5-40D9-8C81-5CFD37039706}" type="pres">
      <dgm:prSet presAssocID="{2A0EBD9D-148E-4070-90BE-731438035BF5}" presName="composite" presStyleCnt="0">
        <dgm:presLayoutVars>
          <dgm:chMax val="1"/>
          <dgm:dir/>
          <dgm:resizeHandles val="exact"/>
        </dgm:presLayoutVars>
      </dgm:prSet>
      <dgm:spPr/>
    </dgm:pt>
    <dgm:pt modelId="{942B896E-785B-4D94-B219-3AA5960F45AD}" type="pres">
      <dgm:prSet presAssocID="{2A0EBD9D-148E-4070-90BE-731438035BF5}" presName="radial" presStyleCnt="0">
        <dgm:presLayoutVars>
          <dgm:animLvl val="ctr"/>
        </dgm:presLayoutVars>
      </dgm:prSet>
      <dgm:spPr/>
    </dgm:pt>
    <dgm:pt modelId="{E49261D8-CE2A-4BF6-9DDF-13218E2D77FE}" type="pres">
      <dgm:prSet presAssocID="{1D2DFFB7-514C-4EE1-9876-CA6B5B02F3FA}" presName="centerShape" presStyleLbl="vennNode1" presStyleIdx="0" presStyleCnt="8" custScaleX="75132" custScaleY="75132"/>
      <dgm:spPr/>
    </dgm:pt>
    <dgm:pt modelId="{0E4633B7-14D8-49E4-9452-F95D5081FEED}" type="pres">
      <dgm:prSet presAssocID="{B02EAD6C-3815-41A2-A484-6ADCAD025AD8}" presName="node" presStyleLbl="vennNode1" presStyleIdx="1" presStyleCnt="8">
        <dgm:presLayoutVars>
          <dgm:bulletEnabled val="1"/>
        </dgm:presLayoutVars>
      </dgm:prSet>
      <dgm:spPr/>
    </dgm:pt>
    <dgm:pt modelId="{CEAB3872-B4BA-431E-9ED7-EC191A6ECEB1}" type="pres">
      <dgm:prSet presAssocID="{1E95DE89-EA4B-4952-A3A8-E6B6106C8088}" presName="node" presStyleLbl="vennNode1" presStyleIdx="2" presStyleCnt="8">
        <dgm:presLayoutVars>
          <dgm:bulletEnabled val="1"/>
        </dgm:presLayoutVars>
      </dgm:prSet>
      <dgm:spPr/>
    </dgm:pt>
    <dgm:pt modelId="{98C0CFDC-9951-4FBC-877D-99F12FF25858}" type="pres">
      <dgm:prSet presAssocID="{CE412E83-3422-45AB-9478-782F19D7BA45}" presName="node" presStyleLbl="vennNode1" presStyleIdx="3" presStyleCnt="8">
        <dgm:presLayoutVars>
          <dgm:bulletEnabled val="1"/>
        </dgm:presLayoutVars>
      </dgm:prSet>
      <dgm:spPr/>
    </dgm:pt>
    <dgm:pt modelId="{E1AC6CF1-C72E-43F1-A5C8-DC7B34AA5D3C}" type="pres">
      <dgm:prSet presAssocID="{5123B6B1-0F18-4F1A-B6BF-C83247B29B1C}" presName="node" presStyleLbl="vennNode1" presStyleIdx="4" presStyleCnt="8">
        <dgm:presLayoutVars>
          <dgm:bulletEnabled val="1"/>
        </dgm:presLayoutVars>
      </dgm:prSet>
      <dgm:spPr/>
    </dgm:pt>
    <dgm:pt modelId="{F481AD7B-B1CD-4952-AE02-037138051AB8}" type="pres">
      <dgm:prSet presAssocID="{5B125F0D-79AB-47C0-B1ED-0E5AE0F0DD3D}" presName="node" presStyleLbl="vennNode1" presStyleIdx="5" presStyleCnt="8">
        <dgm:presLayoutVars>
          <dgm:bulletEnabled val="1"/>
        </dgm:presLayoutVars>
      </dgm:prSet>
      <dgm:spPr/>
    </dgm:pt>
    <dgm:pt modelId="{7CCD1EB6-9B92-4AD9-96A5-22F41BE00466}" type="pres">
      <dgm:prSet presAssocID="{C47C9E70-8E71-46C2-8B8A-8ACB836CDA20}" presName="node" presStyleLbl="vennNode1" presStyleIdx="6" presStyleCnt="8">
        <dgm:presLayoutVars>
          <dgm:bulletEnabled val="1"/>
        </dgm:presLayoutVars>
      </dgm:prSet>
      <dgm:spPr/>
    </dgm:pt>
    <dgm:pt modelId="{E5886B69-7FA5-4EEF-B97E-2743F0766AB0}" type="pres">
      <dgm:prSet presAssocID="{5C826ACB-1A93-49E8-B044-4B90EF319349}" presName="node" presStyleLbl="vennNode1" presStyleIdx="7" presStyleCnt="8">
        <dgm:presLayoutVars>
          <dgm:bulletEnabled val="1"/>
        </dgm:presLayoutVars>
      </dgm:prSet>
      <dgm:spPr/>
    </dgm:pt>
  </dgm:ptLst>
  <dgm:cxnLst>
    <dgm:cxn modelId="{55325F01-1CB9-4108-937D-186E1B2256F5}" type="presOf" srcId="{5123B6B1-0F18-4F1A-B6BF-C83247B29B1C}" destId="{E1AC6CF1-C72E-43F1-A5C8-DC7B34AA5D3C}" srcOrd="0" destOrd="0" presId="urn:microsoft.com/office/officeart/2005/8/layout/radial3"/>
    <dgm:cxn modelId="{097F6C02-BEB0-46AA-831E-356A6CFC0E53}" type="presOf" srcId="{5C826ACB-1A93-49E8-B044-4B90EF319349}" destId="{E5886B69-7FA5-4EEF-B97E-2743F0766AB0}" srcOrd="0" destOrd="0" presId="urn:microsoft.com/office/officeart/2005/8/layout/radial3"/>
    <dgm:cxn modelId="{6569CE11-9A7A-43FB-A443-A2F187419A69}" srcId="{2A0EBD9D-148E-4070-90BE-731438035BF5}" destId="{1D2DFFB7-514C-4EE1-9876-CA6B5B02F3FA}" srcOrd="0" destOrd="0" parTransId="{BD491EB6-5648-4FC2-A63F-EE1C8E6B30AC}" sibTransId="{8FF800CC-61E4-4B50-8CA1-4BE26C6FEE0B}"/>
    <dgm:cxn modelId="{32464621-D986-47B4-9BA5-04BDE825790F}" type="presOf" srcId="{5B125F0D-79AB-47C0-B1ED-0E5AE0F0DD3D}" destId="{F481AD7B-B1CD-4952-AE02-037138051AB8}" srcOrd="0" destOrd="0" presId="urn:microsoft.com/office/officeart/2005/8/layout/radial3"/>
    <dgm:cxn modelId="{AD10802D-341E-4806-A0BF-735B178D0984}" srcId="{1D2DFFB7-514C-4EE1-9876-CA6B5B02F3FA}" destId="{5B125F0D-79AB-47C0-B1ED-0E5AE0F0DD3D}" srcOrd="4" destOrd="0" parTransId="{B862775B-F07A-4266-AE73-B6E39E13B92C}" sibTransId="{30AF9091-1001-49D8-B87D-BE9E2504BC2E}"/>
    <dgm:cxn modelId="{CDE0473D-06A1-4BCC-A1BB-599FA983D10C}" type="presOf" srcId="{2A0EBD9D-148E-4070-90BE-731438035BF5}" destId="{A5E7C116-E4B5-40D9-8C81-5CFD37039706}" srcOrd="0" destOrd="0" presId="urn:microsoft.com/office/officeart/2005/8/layout/radial3"/>
    <dgm:cxn modelId="{23AAD35C-8FDD-45D2-9CEB-4912A86A9D63}" srcId="{1D2DFFB7-514C-4EE1-9876-CA6B5B02F3FA}" destId="{5C826ACB-1A93-49E8-B044-4B90EF319349}" srcOrd="6" destOrd="0" parTransId="{5DD7791D-A1B1-45F1-A0A6-1B9ACA265A7E}" sibTransId="{3640765B-D5BF-4007-A381-F1A72F87D3A6}"/>
    <dgm:cxn modelId="{A75AA26C-679A-4FA3-840F-6FE173C8BC30}" type="presOf" srcId="{1D2DFFB7-514C-4EE1-9876-CA6B5B02F3FA}" destId="{E49261D8-CE2A-4BF6-9DDF-13218E2D77FE}" srcOrd="0" destOrd="0" presId="urn:microsoft.com/office/officeart/2005/8/layout/radial3"/>
    <dgm:cxn modelId="{3FFEAA89-E7DE-4029-9A06-261E184208E8}" type="presOf" srcId="{C47C9E70-8E71-46C2-8B8A-8ACB836CDA20}" destId="{7CCD1EB6-9B92-4AD9-96A5-22F41BE00466}" srcOrd="0" destOrd="0" presId="urn:microsoft.com/office/officeart/2005/8/layout/radial3"/>
    <dgm:cxn modelId="{83F92D91-EF3D-4FFB-9994-9069581C548D}" type="presOf" srcId="{1E95DE89-EA4B-4952-A3A8-E6B6106C8088}" destId="{CEAB3872-B4BA-431E-9ED7-EC191A6ECEB1}" srcOrd="0" destOrd="0" presId="urn:microsoft.com/office/officeart/2005/8/layout/radial3"/>
    <dgm:cxn modelId="{2CF0C69E-B7F9-4415-A727-A53F16DEBD02}" srcId="{1D2DFFB7-514C-4EE1-9876-CA6B5B02F3FA}" destId="{1E95DE89-EA4B-4952-A3A8-E6B6106C8088}" srcOrd="1" destOrd="0" parTransId="{742BA029-F3CE-42B7-9988-CD68122D880F}" sibTransId="{1779618C-A672-471C-AA3F-B4D76E4F1270}"/>
    <dgm:cxn modelId="{AD7BD09F-5581-4809-9B78-BA27223B8D39}" srcId="{1D2DFFB7-514C-4EE1-9876-CA6B5B02F3FA}" destId="{B02EAD6C-3815-41A2-A484-6ADCAD025AD8}" srcOrd="0" destOrd="0" parTransId="{77E4E640-14B9-47A7-9456-A7F12679EB6F}" sibTransId="{D9B92ABD-98D4-448A-9536-F80A9411F009}"/>
    <dgm:cxn modelId="{1B0532AC-132F-46F8-98B3-17C0D0CF490F}" srcId="{1D2DFFB7-514C-4EE1-9876-CA6B5B02F3FA}" destId="{CE412E83-3422-45AB-9478-782F19D7BA45}" srcOrd="2" destOrd="0" parTransId="{A1D0F5AA-B83C-4206-85CA-C03EBDF1203F}" sibTransId="{267C9A33-4C93-47C8-B5E4-35C3E67828C4}"/>
    <dgm:cxn modelId="{9F39DCB8-CB77-4ECD-BA0D-60467C1F9D9E}" type="presOf" srcId="{CE412E83-3422-45AB-9478-782F19D7BA45}" destId="{98C0CFDC-9951-4FBC-877D-99F12FF25858}" srcOrd="0" destOrd="0" presId="urn:microsoft.com/office/officeart/2005/8/layout/radial3"/>
    <dgm:cxn modelId="{43D9B4BC-B8BB-42B8-A701-A58A6689439A}" srcId="{1D2DFFB7-514C-4EE1-9876-CA6B5B02F3FA}" destId="{C47C9E70-8E71-46C2-8B8A-8ACB836CDA20}" srcOrd="5" destOrd="0" parTransId="{12164E01-ED22-4C26-8B53-E1A4C550BD52}" sibTransId="{A6D92D84-4887-4213-925F-7AC1E98C6630}"/>
    <dgm:cxn modelId="{85653DE0-E667-4941-99EA-9EC041ACB501}" type="presOf" srcId="{B02EAD6C-3815-41A2-A484-6ADCAD025AD8}" destId="{0E4633B7-14D8-49E4-9452-F95D5081FEED}" srcOrd="0" destOrd="0" presId="urn:microsoft.com/office/officeart/2005/8/layout/radial3"/>
    <dgm:cxn modelId="{2681E8F7-A2A8-4E13-9DBA-875C49EF7C6D}" srcId="{1D2DFFB7-514C-4EE1-9876-CA6B5B02F3FA}" destId="{5123B6B1-0F18-4F1A-B6BF-C83247B29B1C}" srcOrd="3" destOrd="0" parTransId="{73A5445C-F2E3-4919-B94C-3E0BECE87B34}" sibTransId="{5387F1C7-96F5-4FC9-9A27-232361AD45C2}"/>
    <dgm:cxn modelId="{2FA4119A-97AA-4742-997E-3CA5652134E1}" type="presParOf" srcId="{A5E7C116-E4B5-40D9-8C81-5CFD37039706}" destId="{942B896E-785B-4D94-B219-3AA5960F45AD}" srcOrd="0" destOrd="0" presId="urn:microsoft.com/office/officeart/2005/8/layout/radial3"/>
    <dgm:cxn modelId="{7491D532-61B2-495A-B2B0-840B9D7985BE}" type="presParOf" srcId="{942B896E-785B-4D94-B219-3AA5960F45AD}" destId="{E49261D8-CE2A-4BF6-9DDF-13218E2D77FE}" srcOrd="0" destOrd="0" presId="urn:microsoft.com/office/officeart/2005/8/layout/radial3"/>
    <dgm:cxn modelId="{81902DEF-A240-42A7-AC65-BC08DC6B1B31}" type="presParOf" srcId="{942B896E-785B-4D94-B219-3AA5960F45AD}" destId="{0E4633B7-14D8-49E4-9452-F95D5081FEED}" srcOrd="1" destOrd="0" presId="urn:microsoft.com/office/officeart/2005/8/layout/radial3"/>
    <dgm:cxn modelId="{8B45CA9C-3FC2-4845-82A9-F17103926A5A}" type="presParOf" srcId="{942B896E-785B-4D94-B219-3AA5960F45AD}" destId="{CEAB3872-B4BA-431E-9ED7-EC191A6ECEB1}" srcOrd="2" destOrd="0" presId="urn:microsoft.com/office/officeart/2005/8/layout/radial3"/>
    <dgm:cxn modelId="{BEE0A940-3A2C-4871-9145-FF42A33CE195}" type="presParOf" srcId="{942B896E-785B-4D94-B219-3AA5960F45AD}" destId="{98C0CFDC-9951-4FBC-877D-99F12FF25858}" srcOrd="3" destOrd="0" presId="urn:microsoft.com/office/officeart/2005/8/layout/radial3"/>
    <dgm:cxn modelId="{3E07B70A-E073-4FBF-A327-46245CED5C08}" type="presParOf" srcId="{942B896E-785B-4D94-B219-3AA5960F45AD}" destId="{E1AC6CF1-C72E-43F1-A5C8-DC7B34AA5D3C}" srcOrd="4" destOrd="0" presId="urn:microsoft.com/office/officeart/2005/8/layout/radial3"/>
    <dgm:cxn modelId="{6AA6E1F3-9CBB-4EE5-8460-2DAD20751112}" type="presParOf" srcId="{942B896E-785B-4D94-B219-3AA5960F45AD}" destId="{F481AD7B-B1CD-4952-AE02-037138051AB8}" srcOrd="5" destOrd="0" presId="urn:microsoft.com/office/officeart/2005/8/layout/radial3"/>
    <dgm:cxn modelId="{DD95CFC1-EF45-4CF2-9581-A828BB111DCF}" type="presParOf" srcId="{942B896E-785B-4D94-B219-3AA5960F45AD}" destId="{7CCD1EB6-9B92-4AD9-96A5-22F41BE00466}" srcOrd="6" destOrd="0" presId="urn:microsoft.com/office/officeart/2005/8/layout/radial3"/>
    <dgm:cxn modelId="{4D4CD499-E499-4A25-856A-9C505DECC333}" type="presParOf" srcId="{942B896E-785B-4D94-B219-3AA5960F45AD}" destId="{E5886B69-7FA5-4EEF-B97E-2743F0766AB0}" srcOrd="7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9261D8-CE2A-4BF6-9DDF-13218E2D77FE}">
      <dsp:nvSpPr>
        <dsp:cNvPr id="0" name=""/>
        <dsp:cNvSpPr/>
      </dsp:nvSpPr>
      <dsp:spPr>
        <a:xfrm>
          <a:off x="1631109" y="1424981"/>
          <a:ext cx="1973787" cy="1973787"/>
        </a:xfrm>
        <a:prstGeom prst="ellipse">
          <a:avLst/>
        </a:prstGeom>
        <a:solidFill>
          <a:schemeClr val="bg2"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kern="1200">
              <a:solidFill>
                <a:schemeClr val="bg1"/>
              </a:solidFill>
            </a:rPr>
            <a:t>Design Hub </a:t>
          </a:r>
          <a:endParaRPr lang="es-ES" sz="3200" kern="1200">
            <a:solidFill>
              <a:schemeClr val="bg1"/>
            </a:solidFill>
          </a:endParaRPr>
        </a:p>
      </dsp:txBody>
      <dsp:txXfrm>
        <a:off x="1920163" y="1714035"/>
        <a:ext cx="1395679" cy="1395679"/>
      </dsp:txXfrm>
    </dsp:sp>
    <dsp:sp modelId="{0E4633B7-14D8-49E4-9452-F95D5081FEED}">
      <dsp:nvSpPr>
        <dsp:cNvPr id="0" name=""/>
        <dsp:cNvSpPr/>
      </dsp:nvSpPr>
      <dsp:spPr>
        <a:xfrm>
          <a:off x="1961229" y="4329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3"/>
            <a:satOff val="3376"/>
            <a:lumOff val="1149"/>
            <a:alphaOff val="4286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Global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Marketing</a:t>
          </a:r>
          <a:endParaRPr lang="es-ES" sz="1100" kern="1200">
            <a:solidFill>
              <a:schemeClr val="tx2"/>
            </a:solidFill>
          </a:endParaRPr>
        </a:p>
      </dsp:txBody>
      <dsp:txXfrm>
        <a:off x="2153593" y="235658"/>
        <a:ext cx="928818" cy="928818"/>
      </dsp:txXfrm>
    </dsp:sp>
    <dsp:sp modelId="{CEAB3872-B4BA-431E-9ED7-EC191A6ECEB1}">
      <dsp:nvSpPr>
        <dsp:cNvPr id="0" name=""/>
        <dsp:cNvSpPr/>
      </dsp:nvSpPr>
      <dsp:spPr>
        <a:xfrm>
          <a:off x="329957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5"/>
            <a:satOff val="6753"/>
            <a:lumOff val="2298"/>
            <a:alphaOff val="8571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Local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Markets</a:t>
          </a:r>
          <a:endParaRPr lang="es-ES" sz="1100" kern="1200">
            <a:solidFill>
              <a:schemeClr val="tx2"/>
            </a:solidFill>
          </a:endParaRPr>
        </a:p>
      </dsp:txBody>
      <dsp:txXfrm>
        <a:off x="3491938" y="880171"/>
        <a:ext cx="928818" cy="928818"/>
      </dsp:txXfrm>
    </dsp:sp>
    <dsp:sp modelId="{98C0CFDC-9951-4FBC-877D-99F12FF25858}">
      <dsp:nvSpPr>
        <dsp:cNvPr id="0" name=""/>
        <dsp:cNvSpPr/>
      </dsp:nvSpPr>
      <dsp:spPr>
        <a:xfrm>
          <a:off x="3630118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8"/>
            <a:satOff val="10129"/>
            <a:lumOff val="3447"/>
            <a:alphaOff val="1285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Sustainability</a:t>
          </a:r>
          <a:endParaRPr lang="es-ES" sz="1100" kern="1200">
            <a:solidFill>
              <a:schemeClr val="tx2"/>
            </a:solidFill>
          </a:endParaRPr>
        </a:p>
      </dsp:txBody>
      <dsp:txXfrm>
        <a:off x="3822482" y="2328378"/>
        <a:ext cx="928818" cy="928818"/>
      </dsp:txXfrm>
    </dsp:sp>
    <dsp:sp modelId="{E1AC6CF1-C72E-43F1-A5C8-DC7B34AA5D3C}">
      <dsp:nvSpPr>
        <dsp:cNvPr id="0" name=""/>
        <dsp:cNvSpPr/>
      </dsp:nvSpPr>
      <dsp:spPr>
        <a:xfrm>
          <a:off x="2703955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0"/>
            <a:satOff val="13505"/>
            <a:lumOff val="4597"/>
            <a:alphaOff val="1714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50" kern="1200">
              <a:solidFill>
                <a:schemeClr val="tx2"/>
              </a:solidFill>
            </a:rPr>
            <a:t>AQ1</a:t>
          </a:r>
        </a:p>
      </dsp:txBody>
      <dsp:txXfrm>
        <a:off x="2896319" y="3489750"/>
        <a:ext cx="928818" cy="928818"/>
      </dsp:txXfrm>
    </dsp:sp>
    <dsp:sp modelId="{F481AD7B-B1CD-4952-AE02-037138051AB8}">
      <dsp:nvSpPr>
        <dsp:cNvPr id="0" name=""/>
        <dsp:cNvSpPr/>
      </dsp:nvSpPr>
      <dsp:spPr>
        <a:xfrm>
          <a:off x="1218504" y="3297386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3"/>
            <a:satOff val="16881"/>
            <a:lumOff val="5746"/>
            <a:alphaOff val="21429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>
              <a:solidFill>
                <a:schemeClr val="tx2"/>
              </a:solidFill>
            </a:rPr>
            <a:t>Corporate &amp; Internal Communications</a:t>
          </a:r>
          <a:endParaRPr lang="es-ES" sz="900" kern="1200">
            <a:solidFill>
              <a:schemeClr val="tx2"/>
            </a:solidFill>
          </a:endParaRPr>
        </a:p>
      </dsp:txBody>
      <dsp:txXfrm>
        <a:off x="1410868" y="3489750"/>
        <a:ext cx="928818" cy="928818"/>
      </dsp:txXfrm>
    </dsp:sp>
    <dsp:sp modelId="{7CCD1EB6-9B92-4AD9-96A5-22F41BE00466}">
      <dsp:nvSpPr>
        <dsp:cNvPr id="0" name=""/>
        <dsp:cNvSpPr/>
      </dsp:nvSpPr>
      <dsp:spPr>
        <a:xfrm>
          <a:off x="292340" y="2136014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6"/>
            <a:satOff val="20258"/>
            <a:lumOff val="6895"/>
            <a:alphaOff val="25714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External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Agencies</a:t>
          </a:r>
          <a:endParaRPr lang="es-ES" sz="1100" kern="1200">
            <a:solidFill>
              <a:schemeClr val="tx2"/>
            </a:solidFill>
          </a:endParaRPr>
        </a:p>
      </dsp:txBody>
      <dsp:txXfrm>
        <a:off x="484704" y="2328378"/>
        <a:ext cx="928818" cy="928818"/>
      </dsp:txXfrm>
    </dsp:sp>
    <dsp:sp modelId="{E5886B69-7FA5-4EEF-B97E-2743F0766AB0}">
      <dsp:nvSpPr>
        <dsp:cNvPr id="0" name=""/>
        <dsp:cNvSpPr/>
      </dsp:nvSpPr>
      <dsp:spPr>
        <a:xfrm>
          <a:off x="622884" y="687807"/>
          <a:ext cx="1313546" cy="1313546"/>
        </a:xfrm>
        <a:prstGeom prst="ellipse">
          <a:avLst/>
        </a:prstGeom>
        <a:solidFill>
          <a:schemeClr val="accent3">
            <a:shade val="80000"/>
            <a:alpha val="50000"/>
            <a:hueOff val="18"/>
            <a:satOff val="23634"/>
            <a:lumOff val="8044"/>
            <a:alphaOff val="3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solidFill>
                <a:schemeClr val="tx2"/>
              </a:solidFill>
            </a:rPr>
            <a:t>Product and Technical Teams</a:t>
          </a:r>
          <a:endParaRPr lang="es-ES" sz="1100" kern="1200">
            <a:solidFill>
              <a:schemeClr val="tx2"/>
            </a:solidFill>
          </a:endParaRPr>
        </a:p>
      </dsp:txBody>
      <dsp:txXfrm>
        <a:off x="815248" y="880171"/>
        <a:ext cx="928818" cy="928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097A3-8DD6-420B-AB1F-30262CEC0103}" type="datetimeFigureOut">
              <a:rPr lang="en-GB" smtClean="0"/>
              <a:t>03/07/2026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63FE4B-2A11-4174-9591-0C9981A24A8F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603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957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3945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 + 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224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9805-C7E8-1176-A581-D24F5575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D9F331-435E-C75C-E370-767B23E610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D2248-4676-2C6B-C1BD-BF225F5F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4260-1EBF-344F-6DAD-2ECF8D071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1122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6410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9395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29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Intangible </a:t>
            </a:r>
            <a:r>
              <a:rPr lang="es-ES" dirty="0" err="1"/>
              <a:t>part</a:t>
            </a:r>
            <a:endParaRPr lang="es-ES" dirty="0"/>
          </a:p>
          <a:p>
            <a:r>
              <a:rPr lang="es-ES" dirty="0" err="1"/>
              <a:t>Concepts</a:t>
            </a:r>
            <a:r>
              <a:rPr lang="es-ES" dirty="0"/>
              <a:t> </a:t>
            </a:r>
            <a:r>
              <a:rPr lang="es-ES" dirty="0" err="1"/>
              <a:t>meaning</a:t>
            </a:r>
            <a:r>
              <a:rPr lang="es-ES" dirty="0"/>
              <a:t> branding and look and </a:t>
            </a:r>
            <a:r>
              <a:rPr lang="es-ES" dirty="0" err="1"/>
              <a:t>feel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prodcuts</a:t>
            </a:r>
            <a:r>
              <a:rPr lang="es-ES" dirty="0"/>
              <a:t> and </a:t>
            </a:r>
            <a:r>
              <a:rPr lang="es-ES" dirty="0" err="1"/>
              <a:t>services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137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Esto partiría con el usuario, o sea ustedes, rellenando formulario con la información necesaria, y enviarlo al correo de diseño. Para este formulario hay un </a:t>
            </a:r>
            <a:r>
              <a:rPr lang="es-ES" err="1"/>
              <a:t>template</a:t>
            </a:r>
            <a:r>
              <a:rPr lang="es-ES"/>
              <a:t> en </a:t>
            </a:r>
            <a:r>
              <a:rPr lang="es-ES" err="1"/>
              <a:t>power</a:t>
            </a:r>
            <a:r>
              <a:rPr lang="es-ES"/>
              <a:t> </a:t>
            </a:r>
            <a:r>
              <a:rPr lang="es-ES" err="1"/>
              <a:t>point</a:t>
            </a:r>
            <a:r>
              <a:rPr lang="es-ES"/>
              <a:t>, que les mostrare más adelante.</a:t>
            </a:r>
          </a:p>
          <a:p>
            <a:endParaRPr lang="es-ES"/>
          </a:p>
          <a:p>
            <a:r>
              <a:rPr lang="es-ES"/>
              <a:t>Luego, nosotros como </a:t>
            </a:r>
            <a:r>
              <a:rPr lang="es-ES" err="1"/>
              <a:t>Design</a:t>
            </a:r>
            <a:r>
              <a:rPr lang="es-ES"/>
              <a:t> Hub tomamos la solicitud, la revisamos, la agregamos a nuestras tareas, y de ser necesario, pedimos información faltante o aclarar alguna duda.</a:t>
            </a:r>
          </a:p>
          <a:p>
            <a:endParaRPr lang="es-ES"/>
          </a:p>
          <a:p>
            <a:r>
              <a:rPr lang="es-ES"/>
              <a:t>Posteriormente, enviamos el borrador dentro de la misma línea de correos. Y se recibirá retroalimentación dentro de la misma.</a:t>
            </a:r>
          </a:p>
          <a:p>
            <a:endParaRPr lang="es-ES"/>
          </a:p>
          <a:p>
            <a:r>
              <a:rPr lang="es-ES"/>
              <a:t>Así, se harán los ajustes basados en el </a:t>
            </a:r>
            <a:r>
              <a:rPr lang="es-ES" err="1"/>
              <a:t>feedback</a:t>
            </a:r>
            <a:r>
              <a:rPr lang="es-ES"/>
              <a:t>, y se enviará la versión final.</a:t>
            </a:r>
          </a:p>
          <a:p>
            <a:endParaRPr lang="es-ES"/>
          </a:p>
          <a:p>
            <a:r>
              <a:rPr lang="es-ES"/>
              <a:t>Al ser aprobado, es necesario informarle al </a:t>
            </a:r>
            <a:r>
              <a:rPr lang="es-ES" err="1"/>
              <a:t>Design</a:t>
            </a:r>
            <a:r>
              <a:rPr lang="es-ES"/>
              <a:t> Hub, para que luego la tarea pueda ser marcada como completada.</a:t>
            </a:r>
          </a:p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A01B4E-7AAB-4396-BFCF-FBF71A7FBE3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377841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838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8F0D8-4C98-2DB9-2A6F-3089E9639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8EA15-06FF-B207-2B0A-6F740F38892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da-DK" dirty="0"/>
              <a:t>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829C6-C373-93CB-C9C7-DD119AC880BD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34D6EE3-4212-4D31-9F8D-4D6C0DEAA356}" type="slidenum">
              <a:t>11</a:t>
            </a:fld>
            <a:endParaRPr lang="en-GB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95619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IS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84683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IS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 err="1"/>
              <a:t>Managing</a:t>
            </a:r>
            <a:r>
              <a:rPr lang="es-ES" dirty="0"/>
              <a:t> Brand </a:t>
            </a:r>
            <a:r>
              <a:rPr lang="es-ES" dirty="0" err="1"/>
              <a:t>Evolution</a:t>
            </a:r>
            <a:endParaRPr lang="es-ES" dirty="0"/>
          </a:p>
          <a:p>
            <a:r>
              <a:rPr lang="en-US" dirty="0"/>
              <a:t>Talking points:</a:t>
            </a:r>
          </a:p>
          <a:p>
            <a:pPr lvl="1"/>
            <a:r>
              <a:rPr lang="en-US" dirty="0"/>
              <a:t>Recent logo update/rebranding initiative</a:t>
            </a:r>
          </a:p>
          <a:p>
            <a:pPr lvl="1"/>
            <a:r>
              <a:rPr lang="en-US" dirty="0"/>
              <a:t>Importance of maintaining consistency during transition</a:t>
            </a:r>
          </a:p>
          <a:p>
            <a:pPr lvl="1"/>
            <a:r>
              <a:rPr lang="en-US" dirty="0"/>
              <a:t>Roll-out across markets and materials</a:t>
            </a:r>
          </a:p>
          <a:p>
            <a:pPr lvl="1"/>
            <a:r>
              <a:rPr lang="en-US" dirty="0"/>
              <a:t>Updating templates, assets, documents, presentations, videos, and platforms</a:t>
            </a:r>
          </a:p>
          <a:p>
            <a:pPr lvl="1"/>
            <a:r>
              <a:rPr lang="en-US" dirty="0"/>
              <a:t>Coordination across departments and external suppliers</a:t>
            </a:r>
          </a:p>
          <a:p>
            <a:pPr lvl="1"/>
            <a:r>
              <a:rPr lang="en-US" dirty="0"/>
              <a:t>Design logistics behind implementation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396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2633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AB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63FE4B-2A11-4174-9591-0C9981A24A8F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2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D4469C5-1101-499A-8CA4-CDAF5BC89DA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C1ACDDE-2D20-4390-8706-8C1282B605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2240" y="4337728"/>
            <a:ext cx="8430805" cy="745247"/>
          </a:xfrm>
        </p:spPr>
        <p:txBody>
          <a:bodyPr lIns="0" tIns="0" rIns="0" bIns="0"/>
          <a:lstStyle>
            <a:lvl1pPr marL="0" indent="0" algn="l">
              <a:buNone/>
              <a:defRPr sz="2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noProof="0"/>
              <a:t>Haga clic para modificar el estilo de subtítulo del patrón</a:t>
            </a:r>
            <a:endParaRPr lang="en-GB" noProof="0"/>
          </a:p>
        </p:txBody>
      </p:sp>
      <p:pic>
        <p:nvPicPr>
          <p:cNvPr id="59" name="Line">
            <a:extLst>
              <a:ext uri="{FF2B5EF4-FFF2-40B4-BE49-F238E27FC236}">
                <a16:creationId xmlns:a16="http://schemas.microsoft.com/office/drawing/2014/main" id="{A8F21188-3E45-4924-AA66-9AEF6C0A7C55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1881477" y="4062221"/>
            <a:ext cx="4979635" cy="909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82485-9A91-4D78-BE63-FEC8E0C8ED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2240" y="2087418"/>
            <a:ext cx="8430805" cy="1828793"/>
          </a:xfrm>
        </p:spPr>
        <p:txBody>
          <a:bodyPr lIns="0" tIns="0" rIns="0" bIns="0" anchor="b">
            <a:normAutofit/>
          </a:bodyPr>
          <a:lstStyle>
            <a:lvl1pPr algn="l">
              <a:defRPr sz="60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BioMar logo" descr="A close up of a sign&#10;&#10;Description automatically generated">
            <a:extLst>
              <a:ext uri="{FF2B5EF4-FFF2-40B4-BE49-F238E27FC236}">
                <a16:creationId xmlns:a16="http://schemas.microsoft.com/office/drawing/2014/main" id="{10229DB7-0C3C-4581-A748-187D72270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868774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9A16E-1C20-4137-8BFF-8BC83EB285B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816508" y="6392405"/>
            <a:ext cx="2743200" cy="252000"/>
          </a:xfrm>
        </p:spPr>
        <p:txBody>
          <a:bodyPr lIns="0" rIns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75C220-CE6D-47EE-AD4A-FFF4B5EBA863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4F653F-EF38-47C8-B49B-D8DC1E4486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868774" y="5513348"/>
            <a:ext cx="4114800" cy="252000"/>
          </a:xfrm>
        </p:spPr>
        <p:txBody>
          <a:bodyPr lIns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E4FF7-71E0-4C56-80FA-B9721BCB352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7905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D1D0CC-210D-4045-8A67-841981251192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C7CC-EA31-471A-9C0F-7D75EA7BEC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C1E5E85-87CB-407B-ACEE-1C1883103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17737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/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9F733B2-9299-4499-9563-F289B2800722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7442198" y="6409657"/>
            <a:ext cx="3760472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702747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544" name="Title 543">
            <a:extLst>
              <a:ext uri="{FF2B5EF4-FFF2-40B4-BE49-F238E27FC236}">
                <a16:creationId xmlns:a16="http://schemas.microsoft.com/office/drawing/2014/main" id="{8617B394-9586-4DC7-AEC5-D837F9BC2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2198" y="1108365"/>
            <a:ext cx="4306887" cy="1092208"/>
          </a:xfrm>
        </p:spPr>
        <p:txBody>
          <a:bodyPr rIns="36000" anchor="b" anchorCtr="0">
            <a:normAutofit/>
          </a:bodyPr>
          <a:lstStyle>
            <a:lvl1pPr algn="r">
              <a:defRPr sz="3600"/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6E3DFA-C385-4C0E-AA46-779059C36E1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84" t="-3530" r="1" b="-2"/>
          <a:stretch/>
        </p:blipFill>
        <p:spPr>
          <a:xfrm>
            <a:off x="7442198" y="2225675"/>
            <a:ext cx="4276902" cy="92676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6F21C-819C-4B79-ADF3-5541652CFDE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42200" y="2463801"/>
            <a:ext cx="4306888" cy="3828078"/>
          </a:xfrm>
        </p:spPr>
        <p:txBody>
          <a:bodyPr/>
          <a:lstStyle>
            <a:lvl1pPr marL="0" indent="0" algn="r">
              <a:buFontTx/>
              <a:buNone/>
              <a:defRPr/>
            </a:lvl1pPr>
            <a:lvl2pPr marL="457200" indent="0" algn="r">
              <a:buFontTx/>
              <a:buNone/>
              <a:defRPr/>
            </a:lvl2pPr>
            <a:lvl3pPr marL="914400" indent="0" algn="r">
              <a:buFontTx/>
              <a:buNone/>
              <a:defRPr/>
            </a:lvl3pPr>
            <a:lvl4pPr marL="1371600" indent="0" algn="r">
              <a:buFontTx/>
              <a:buNone/>
              <a:defRPr/>
            </a:lvl4pPr>
            <a:lvl5pPr marL="1828800" indent="0" algn="r">
              <a:buFontTx/>
              <a:buNone/>
              <a:defRPr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1396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8000" y="6392405"/>
            <a:ext cx="2743200" cy="252000"/>
          </a:xfrm>
        </p:spPr>
        <p:txBody>
          <a:bodyPr/>
          <a:lstStyle/>
          <a:p>
            <a:fld id="{5A7ADBFF-FA0E-4161-940E-938B32966E54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87870" y="6409657"/>
            <a:ext cx="4114800" cy="252000"/>
          </a:xfrm>
        </p:spPr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593F3-08EA-4655-844F-2C6E2B39E1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8D0E78-DA72-42AD-AB28-45587105B4A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1C9476-7D88-4E89-8F29-361D808D2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63828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E6F4C-2D26-4FE8-ADC3-E1F70D0870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F5583-A164-4A49-9BCB-405A916382AB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64" name="Text Placeholder 3">
            <a:extLst>
              <a:ext uri="{FF2B5EF4-FFF2-40B4-BE49-F238E27FC236}">
                <a16:creationId xmlns:a16="http://schemas.microsoft.com/office/drawing/2014/main" id="{BA9A2C39-FCA0-4869-BB45-C99C9BBC7F0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3"/>
            <a:ext cx="10368000" cy="324000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437074-B210-4A56-9DBD-F3282AD01448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CBFB62-DC66-4DA1-B73B-4F210B64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358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3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0B570AA5-3509-451D-B12B-A9E10E56A3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043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8901B5-C238-411B-BA65-1E591DA3563A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B69E9C0-49A3-408B-8E81-6900AC6C5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9CFBA96-2B00-4625-85D6-B57F3F14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89304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51FD1A9-A1E6-4637-A63D-DB937B5CA4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71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00" y="4962562"/>
            <a:ext cx="9796272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989" y="2952000"/>
            <a:ext cx="978689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07BFC014-840F-49E6-876B-8D36C4F80A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658813" y="527858"/>
            <a:ext cx="1222664" cy="1138550"/>
          </a:xfrm>
          <a:prstGeom prst="roundRect">
            <a:avLst>
              <a:gd name="adj" fmla="val 0"/>
            </a:avLst>
          </a:prstGeom>
          <a:effectLst>
            <a:outerShdw blurRad="635000" sx="102000" sy="102000" algn="ctr" rotWithShape="0">
              <a:prstClr val="black">
                <a:alpha val="20000"/>
              </a:prstClr>
            </a:outerShdw>
          </a:effectLst>
        </p:spPr>
      </p:pic>
      <p:pic>
        <p:nvPicPr>
          <p:cNvPr id="9" name="Line">
            <a:extLst>
              <a:ext uri="{FF2B5EF4-FFF2-40B4-BE49-F238E27FC236}">
                <a16:creationId xmlns:a16="http://schemas.microsoft.com/office/drawing/2014/main" id="{A2AAC550-A760-4808-971F-C107AF9FFA4B}"/>
              </a:ext>
            </a:extLst>
          </p:cNvPr>
          <p:cNvPicPr>
            <a:picLocks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682989" y="4780351"/>
            <a:ext cx="4979635" cy="90985"/>
          </a:xfrm>
          <a:prstGeom prst="rect">
            <a:avLst/>
          </a:prstGeom>
        </p:spPr>
      </p:pic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B3460B1-9651-4644-9926-16AC7439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2724" y="6392405"/>
            <a:ext cx="2743200" cy="25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668F2EE-FA19-4DFF-AB74-BF506FF2AD90}" type="datetime1">
              <a:rPr lang="en-GB" smtClean="0"/>
              <a:t>03/07/2026</a:t>
            </a:fld>
            <a:endParaRPr lang="en-GB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6572E9B-310F-483A-81CA-D71C772EA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4C83A1E-9A79-4E4A-BF41-07D0121FB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38726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0C501-BA5B-4C42-84D2-ED731C3B449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4DEF6CD-836D-4E0D-A33E-3F010FDB910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F7F61A98-A0CF-4246-8434-89A70C039DBF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4085463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7360D-6616-4F4E-8D57-3065FCCCA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08500" y="3706434"/>
            <a:ext cx="6658840" cy="1197412"/>
          </a:xfrm>
        </p:spPr>
        <p:txBody>
          <a:bodyPr lIns="18000"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4C4A7-63F2-48C4-ABE5-E8957E424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8108" y="1695872"/>
            <a:ext cx="6658841" cy="1737126"/>
          </a:xfrm>
        </p:spPr>
        <p:txBody>
          <a:bodyPr lIns="0" anchor="b">
            <a:normAutofit/>
          </a:bodyPr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pic>
        <p:nvPicPr>
          <p:cNvPr id="10" name="Line">
            <a:extLst>
              <a:ext uri="{FF2B5EF4-FFF2-40B4-BE49-F238E27FC236}">
                <a16:creationId xmlns:a16="http://schemas.microsoft.com/office/drawing/2014/main" id="{D8CEE087-9A4F-4559-B49F-15BAD956173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>
            <a:off x="4498108" y="3524223"/>
            <a:ext cx="4979635" cy="90985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94780-6B39-4373-9056-F2C49D7C47F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239D89-E9C9-42B8-A1D8-1A68B3C475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82765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98F85-BCF2-4F17-BB45-DAB4C33A9AA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26547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1E329-94E2-464F-BC27-1578964E5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5709" y="1476944"/>
            <a:ext cx="5395020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E98A8-820D-4339-A22B-818171C7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8902" y="2169045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A552A6-2B01-46FB-B581-B11816688E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3308" y="1476944"/>
            <a:ext cx="5399232" cy="541050"/>
          </a:xfrm>
        </p:spPr>
        <p:txBody>
          <a:bodyPr lIns="288000" anchor="b"/>
          <a:lstStyle>
            <a:lvl1pPr marL="0" indent="0" algn="l">
              <a:buNone/>
              <a:defRPr sz="2400" b="1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66624372-C806-49C7-B5B3-B471FB84E30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5131" y="2156319"/>
            <a:ext cx="5399233" cy="403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B1CD2AD1-449A-4F44-87F3-51D925B6B23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96BC2D-867D-4107-BCF4-EEFB0652966E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78C02DC0-1D54-4077-A3AE-CE6AE738204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30F974C-5E8C-48FE-9EBF-6D61C4ACCD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97D89E0-F3A1-4CF1-AFB1-A85F6F1ADED0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F769518-4816-46BB-AAED-97648A1C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111638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72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1C96A28-455A-4C90-BCF7-5B370482BEC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01361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81222174-B5D3-4D67-88FE-E144DEE3FE3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9898" y="133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475E464-D945-4177-98BA-904DEB6B026F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72059" y="3859416"/>
            <a:ext cx="5400000" cy="2340000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AD7EF-1A8C-4EB7-A9F7-C86FDD13DB7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1185D-263B-4DB9-B2FF-C09547B33D2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152516-C652-40E0-A0E5-B9ADA7B8AF9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6685B-740F-4E4A-90C9-64331236C97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A4D4AA6-3618-4C18-98CE-AF5E0C051D1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C3386FA-7DB2-43A1-98E0-30655E0EF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5777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7142-9670-4CBD-BEB3-65148FF80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E73F0-37AB-4348-93ED-28FCA031403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60751-3363-4197-86A3-8617F72DF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8ACE3-F4BC-4BB3-975A-583AAA3E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9" name="Content Placeholder 12">
            <a:extLst>
              <a:ext uri="{FF2B5EF4-FFF2-40B4-BE49-F238E27FC236}">
                <a16:creationId xmlns:a16="http://schemas.microsoft.com/office/drawing/2014/main" id="{913B3FC7-D6D7-4BF4-99DD-BC9A30B98F3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538" y="137382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0" name="Content Placeholder 12">
            <a:extLst>
              <a:ext uri="{FF2B5EF4-FFF2-40B4-BE49-F238E27FC236}">
                <a16:creationId xmlns:a16="http://schemas.microsoft.com/office/drawing/2014/main" id="{401D03FF-D13D-4C52-9038-85AA3D41163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5044" y="137844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1" name="Content Placeholder 12">
            <a:extLst>
              <a:ext uri="{FF2B5EF4-FFF2-40B4-BE49-F238E27FC236}">
                <a16:creationId xmlns:a16="http://schemas.microsoft.com/office/drawing/2014/main" id="{88F92D5D-4E12-4149-9E4D-0D37D209FA3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099550" y="1373822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2" name="Content Placeholder 12">
            <a:extLst>
              <a:ext uri="{FF2B5EF4-FFF2-40B4-BE49-F238E27FC236}">
                <a16:creationId xmlns:a16="http://schemas.microsoft.com/office/drawing/2014/main" id="{06298E8B-9D61-400A-A266-185C187593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90538" y="3871913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3" name="Content Placeholder 12">
            <a:extLst>
              <a:ext uri="{FF2B5EF4-FFF2-40B4-BE49-F238E27FC236}">
                <a16:creationId xmlns:a16="http://schemas.microsoft.com/office/drawing/2014/main" id="{C0C74D3B-4CBD-43D7-9CCE-25A356BC2E5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01081" y="387653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sp>
        <p:nvSpPr>
          <p:cNvPr id="24" name="Content Placeholder 12">
            <a:extLst>
              <a:ext uri="{FF2B5EF4-FFF2-40B4-BE49-F238E27FC236}">
                <a16:creationId xmlns:a16="http://schemas.microsoft.com/office/drawing/2014/main" id="{78FD959B-1ECC-42F1-A025-DE3464026CE1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11625" y="3869817"/>
            <a:ext cx="3600450" cy="2339975"/>
          </a:xfrm>
        </p:spPr>
        <p:txBody>
          <a:bodyPr anchor="ctr">
            <a:no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8A496D1-9393-4C7C-B049-D3456602BC47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33454CA-BC31-487D-B03B-A1C75573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6928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F94DF-C3B2-4D53-A160-16795F1A79C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ED87E-A5D3-4F5C-95D3-EFDD8841158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AC7824-6763-43D7-8EC6-90566B7BA24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881164" y="6392405"/>
            <a:ext cx="2743200" cy="252000"/>
          </a:xfrm>
        </p:spPr>
        <p:txBody>
          <a:bodyPr/>
          <a:lstStyle/>
          <a:p>
            <a:fld id="{770392D7-AA18-4C58-9CFE-0E3E55ECA2D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156BF3C-C8C1-412F-AE23-C486ECF90669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543793" y="0"/>
            <a:ext cx="10648207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Add Your Picture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E97A0-7CE3-4C3A-8865-E44AEC366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198266" y="3036731"/>
            <a:ext cx="5841220" cy="487756"/>
          </a:xfrm>
        </p:spPr>
        <p:txBody>
          <a:bodyPr lIns="0" rIns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  <p:pic>
        <p:nvPicPr>
          <p:cNvPr id="6" name="Line">
            <a:extLst>
              <a:ext uri="{FF2B5EF4-FFF2-40B4-BE49-F238E27FC236}">
                <a16:creationId xmlns:a16="http://schemas.microsoft.com/office/drawing/2014/main" id="{4EBD82E6-20EE-4CF2-BEF3-037F483496F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51" t="-7865" r="3340" b="6220"/>
          <a:stretch/>
        </p:blipFill>
        <p:spPr>
          <a:xfrm rot="16200000">
            <a:off x="-1320467" y="3665909"/>
            <a:ext cx="4979635" cy="90985"/>
          </a:xfrm>
          <a:prstGeom prst="rect">
            <a:avLst/>
          </a:prstGeom>
        </p:spPr>
      </p:pic>
      <p:pic>
        <p:nvPicPr>
          <p:cNvPr id="56" name="Picture 55" descr="A close up of a sign&#10;&#10;Description automatically generated">
            <a:extLst>
              <a:ext uri="{FF2B5EF4-FFF2-40B4-BE49-F238E27FC236}">
                <a16:creationId xmlns:a16="http://schemas.microsoft.com/office/drawing/2014/main" id="{93845E4D-87FB-4B23-889D-380B14CD7A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2263689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7770C3A-2D06-4FDF-834F-E5643820E71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416865" y="2105247"/>
            <a:ext cx="5321935" cy="409198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</a:lstStyle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</p:txBody>
      </p:sp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08AD484E-34CD-4BF9-83F4-BC5B808B1F9D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6091440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FD861E-2DA5-47BD-BE84-1F17B52117FE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37" t="13712" b="-2"/>
          <a:stretch/>
        </p:blipFill>
        <p:spPr>
          <a:xfrm>
            <a:off x="6409879" y="1828799"/>
            <a:ext cx="5325618" cy="7724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184A8EA3-CB45-4C1E-A848-C7029088646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6413180" y="613541"/>
            <a:ext cx="4602915" cy="360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68F5D19-11A4-43DD-AD39-E77B45ACD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180" y="990600"/>
            <a:ext cx="5325619" cy="810000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845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rrow 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Date Placeholder 540">
            <a:extLst>
              <a:ext uri="{FF2B5EF4-FFF2-40B4-BE49-F238E27FC236}">
                <a16:creationId xmlns:a16="http://schemas.microsoft.com/office/drawing/2014/main" id="{D427F0E5-5613-4AC6-AFF0-DDDBE486277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1998B90-3991-4DF0-A8B0-9E66CDC180F6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42" name="Footer Placeholder 541">
            <a:extLst>
              <a:ext uri="{FF2B5EF4-FFF2-40B4-BE49-F238E27FC236}">
                <a16:creationId xmlns:a16="http://schemas.microsoft.com/office/drawing/2014/main" id="{DE5B132F-71D1-4EC4-87B0-4849361F406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43" name="Slide Number Placeholder 542">
            <a:extLst>
              <a:ext uri="{FF2B5EF4-FFF2-40B4-BE49-F238E27FC236}">
                <a16:creationId xmlns:a16="http://schemas.microsoft.com/office/drawing/2014/main" id="{EB79982C-2234-4052-AF68-B1F91F8C5D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276" name="Picture Placeholder 2">
            <a:extLst>
              <a:ext uri="{FF2B5EF4-FFF2-40B4-BE49-F238E27FC236}">
                <a16:creationId xmlns:a16="http://schemas.microsoft.com/office/drawing/2014/main" id="{74AA26DB-9177-9442-953E-52EEC4EF1AE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1478" y="0"/>
            <a:ext cx="3209722" cy="685800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Add Your Picture Here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3235F0B-EB72-44E4-9E35-636834A021F1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3600001" y="90000"/>
            <a:ext cx="7236000" cy="324000"/>
          </a:xfrm>
          <a:noFill/>
        </p:spPr>
        <p:txBody>
          <a:bodyPr lIns="36000" tIns="0" rIns="0" bIns="0" anchor="b" anchorCtr="0">
            <a:normAutofit/>
          </a:bodyPr>
          <a:lstStyle>
            <a:lvl1pPr marL="0" indent="0" algn="l">
              <a:buNone/>
              <a:defRPr sz="1800" b="1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3D99278-DE55-4541-9B96-52E5BEECB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4304" y="1444855"/>
            <a:ext cx="8089966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FBA568-DF37-45CB-8FA6-B8E666EA538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10" t="-20662" r="559" b="-11321"/>
          <a:stretch/>
        </p:blipFill>
        <p:spPr>
          <a:xfrm>
            <a:off x="3614302" y="1177925"/>
            <a:ext cx="8113405" cy="8536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DAEEF55-887C-41E7-B43D-8D95B514A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0" y="432000"/>
            <a:ext cx="7236000" cy="684000"/>
          </a:xfrm>
        </p:spPr>
        <p:txBody>
          <a:bodyPr bIns="0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52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34B40-974C-4475-9C7C-C05D3A09BB4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877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32AC1-29CC-4347-906D-BF83C3A65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A180-779A-40B0-9CE8-27D1B3E91257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5081D-0E94-43AA-8C62-3477B97CE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E74EDA-B875-432B-9F43-4636817F8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9123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33BA39-58E5-4CD2-8720-1CD6994D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CD2F0-10C9-4052-BD65-A211E55834C0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D5DA99-A6A5-4B1D-838D-A53201A41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3E2ED3-B7CA-4509-819E-F58E7A0D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5D11CC8-3D51-4468-8A7A-7287D1752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6A89F-5E6E-4D5E-B85A-E4BC90EC91B0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8" name="Title 5">
            <a:extLst>
              <a:ext uri="{FF2B5EF4-FFF2-40B4-BE49-F238E27FC236}">
                <a16:creationId xmlns:a16="http://schemas.microsoft.com/office/drawing/2014/main" id="{3E60B942-F8AD-4B47-A5DB-BB82A98AB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5442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Date Placeholder 529">
            <a:extLst>
              <a:ext uri="{FF2B5EF4-FFF2-40B4-BE49-F238E27FC236}">
                <a16:creationId xmlns:a16="http://schemas.microsoft.com/office/drawing/2014/main" id="{4E897482-955E-4641-8274-4471E3D59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C9B-274B-4C31-9353-AB131B04B55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31" name="Footer Placeholder 530">
            <a:extLst>
              <a:ext uri="{FF2B5EF4-FFF2-40B4-BE49-F238E27FC236}">
                <a16:creationId xmlns:a16="http://schemas.microsoft.com/office/drawing/2014/main" id="{409E6082-30A2-49EC-900F-90177FED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532" name="Slide Number Placeholder 531">
            <a:extLst>
              <a:ext uri="{FF2B5EF4-FFF2-40B4-BE49-F238E27FC236}">
                <a16:creationId xmlns:a16="http://schemas.microsoft.com/office/drawing/2014/main" id="{DD45E5A5-BF18-41E9-A5FC-200885BEF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0F0D46-AB2D-4622-B449-2118C6E9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838246"/>
            <a:ext cx="11232000" cy="4361957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44B17A3-4856-4F26-BDEE-526BE7CA96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1436595"/>
            <a:ext cx="11235600" cy="329206"/>
          </a:xfrm>
        </p:spPr>
        <p:txBody>
          <a:bodyPr lIns="7200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b="1" kern="0" cap="none" spc="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Click to add subtitle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045A63F-9E96-42B5-A976-4E9FCADCEBBA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6E491AC0-1332-46AE-9FA1-CA0F5C0AB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10368000" cy="684000"/>
          </a:xfrm>
        </p:spPr>
        <p:txBody>
          <a:bodyPr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51229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, Title and Content with backgroun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Date Placeholder 792">
            <a:extLst>
              <a:ext uri="{FF2B5EF4-FFF2-40B4-BE49-F238E27FC236}">
                <a16:creationId xmlns:a16="http://schemas.microsoft.com/office/drawing/2014/main" id="{20D5AE6B-86D6-4A9D-A2CD-EB2E7FD07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C2D5B-2D87-47E5-9DE1-B6B79537A9CC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94" name="Footer Placeholder 793">
            <a:extLst>
              <a:ext uri="{FF2B5EF4-FFF2-40B4-BE49-F238E27FC236}">
                <a16:creationId xmlns:a16="http://schemas.microsoft.com/office/drawing/2014/main" id="{44B7771D-F36D-4E96-953F-7EC7A4C65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/>
          </a:p>
        </p:txBody>
      </p:sp>
      <p:sp>
        <p:nvSpPr>
          <p:cNvPr id="795" name="Slide Number Placeholder 794">
            <a:extLst>
              <a:ext uri="{FF2B5EF4-FFF2-40B4-BE49-F238E27FC236}">
                <a16:creationId xmlns:a16="http://schemas.microsoft.com/office/drawing/2014/main" id="{D42055D7-7ABD-49AB-BB20-02C8D678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23407A2-5FB9-49FA-8FD4-515111883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1444855"/>
            <a:ext cx="11236270" cy="4752000"/>
          </a:xfrm>
        </p:spPr>
        <p:txBody>
          <a:bodyPr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2CCE79-3EE6-4CAA-B525-A2EDF02605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7999" y="88092"/>
            <a:ext cx="10368000" cy="326379"/>
          </a:xfrm>
        </p:spPr>
        <p:txBody>
          <a:bodyPr lIns="36000" tIns="0" rIns="0" bIns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 b="1" kern="0" cap="none" spc="50" baseline="0">
                <a:solidFill>
                  <a:schemeClr val="bg2"/>
                </a:solidFill>
              </a:defRPr>
            </a:lvl1pPr>
            <a:lvl2pPr marL="457200" indent="0">
              <a:buFontTx/>
              <a:buNone/>
              <a:defRPr>
                <a:solidFill>
                  <a:schemeClr val="accent2"/>
                </a:solidFill>
              </a:defRPr>
            </a:lvl2pPr>
            <a:lvl3pPr marL="914400" indent="0">
              <a:buFontTx/>
              <a:buNone/>
              <a:defRPr>
                <a:solidFill>
                  <a:schemeClr val="accent2"/>
                </a:solidFill>
              </a:defRPr>
            </a:lvl3pPr>
            <a:lvl4pPr marL="1371600" indent="0">
              <a:buFontTx/>
              <a:buNone/>
              <a:defRPr>
                <a:solidFill>
                  <a:schemeClr val="accent2"/>
                </a:solidFill>
              </a:defRPr>
            </a:lvl4pPr>
            <a:lvl5pPr marL="1828800" indent="0">
              <a:buFontTx/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 noProof="0"/>
              <a:t>Section header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973F9-7731-4AC1-87AE-23E1427E89B4}"/>
              </a:ext>
            </a:extLst>
          </p:cNvPr>
          <p:cNvPicPr>
            <a:picLocks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59F989B2-8FA5-43E9-9516-49FD5605A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23708"/>
            <a:ext cx="10368000" cy="684000"/>
          </a:xfrm>
        </p:spPr>
        <p:txBody>
          <a:bodyPr tIns="72000" bIns="0" anchor="ctr" anchorCtr="0"/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108633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84119E5-C196-A24E-9FB2-AD1DC66305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DEEC9E-28A9-8C44-9EF4-E5E442998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70400" y="3168072"/>
            <a:ext cx="3195782" cy="2204641"/>
          </a:xfrm>
          <a:prstGeom prst="rect">
            <a:avLst/>
          </a:prstGeom>
        </p:spPr>
      </p:pic>
      <p:sp>
        <p:nvSpPr>
          <p:cNvPr id="16" name="Text Placeholder 72">
            <a:extLst>
              <a:ext uri="{FF2B5EF4-FFF2-40B4-BE49-F238E27FC236}">
                <a16:creationId xmlns:a16="http://schemas.microsoft.com/office/drawing/2014/main" id="{8603DA45-286D-4E38-8A6D-F1CDB3DA232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8329" y="5691980"/>
            <a:ext cx="4055339" cy="345103"/>
          </a:xfrm>
        </p:spPr>
        <p:txBody>
          <a:bodyPr lIns="0" tIns="36000" rIns="36000" bIns="36000" anchor="ctr"/>
          <a:lstStyle>
            <a:lvl1pPr marL="0" indent="0" algn="ctr">
              <a:buFontTx/>
              <a:buNone/>
              <a:defRPr sz="1200" spc="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/>
              <a:t>www.biomar.com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74853-5F26-4DA8-9D84-AD1F48F7B7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fld id="{D2C76EFE-D5BF-451D-8785-804321CC4DB1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4B062B-DE74-4D38-82ED-CD55CB3112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accent4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4912303-7C13-44FB-987B-24B3E9030D8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0240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46F6-4F1B-4943-8B34-89B8D4F7B3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440000"/>
            <a:ext cx="5400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2AAC1-2978-4345-9225-1EC875F19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6190" y="1440000"/>
            <a:ext cx="5364000" cy="4752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C6E3EF12-519C-4F8C-B227-7CD7B702C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2FA4-4804-46F1-9D25-C27C4B1804A8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D5CA05A-C91A-444E-8023-2F306324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 </a:t>
            </a:r>
            <a:endParaRPr lang="en-GB" noProof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4D2BB7B-5EC0-4C28-87BE-E6C61AA8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FEBCF-C5E6-4CA2-AF84-C68688EA1C04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F55AED-4FEE-4486-BC2C-9EB53B34F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004182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277D9D6-CED7-4C47-AAB5-1AE3F400A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5270B-D6DD-4BCC-BC52-B9F71DFFA8AF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E98A9F-8124-43C7-8233-99AEDC8B3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Powered by Partnership. Driven by Innovation.</a:t>
            </a:r>
            <a:endParaRPr lang="en-GB" noProof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28996E-D6CE-4B7B-9F5D-886F8A5A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‹Nº›</a:t>
            </a:fld>
            <a:endParaRPr lang="en-GB" noProof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598818-8260-420F-A61B-5CF7C150941D}"/>
              </a:ext>
            </a:extLst>
          </p:cNvPr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" b="-11319"/>
          <a:stretch/>
        </p:blipFill>
        <p:spPr>
          <a:xfrm>
            <a:off x="495708" y="1191289"/>
            <a:ext cx="11232000" cy="72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7D305E8-66F3-4D16-8419-45C8980E3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315111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9444-F049-495F-92FD-243D51C6FC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00" y="1444855"/>
            <a:ext cx="11236270" cy="4752000"/>
          </a:xfrm>
          <a:prstGeom prst="rect">
            <a:avLst/>
          </a:prstGeom>
        </p:spPr>
        <p:txBody>
          <a:bodyPr vert="horz" lIns="91440" tIns="90000" rIns="91440" bIns="36000" rtlCol="0">
            <a:normAutofit/>
          </a:bodyPr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n-GB" noProof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043BD8-4B5F-4868-AF87-CF8FCFD62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432000"/>
            <a:ext cx="10368000" cy="684000"/>
          </a:xfrm>
          <a:prstGeom prst="rect">
            <a:avLst/>
          </a:prstGeom>
        </p:spPr>
        <p:txBody>
          <a:bodyPr vert="horz" lIns="0" tIns="36000" rIns="36000" bIns="36000" rtlCol="0" anchor="ctr" anchorCtr="0">
            <a:normAutofit/>
          </a:bodyPr>
          <a:lstStyle/>
          <a:p>
            <a:r>
              <a:rPr lang="es-ES" noProof="0"/>
              <a:t>Haga clic para modificar el estilo de título del patrón</a:t>
            </a:r>
            <a:endParaRPr lang="en-G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3612C-AF42-417D-93FC-3226F8F27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6392405"/>
            <a:ext cx="27432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l">
              <a:defRPr sz="1100">
                <a:solidFill>
                  <a:srgbClr val="9D9D9C"/>
                </a:solidFill>
              </a:defRPr>
            </a:lvl1pPr>
          </a:lstStyle>
          <a:p>
            <a:fld id="{ADC45D25-F647-42BC-AA0D-2CB88534BF0A}" type="datetime1">
              <a:rPr lang="en-GB" noProof="0" smtClean="0"/>
              <a:t>03/07/2026</a:t>
            </a:fld>
            <a:endParaRPr lang="en-GB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3B89E-B8AD-4E37-A47E-70BC88992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87870" y="6409657"/>
            <a:ext cx="4114800" cy="252000"/>
          </a:xfrm>
          <a:prstGeom prst="rect">
            <a:avLst/>
          </a:prstGeom>
        </p:spPr>
        <p:txBody>
          <a:bodyPr vert="horz" lIns="72000" tIns="36000" rIns="72000" bIns="36000" rtlCol="0" anchor="ctr"/>
          <a:lstStyle>
            <a:lvl1pPr algn="r">
              <a:defRPr sz="1100">
                <a:solidFill>
                  <a:srgbClr val="9D9D9C"/>
                </a:solidFill>
              </a:defRPr>
            </a:lvl1pPr>
          </a:lstStyle>
          <a:p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64C64-28FA-4980-ADCD-834A954E0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3250" y="6401262"/>
            <a:ext cx="324000" cy="252000"/>
          </a:xfrm>
          <a:prstGeom prst="rect">
            <a:avLst/>
          </a:prstGeom>
          <a:blipFill dpi="0" rotWithShape="1"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vert="horz" lIns="36000" tIns="0" rIns="0" bIns="0" rtlCol="0" anchor="ctr"/>
          <a:lstStyle>
            <a:lvl1pPr algn="r">
              <a:defRPr sz="1200" b="1">
                <a:solidFill>
                  <a:schemeClr val="tx2"/>
                </a:solidFill>
              </a:defRPr>
            </a:lvl1pPr>
          </a:lstStyle>
          <a:p>
            <a:fld id="{66F6B9C1-1745-48B0-A8CA-B72E47831159}" type="slidenum">
              <a:rPr lang="en-GB" smtClean="0"/>
              <a:pPr/>
              <a:t>‹Nº›</a:t>
            </a:fld>
            <a:endParaRPr lang="en-GB"/>
          </a:p>
        </p:txBody>
      </p:sp>
      <p:pic>
        <p:nvPicPr>
          <p:cNvPr id="534" name="Picture 533" descr="A close up of a sign&#10;&#10;Description automatically generated">
            <a:extLst>
              <a:ext uri="{FF2B5EF4-FFF2-40B4-BE49-F238E27FC236}">
                <a16:creationId xmlns:a16="http://schemas.microsoft.com/office/drawing/2014/main" id="{1F8C5BA3-AD8F-4479-9B13-3625AF99EF2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69" t="6364" r="25067" b="10105"/>
          <a:stretch/>
        </p:blipFill>
        <p:spPr>
          <a:xfrm>
            <a:off x="11085404" y="359999"/>
            <a:ext cx="654492" cy="609465"/>
          </a:xfrm>
          <a:prstGeom prst="roundRect">
            <a:avLst>
              <a:gd name="adj" fmla="val 0"/>
            </a:avLst>
          </a:prstGeom>
          <a:effectLst/>
        </p:spPr>
      </p:pic>
    </p:spTree>
    <p:extLst>
      <p:ext uri="{BB962C8B-B14F-4D97-AF65-F5344CB8AC3E}">
        <p14:creationId xmlns:p14="http://schemas.microsoft.com/office/powerpoint/2010/main" val="549759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1" r:id="rId3"/>
    <p:sldLayoutId id="2147483667" r:id="rId4"/>
    <p:sldLayoutId id="2147483668" r:id="rId5"/>
    <p:sldLayoutId id="2147483651" r:id="rId6"/>
    <p:sldLayoutId id="2147483669" r:id="rId7"/>
    <p:sldLayoutId id="2147483665" r:id="rId8"/>
    <p:sldLayoutId id="2147483652" r:id="rId9"/>
    <p:sldLayoutId id="2147483653" r:id="rId10"/>
    <p:sldLayoutId id="2147483664" r:id="rId11"/>
    <p:sldLayoutId id="2147483666" r:id="rId12"/>
    <p:sldLayoutId id="2147483662" r:id="rId13"/>
    <p:sldLayoutId id="2147483663" r:id="rId14"/>
    <p:sldLayoutId id="2147483674" r:id="rId15"/>
    <p:sldLayoutId id="2147483654" r:id="rId16"/>
    <p:sldLayoutId id="2147483655" r:id="rId17"/>
    <p:sldLayoutId id="2147483670" r:id="rId18"/>
    <p:sldLayoutId id="2147483672" r:id="rId19"/>
    <p:sldLayoutId id="2147483673" r:id="rId20"/>
    <p:sldLayoutId id="2147483661" r:id="rId21"/>
    <p:sldLayoutId id="2147483675" r:id="rId22"/>
    <p:sldLayoutId id="2147483676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baseline="0">
          <a:solidFill>
            <a:srgbClr val="1F3E77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600"/>
        </a:spcBef>
        <a:spcAft>
          <a:spcPts val="1200"/>
        </a:spcAft>
        <a:buFont typeface="Arial" panose="020B0604020202020204" pitchFamily="34" charset="0"/>
        <a:buChar char="•"/>
        <a:defRPr sz="2400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047E3-820D-63B7-4F88-696FFD1E7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BD1BD1C-4A20-DA3D-6C3A-D823ED08ED05}"/>
              </a:ext>
            </a:extLst>
          </p:cNvPr>
          <p:cNvSpPr/>
          <p:nvPr/>
        </p:nvSpPr>
        <p:spPr>
          <a:xfrm>
            <a:off x="468001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ABD5EC50-CE12-DA44-12A3-52351BBBD99B}"/>
              </a:ext>
            </a:extLst>
          </p:cNvPr>
          <p:cNvSpPr/>
          <p:nvPr/>
        </p:nvSpPr>
        <p:spPr>
          <a:xfrm>
            <a:off x="4251674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F443BF47-148D-9FE0-F926-3998B7188003}"/>
              </a:ext>
            </a:extLst>
          </p:cNvPr>
          <p:cNvSpPr/>
          <p:nvPr/>
        </p:nvSpPr>
        <p:spPr>
          <a:xfrm>
            <a:off x="8035350" y="1421869"/>
            <a:ext cx="3681900" cy="4777454"/>
          </a:xfrm>
          <a:prstGeom prst="roundRect">
            <a:avLst>
              <a:gd name="adj" fmla="val 4156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6B8F971-9DE6-F328-F58C-A92412DBE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6B9C1-1745-48B0-A8CA-B72E47831159}" type="slidenum">
              <a:rPr lang="en-GB" noProof="0" smtClean="0"/>
              <a:pPr/>
              <a:t>13</a:t>
            </a:fld>
            <a:endParaRPr lang="en-GB" noProof="0"/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63BC63E1-459C-3AA1-B2CB-488A70FC5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err="1"/>
              <a:t>Additional</a:t>
            </a:r>
            <a:r>
              <a:rPr lang="es-ES"/>
              <a:t> </a:t>
            </a:r>
            <a:r>
              <a:rPr lang="es-ES" err="1"/>
              <a:t>Guidelines</a:t>
            </a:r>
            <a:endParaRPr lang="es-ES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91AA7554-444C-0DEC-08BA-81657B54938F}"/>
              </a:ext>
            </a:extLst>
          </p:cNvPr>
          <p:cNvGrpSpPr/>
          <p:nvPr/>
        </p:nvGrpSpPr>
        <p:grpSpPr>
          <a:xfrm rot="21099594">
            <a:off x="1438611" y="1727137"/>
            <a:ext cx="1740678" cy="2439754"/>
            <a:chOff x="1241115" y="866996"/>
            <a:chExt cx="3545853" cy="4969906"/>
          </a:xfrm>
        </p:grpSpPr>
        <p:pic>
          <p:nvPicPr>
            <p:cNvPr id="18" name="Imagen 17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C1EAF8E5-57DC-108A-3C2D-6E4E70247B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499"/>
            <a:stretch>
              <a:fillRect/>
            </a:stretch>
          </p:blipFill>
          <p:spPr>
            <a:xfrm>
              <a:off x="1241115" y="866996"/>
              <a:ext cx="52393" cy="496990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Imagen 18" descr="Imagen que contiene Texto&#10;&#10;El contenido generado por IA puede ser incorrecto.">
              <a:extLst>
                <a:ext uri="{FF2B5EF4-FFF2-40B4-BE49-F238E27FC236}">
                  <a16:creationId xmlns:a16="http://schemas.microsoft.com/office/drawing/2014/main" id="{7700185F-34CA-9A5D-29CF-780F254EA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6590" y="866996"/>
              <a:ext cx="3490378" cy="4969906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0A5C8CA-FF4A-E400-C9FF-34C92B182870}"/>
              </a:ext>
            </a:extLst>
          </p:cNvPr>
          <p:cNvSpPr txBox="1"/>
          <p:nvPr/>
        </p:nvSpPr>
        <p:spPr>
          <a:xfrm>
            <a:off x="671648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Product communication standards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Packaging/product visual alignment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0F67B7B8-5866-6A91-2A97-A453F7009206}"/>
              </a:ext>
            </a:extLst>
          </p:cNvPr>
          <p:cNvSpPr txBox="1"/>
          <p:nvPr/>
        </p:nvSpPr>
        <p:spPr>
          <a:xfrm>
            <a:off x="4458697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Art direction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Styling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Lighting &amp; framing 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Image selection principles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3D1BF643-91F1-0905-8905-D1B3328A3380}"/>
              </a:ext>
            </a:extLst>
          </p:cNvPr>
          <p:cNvSpPr txBox="1"/>
          <p:nvPr/>
        </p:nvSpPr>
        <p:spPr>
          <a:xfrm>
            <a:off x="8238997" y="4433165"/>
            <a:ext cx="3274606" cy="16756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Employee/profile photography consistency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DA09812E-FB4C-7CE4-566A-A8163F841428}"/>
              </a:ext>
            </a:extLst>
          </p:cNvPr>
          <p:cNvGrpSpPr/>
          <p:nvPr/>
        </p:nvGrpSpPr>
        <p:grpSpPr>
          <a:xfrm rot="21021273">
            <a:off x="4803724" y="2184137"/>
            <a:ext cx="2526914" cy="1397322"/>
            <a:chOff x="4581525" y="2092109"/>
            <a:chExt cx="2952236" cy="1632515"/>
          </a:xfrm>
        </p:grpSpPr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9A30E868-EF32-8F1C-C5C0-6D97FCF43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54" r="98429"/>
            <a:stretch>
              <a:fillRect/>
            </a:stretch>
          </p:blipFill>
          <p:spPr>
            <a:xfrm>
              <a:off x="4581525" y="2092109"/>
              <a:ext cx="45719" cy="163251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2" name="Imagen 31">
              <a:extLst>
                <a:ext uri="{FF2B5EF4-FFF2-40B4-BE49-F238E27FC236}">
                  <a16:creationId xmlns:a16="http://schemas.microsoft.com/office/drawing/2014/main" id="{B4269D18-98CA-C668-F054-62D73DAEE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54"/>
            <a:stretch>
              <a:fillRect/>
            </a:stretch>
          </p:blipFill>
          <p:spPr>
            <a:xfrm>
              <a:off x="4622839" y="2092109"/>
              <a:ext cx="2910922" cy="1632515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72E0F80E-62CD-54DE-4D85-86E9C78B1E5B}"/>
              </a:ext>
            </a:extLst>
          </p:cNvPr>
          <p:cNvGrpSpPr/>
          <p:nvPr/>
        </p:nvGrpSpPr>
        <p:grpSpPr>
          <a:xfrm rot="21024756">
            <a:off x="8616115" y="2062714"/>
            <a:ext cx="2520370" cy="1391759"/>
            <a:chOff x="7654040" y="2111259"/>
            <a:chExt cx="2895675" cy="1599004"/>
          </a:xfrm>
        </p:grpSpPr>
        <p:pic>
          <p:nvPicPr>
            <p:cNvPr id="37" name="Imagen 36">
              <a:extLst>
                <a:ext uri="{FF2B5EF4-FFF2-40B4-BE49-F238E27FC236}">
                  <a16:creationId xmlns:a16="http://schemas.microsoft.com/office/drawing/2014/main" id="{5E005AA5-9A24-7B6B-D14D-D9E9857DA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9" r="97231"/>
            <a:stretch>
              <a:fillRect/>
            </a:stretch>
          </p:blipFill>
          <p:spPr>
            <a:xfrm>
              <a:off x="7654040" y="2111259"/>
              <a:ext cx="79263" cy="15990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4E611B34-D2DD-EF17-C70D-9A34114B5F0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789"/>
            <a:stretch>
              <a:fillRect/>
            </a:stretch>
          </p:blipFill>
          <p:spPr>
            <a:xfrm>
              <a:off x="7687552" y="2111259"/>
              <a:ext cx="2862163" cy="1599004"/>
            </a:xfrm>
            <a:prstGeom prst="rect">
              <a:avLst/>
            </a:prstGeom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B37BA42-BA12-1C9E-CB1B-EA89CDE82E64}"/>
              </a:ext>
            </a:extLst>
          </p:cNvPr>
          <p:cNvSpPr/>
          <p:nvPr/>
        </p:nvSpPr>
        <p:spPr>
          <a:xfrm>
            <a:off x="7733303" y="350151"/>
            <a:ext cx="3256589" cy="615524"/>
          </a:xfrm>
          <a:prstGeom prst="roundRect">
            <a:avLst>
              <a:gd name="adj" fmla="val 913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err="1"/>
              <a:t>All</a:t>
            </a:r>
            <a:r>
              <a:rPr lang="es-ES"/>
              <a:t> </a:t>
            </a:r>
            <a:r>
              <a:rPr lang="es-ES" err="1"/>
              <a:t>available</a:t>
            </a:r>
            <a:r>
              <a:rPr lang="es-ES"/>
              <a:t> </a:t>
            </a:r>
            <a:r>
              <a:rPr lang="es-ES" err="1"/>
              <a:t>on</a:t>
            </a:r>
            <a:r>
              <a:rPr lang="es-ES"/>
              <a:t> The Pond</a:t>
            </a:r>
          </a:p>
        </p:txBody>
      </p:sp>
    </p:spTree>
    <p:extLst>
      <p:ext uri="{BB962C8B-B14F-4D97-AF65-F5344CB8AC3E}">
        <p14:creationId xmlns:p14="http://schemas.microsoft.com/office/powerpoint/2010/main" val="30163672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ioMar">
  <a:themeElements>
    <a:clrScheme name="Personalizado 4">
      <a:dk1>
        <a:srgbClr val="575756"/>
      </a:dk1>
      <a:lt1>
        <a:srgbClr val="FFFFFF"/>
      </a:lt1>
      <a:dk2>
        <a:srgbClr val="1F3E77"/>
      </a:dk2>
      <a:lt2>
        <a:srgbClr val="0471AD"/>
      </a:lt2>
      <a:accent1>
        <a:srgbClr val="1F3E77"/>
      </a:accent1>
      <a:accent2>
        <a:srgbClr val="92CEE8"/>
      </a:accent2>
      <a:accent3>
        <a:srgbClr val="C3E4EF"/>
      </a:accent3>
      <a:accent4>
        <a:srgbClr val="EAB318"/>
      </a:accent4>
      <a:accent5>
        <a:srgbClr val="97D130"/>
      </a:accent5>
      <a:accent6>
        <a:srgbClr val="DD6928"/>
      </a:accent6>
      <a:hlink>
        <a:srgbClr val="0471AD"/>
      </a:hlink>
      <a:folHlink>
        <a:srgbClr val="C3E4EF"/>
      </a:folHlink>
    </a:clrScheme>
    <a:fontScheme name="BioMar">
      <a:majorFont>
        <a:latin typeface="Arial"/>
        <a:ea typeface="DengXian"/>
        <a:cs typeface=""/>
      </a:majorFont>
      <a:minorFont>
        <a:latin typeface="Arial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noAutofit/>
      </a:bodyPr>
      <a:lstStyle>
        <a:defPPr algn="l">
          <a:defRPr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ioMar Widescreen Template" id="{964861F3-758B-4765-B772-DE0135CDE128}" vid="{0BFA3625-C3FD-4892-976F-D7CB13A1CF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6cb7051-c7c6-44c0-af61-9813c784cbe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F22A88B03891499CA2E030A787E0F8" ma:contentTypeVersion="18" ma:contentTypeDescription="Crear nuevo documento." ma:contentTypeScope="" ma:versionID="55271805713a6818c818a9dcc996f231">
  <xsd:schema xmlns:xsd="http://www.w3.org/2001/XMLSchema" xmlns:xs="http://www.w3.org/2001/XMLSchema" xmlns:p="http://schemas.microsoft.com/office/2006/metadata/properties" xmlns:ns2="06cb7051-c7c6-44c0-af61-9813c784cbe1" xmlns:ns3="3cdbaa95-48e7-4af6-ba46-b4955525a9b2" targetNamespace="http://schemas.microsoft.com/office/2006/metadata/properties" ma:root="true" ma:fieldsID="7c92f7a882c88d4ddd82b371d267d3cb" ns2:_="" ns3:_="">
    <xsd:import namespace="06cb7051-c7c6-44c0-af61-9813c784cbe1"/>
    <xsd:import namespace="3cdbaa95-48e7-4af6-ba46-b4955525a9b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lcf76f155ced4ddcb4097134ff3c332f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cb7051-c7c6-44c0-af61-9813c784cb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Etiquetas de imagen" ma:readOnly="false" ma:fieldId="{5cf76f15-5ced-4ddc-b409-7134ff3c332f}" ma:taxonomyMulti="true" ma:sspId="2967be40-489f-441b-9de2-f3c93b7bd1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dbaa95-48e7-4af6-ba46-b4955525a9b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DF039FB-4976-470F-B657-603FB156CF26}">
  <ds:schemaRefs>
    <ds:schemaRef ds:uri="06cb7051-c7c6-44c0-af61-9813c784cb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05EAA9-84D0-4033-9AC0-4AE6513386E8}"/>
</file>

<file path=customXml/itemProps3.xml><?xml version="1.0" encoding="utf-8"?>
<ds:datastoreItem xmlns:ds="http://schemas.openxmlformats.org/officeDocument/2006/customXml" ds:itemID="{7EF327ED-68C2-4084-ABDB-D7CBEEFC32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BioMar Widescreen Template</Template>
  <TotalTime>141</TotalTime>
  <Words>1713</Words>
  <Application>Microsoft Office PowerPoint</Application>
  <PresentationFormat>Panorámica</PresentationFormat>
  <Paragraphs>343</Paragraphs>
  <Slides>17</Slides>
  <Notes>16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Nunito Sans</vt:lpstr>
      <vt:lpstr>BioMar</vt:lpstr>
      <vt:lpstr>think-cell Slide</vt:lpstr>
      <vt:lpstr>Design Hub: Who We Are, How We Work &amp; How We Support the Business</vt:lpstr>
      <vt:lpstr>What is the Design Hub?</vt:lpstr>
      <vt:lpstr>Who we are</vt:lpstr>
      <vt:lpstr>Marketing 2028 refined strategy house</vt:lpstr>
      <vt:lpstr>Strategic role of the Design Hub</vt:lpstr>
      <vt:lpstr>Our Areas of Responsibility and functions</vt:lpstr>
      <vt:lpstr>Ownership</vt:lpstr>
      <vt:lpstr>Beyond Daily Design Support</vt:lpstr>
      <vt:lpstr>Design Hub Process</vt:lpstr>
      <vt:lpstr>Different Workflows Depending on Scope</vt:lpstr>
      <vt:lpstr>Design Hub through the years</vt:lpstr>
      <vt:lpstr>Brand Guidelines</vt:lpstr>
      <vt:lpstr>Additional Guidelines</vt:lpstr>
      <vt:lpstr>Recent Logo Rebranding</vt:lpstr>
      <vt:lpstr>Ways of Working</vt:lpstr>
      <vt:lpstr>Current Challenges &amp; Opportunities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Isidora Silva Chiros</dc:creator>
  <cp:lastModifiedBy>Isidora Silva Chiros</cp:lastModifiedBy>
  <cp:revision>1</cp:revision>
  <dcterms:created xsi:type="dcterms:W3CDTF">2026-05-13T13:47:47Z</dcterms:created>
  <dcterms:modified xsi:type="dcterms:W3CDTF">2026-07-03T16:54:09Z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0x010100C9F22A88B03891499CA2E030A787E0F8</vt:lpwstr>
  </property>
  <property fmtid="{D5CDD505-2E9C-101B-9397-08002B2CF9AE}" pid="3" name="MediaServiceImageTags">
    <vt:lpwstr/>
  </property>
</Properties>
</file>