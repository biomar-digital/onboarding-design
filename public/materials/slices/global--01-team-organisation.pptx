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76" r:id="rId5"/>
  </p:sldMasterIdLst>
  <p:notesMasterIdLst>
    <p:notesMasterId r:id="rId24"/>
  </p:notesMasterIdLst>
  <p:sldIdLst>
    <p:sldId id="2147378868" r:id="rId6"/>
    <p:sldId id="2147378926" r:id="rId7"/>
    <p:sldId id="2147482181" r:id="rId8"/>
    <p:sldId id="2147482180" r:id="rId9"/>
    <p:sldId id="1677863269" r:id="rId10"/>
    <p:sldId id="1411689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9232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Evans" userId="8b39185e-a7bc-43e1-824d-731ed06fb3a6" providerId="ADAL" clId="{2EDA9705-8324-434D-840A-D8BE8CDF34AC}"/>
    <pc:docChg chg="modSld">
      <pc:chgData name="Matthew Evans" userId="8b39185e-a7bc-43e1-824d-731ed06fb3a6" providerId="ADAL" clId="{2EDA9705-8324-434D-840A-D8BE8CDF34AC}" dt="2026-06-16T07:51:07.420" v="0" actId="729"/>
      <pc:docMkLst>
        <pc:docMk/>
      </pc:docMkLst>
      <pc:sldChg chg="mod modShow">
        <pc:chgData name="Matthew Evans" userId="8b39185e-a7bc-43e1-824d-731ed06fb3a6" providerId="ADAL" clId="{2EDA9705-8324-434D-840A-D8BE8CDF34AC}" dt="2026-06-16T07:51:07.420" v="0" actId="729"/>
        <pc:sldMkLst>
          <pc:docMk/>
          <pc:sldMk cId="3097284567" sldId="21474821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D1EDA-2EFC-4C82-A9D0-6ABC9A4DA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08E76-B913-4359-A219-C11013C186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E1816-1A7D-458E-88E6-C129C30004D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3DB478-ACDC-4A23-A384-EE272C9FAB86}" type="slidenum">
              <a:t>5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5344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63FE4B-2A11-4174-9591-0C9981A24A8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40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1323A4-66A3-41DF-B2CE-95A19EF8172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AFCE7-F962-4648-961F-14975F9C795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C0D5214-7A80-435A-9DC9-AEF94E0486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98229715-1DF0-4C61-95E0-62AA307015E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5D561-1DD7-42F0-8454-71A535D48A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1CFB51-B326-48B4-B22E-C976685DAFC3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CACCA0-6263-405B-B6FC-D79B87066ECB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0A681FC-D617-4252-A5ED-71B7B7042EE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FCA4E-C1A3-41F8-B33D-61C2A73BBF0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75E8C7D-0BFB-46FA-A648-FB0F62377255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0984C-9E63-4962-AD5D-BD1D53A30B7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CF85CB1D-2CFB-40F2-BD96-FB830C0C5A8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79BA607-D323-4BA5-AF54-B81E4E3E417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6EE9BD1-31BD-441E-A6BA-F3465DD7CB1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5332-848B-4B25-A14F-662BCE9FD56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9E5-5FA5-41DF-881E-0FBD0F69491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E9B5-4D0A-4320-9B3C-43C69D62EB3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6248-7FA6-477E-BF97-B2E69F35493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29A1-B183-4695-8A10-62D01E80BFD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B679F9A-124D-4B5D-A840-9E3698A51B7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73859D-8407-6915-ACCC-57F8095B54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2539" y="1701186"/>
            <a:ext cx="1353550" cy="9108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4C676-4876-E215-F006-A8651C456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2334" y="2413333"/>
            <a:ext cx="1353550" cy="9108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5702FD0-4717-B058-EF47-4A701C1D5A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475387" y="3145040"/>
            <a:ext cx="1353550" cy="9108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999553A-CAF8-4B46-8B69-C1DED98298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779" y="4292877"/>
            <a:ext cx="11112442" cy="88696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B0C1002-EDED-47C7-BBA2-0EBFE1FC14DB}"/>
              </a:ext>
            </a:extLst>
          </p:cNvPr>
          <p:cNvSpPr/>
          <p:nvPr userDrawn="1"/>
        </p:nvSpPr>
        <p:spPr>
          <a:xfrm>
            <a:off x="6382512" y="4736362"/>
            <a:ext cx="1709928" cy="21305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61FF7F-8841-44E5-9A7F-42D7389C7783}"/>
              </a:ext>
            </a:extLst>
          </p:cNvPr>
          <p:cNvSpPr/>
          <p:nvPr userDrawn="1"/>
        </p:nvSpPr>
        <p:spPr>
          <a:xfrm>
            <a:off x="8659367" y="4736362"/>
            <a:ext cx="1709928" cy="2130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4049FD-E1B8-46F0-9261-1D12DC233166}"/>
              </a:ext>
            </a:extLst>
          </p:cNvPr>
          <p:cNvSpPr/>
          <p:nvPr userDrawn="1"/>
        </p:nvSpPr>
        <p:spPr>
          <a:xfrm>
            <a:off x="1828800" y="4736362"/>
            <a:ext cx="1709928" cy="21305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8E1F2E-68BD-42F8-B40C-38178837E627}"/>
              </a:ext>
            </a:extLst>
          </p:cNvPr>
          <p:cNvSpPr/>
          <p:nvPr userDrawn="1"/>
        </p:nvSpPr>
        <p:spPr>
          <a:xfrm>
            <a:off x="4105656" y="4736362"/>
            <a:ext cx="1709928" cy="2130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4FE88-C8D9-446D-9CCF-05BB3D62C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6791" y="374068"/>
            <a:ext cx="8818418" cy="469116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2585CCA-7E8D-4801-BD69-EE6074D6F7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87513" y="899824"/>
            <a:ext cx="8816975" cy="33738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151A24C-5AE7-4C88-A756-96BF7217B67D}"/>
              </a:ext>
            </a:extLst>
          </p:cNvPr>
          <p:cNvCxnSpPr/>
          <p:nvPr userDrawn="1"/>
        </p:nvCxnSpPr>
        <p:spPr>
          <a:xfrm>
            <a:off x="1061013" y="4736362"/>
            <a:ext cx="10116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>
            <a:extLst>
              <a:ext uri="{FF2B5EF4-FFF2-40B4-BE49-F238E27FC236}">
                <a16:creationId xmlns:a16="http://schemas.microsoft.com/office/drawing/2014/main" id="{A8E93428-4ED9-4325-A388-C3ADA2D31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150" y="1624253"/>
            <a:ext cx="1353312" cy="91064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F6F2B9C-2242-4858-9F13-D35A8AA12D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1221" y="2336241"/>
            <a:ext cx="1353550" cy="9108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D4EDCF5A-7BDE-4D6B-ABD0-3AB65F1C2F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878156" y="3067948"/>
            <a:ext cx="1353550" cy="9108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E05A8C23-CD04-4CC0-81F0-B51ED25D6F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8101" y="1624094"/>
            <a:ext cx="1353550" cy="9108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8BA30145-14AC-4F49-90EC-CCD6C9B0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67653" y="2336241"/>
            <a:ext cx="1353550" cy="9108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C502391-D2FD-42C0-A3AD-CFBA0E74FD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422647" y="3067948"/>
            <a:ext cx="1353550" cy="9108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DC5D8DB9-127D-4F50-9EFA-69CCD2DD3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4290" y="1624094"/>
            <a:ext cx="1353550" cy="9108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B68CE4F-9334-460A-AC16-FD7B9D483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4085" y="2336241"/>
            <a:ext cx="1353550" cy="9108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5FA82588-8741-4458-86A7-BD172C98E2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967138" y="3067948"/>
            <a:ext cx="1353550" cy="9108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2F06B201-75A9-4318-9FB7-162ACF2689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49153" y="3977811"/>
            <a:ext cx="3534" cy="576072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83B5AB1-7EBB-41FA-91A7-C559D3C99B65}"/>
              </a:ext>
            </a:extLst>
          </p:cNvPr>
          <p:cNvCxnSpPr/>
          <p:nvPr userDrawn="1"/>
        </p:nvCxnSpPr>
        <p:spPr>
          <a:xfrm>
            <a:off x="1848806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E9CD576-7A1C-4CD4-9D8A-7B399C2CA3B1}"/>
              </a:ext>
            </a:extLst>
          </p:cNvPr>
          <p:cNvCxnSpPr>
            <a:cxnSpLocks/>
          </p:cNvCxnSpPr>
          <p:nvPr userDrawn="1"/>
        </p:nvCxnSpPr>
        <p:spPr>
          <a:xfrm>
            <a:off x="2697996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BD786A0-A137-4606-ADCE-C6927B42099B}"/>
              </a:ext>
            </a:extLst>
          </p:cNvPr>
          <p:cNvCxnSpPr>
            <a:cxnSpLocks/>
          </p:cNvCxnSpPr>
          <p:nvPr userDrawn="1"/>
        </p:nvCxnSpPr>
        <p:spPr>
          <a:xfrm>
            <a:off x="9448304" y="2599876"/>
            <a:ext cx="18402" cy="188045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815CBB7-9DB2-4084-9FAD-EAF1EC4885E3}"/>
              </a:ext>
            </a:extLst>
          </p:cNvPr>
          <p:cNvCxnSpPr>
            <a:cxnSpLocks/>
          </p:cNvCxnSpPr>
          <p:nvPr userDrawn="1"/>
        </p:nvCxnSpPr>
        <p:spPr>
          <a:xfrm>
            <a:off x="10324486" y="3315751"/>
            <a:ext cx="11328" cy="117876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F26B1C5-95B6-45FA-A9CD-A905D2137F41}"/>
              </a:ext>
            </a:extLst>
          </p:cNvPr>
          <p:cNvCxnSpPr>
            <a:cxnSpLocks/>
          </p:cNvCxnSpPr>
          <p:nvPr userDrawn="1"/>
        </p:nvCxnSpPr>
        <p:spPr>
          <a:xfrm>
            <a:off x="11188261" y="4055989"/>
            <a:ext cx="0" cy="47175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7AFA7F4-DFBA-48DD-A963-33300EA6DCB7}"/>
              </a:ext>
            </a:extLst>
          </p:cNvPr>
          <p:cNvCxnSpPr/>
          <p:nvPr userDrawn="1"/>
        </p:nvCxnSpPr>
        <p:spPr>
          <a:xfrm>
            <a:off x="6941144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9273F8B-484B-4948-A3EB-B4FEDFB903E9}"/>
              </a:ext>
            </a:extLst>
          </p:cNvPr>
          <p:cNvCxnSpPr/>
          <p:nvPr userDrawn="1"/>
        </p:nvCxnSpPr>
        <p:spPr>
          <a:xfrm>
            <a:off x="4394975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71">
            <a:extLst>
              <a:ext uri="{FF2B5EF4-FFF2-40B4-BE49-F238E27FC236}">
                <a16:creationId xmlns:a16="http://schemas.microsoft.com/office/drawing/2014/main" id="{FA075AB9-B34D-4B15-BCFC-4BF1B6243A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0242" y="3946744"/>
            <a:ext cx="3534" cy="576072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CD61995-16DF-4B2C-89CB-A72CAF07D9B3}"/>
              </a:ext>
            </a:extLst>
          </p:cNvPr>
          <p:cNvCxnSpPr>
            <a:cxnSpLocks/>
          </p:cNvCxnSpPr>
          <p:nvPr userDrawn="1"/>
        </p:nvCxnSpPr>
        <p:spPr>
          <a:xfrm>
            <a:off x="5243935" y="3215974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>
            <a:extLst>
              <a:ext uri="{FF2B5EF4-FFF2-40B4-BE49-F238E27FC236}">
                <a16:creationId xmlns:a16="http://schemas.microsoft.com/office/drawing/2014/main" id="{C8CEB2D1-FD5A-4675-9E26-EEA68EFB9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1332" y="3977811"/>
            <a:ext cx="3534" cy="576072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F8628E3-930B-41FE-A903-DB4F8A73E3F2}"/>
              </a:ext>
            </a:extLst>
          </p:cNvPr>
          <p:cNvCxnSpPr>
            <a:cxnSpLocks/>
          </p:cNvCxnSpPr>
          <p:nvPr userDrawn="1"/>
        </p:nvCxnSpPr>
        <p:spPr>
          <a:xfrm>
            <a:off x="7789874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Placeholder 76">
            <a:extLst>
              <a:ext uri="{FF2B5EF4-FFF2-40B4-BE49-F238E27FC236}">
                <a16:creationId xmlns:a16="http://schemas.microsoft.com/office/drawing/2014/main" id="{E5A98CC2-08EF-44B9-8B89-5C4625721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521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0" name="Text Placeholder 76">
            <a:extLst>
              <a:ext uri="{FF2B5EF4-FFF2-40B4-BE49-F238E27FC236}">
                <a16:creationId xmlns:a16="http://schemas.microsoft.com/office/drawing/2014/main" id="{F4DC2690-03AF-4032-8ED5-C3D1D4EC32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8131" y="4480330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1" name="Text Placeholder 76">
            <a:extLst>
              <a:ext uri="{FF2B5EF4-FFF2-40B4-BE49-F238E27FC236}">
                <a16:creationId xmlns:a16="http://schemas.microsoft.com/office/drawing/2014/main" id="{0AF910D7-25F6-4C1D-BD02-BA0984AD56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36674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JUN</a:t>
            </a:r>
            <a:endParaRPr lang="ru-RU"/>
          </a:p>
        </p:txBody>
      </p:sp>
      <p:sp>
        <p:nvSpPr>
          <p:cNvPr id="82" name="Text Placeholder 76">
            <a:extLst>
              <a:ext uri="{FF2B5EF4-FFF2-40B4-BE49-F238E27FC236}">
                <a16:creationId xmlns:a16="http://schemas.microsoft.com/office/drawing/2014/main" id="{978CD251-9E38-4039-B45B-81542FDA1D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378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JAN</a:t>
            </a:r>
            <a:endParaRPr lang="ru-RU"/>
          </a:p>
        </p:txBody>
      </p:sp>
      <p:sp>
        <p:nvSpPr>
          <p:cNvPr id="83" name="Text Placeholder 76">
            <a:extLst>
              <a:ext uri="{FF2B5EF4-FFF2-40B4-BE49-F238E27FC236}">
                <a16:creationId xmlns:a16="http://schemas.microsoft.com/office/drawing/2014/main" id="{8862AB59-B495-40FF-A96A-A50D5CB73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9520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APR</a:t>
            </a:r>
            <a:endParaRPr lang="ru-RU"/>
          </a:p>
        </p:txBody>
      </p:sp>
      <p:sp>
        <p:nvSpPr>
          <p:cNvPr id="84" name="Text Placeholder 76">
            <a:extLst>
              <a:ext uri="{FF2B5EF4-FFF2-40B4-BE49-F238E27FC236}">
                <a16:creationId xmlns:a16="http://schemas.microsoft.com/office/drawing/2014/main" id="{4C07DD8A-3623-4BD9-8482-B9476DAB2D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8097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MAY</a:t>
            </a:r>
            <a:endParaRPr lang="ru-RU"/>
          </a:p>
        </p:txBody>
      </p:sp>
      <p:sp>
        <p:nvSpPr>
          <p:cNvPr id="85" name="Text Placeholder 76">
            <a:extLst>
              <a:ext uri="{FF2B5EF4-FFF2-40B4-BE49-F238E27FC236}">
                <a16:creationId xmlns:a16="http://schemas.microsoft.com/office/drawing/2014/main" id="{18C43019-5630-404E-8141-4CD73CCF36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42366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FEB</a:t>
            </a:r>
            <a:endParaRPr lang="ru-RU"/>
          </a:p>
        </p:txBody>
      </p:sp>
      <p:sp>
        <p:nvSpPr>
          <p:cNvPr id="86" name="Text Placeholder 76">
            <a:extLst>
              <a:ext uri="{FF2B5EF4-FFF2-40B4-BE49-F238E27FC236}">
                <a16:creationId xmlns:a16="http://schemas.microsoft.com/office/drawing/2014/main" id="{0D5E5F87-7E75-4564-A62F-925E01D0E7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85251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JUL</a:t>
            </a:r>
            <a:endParaRPr lang="ru-RU"/>
          </a:p>
        </p:txBody>
      </p:sp>
      <p:sp>
        <p:nvSpPr>
          <p:cNvPr id="87" name="Text Placeholder 76">
            <a:extLst>
              <a:ext uri="{FF2B5EF4-FFF2-40B4-BE49-F238E27FC236}">
                <a16:creationId xmlns:a16="http://schemas.microsoft.com/office/drawing/2014/main" id="{FE474046-809E-41C2-A82A-63A59EC94E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3828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AUG</a:t>
            </a:r>
            <a:endParaRPr lang="ru-RU"/>
          </a:p>
        </p:txBody>
      </p:sp>
      <p:sp>
        <p:nvSpPr>
          <p:cNvPr id="88" name="Text Placeholder 76">
            <a:extLst>
              <a:ext uri="{FF2B5EF4-FFF2-40B4-BE49-F238E27FC236}">
                <a16:creationId xmlns:a16="http://schemas.microsoft.com/office/drawing/2014/main" id="{57AE7F50-477B-4B5E-89D9-3CE27F8BDE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90943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MAR</a:t>
            </a:r>
            <a:endParaRPr lang="ru-RU"/>
          </a:p>
        </p:txBody>
      </p:sp>
      <p:sp>
        <p:nvSpPr>
          <p:cNvPr id="89" name="Text Placeholder 76">
            <a:extLst>
              <a:ext uri="{FF2B5EF4-FFF2-40B4-BE49-F238E27FC236}">
                <a16:creationId xmlns:a16="http://schemas.microsoft.com/office/drawing/2014/main" id="{9F4C2F2B-2B5A-4AA7-8AF9-86FD697DC9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82405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SEP</a:t>
            </a:r>
            <a:endParaRPr lang="ru-RU"/>
          </a:p>
        </p:txBody>
      </p:sp>
      <p:sp>
        <p:nvSpPr>
          <p:cNvPr id="90" name="Text Placeholder 76">
            <a:extLst>
              <a:ext uri="{FF2B5EF4-FFF2-40B4-BE49-F238E27FC236}">
                <a16:creationId xmlns:a16="http://schemas.microsoft.com/office/drawing/2014/main" id="{C66035AF-713A-4F11-A3A3-6D662CF569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098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OCT</a:t>
            </a:r>
            <a:endParaRPr lang="ru-RU"/>
          </a:p>
        </p:txBody>
      </p:sp>
      <p:sp>
        <p:nvSpPr>
          <p:cNvPr id="91" name="Text Placeholder 76">
            <a:extLst>
              <a:ext uri="{FF2B5EF4-FFF2-40B4-BE49-F238E27FC236}">
                <a16:creationId xmlns:a16="http://schemas.microsoft.com/office/drawing/2014/main" id="{A469C081-9B6B-48BC-993C-A6E3B0B19B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7955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NOV</a:t>
            </a:r>
            <a:endParaRPr lang="ru-RU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89B19B41-BDC6-46D8-975C-2D06E14B61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7935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4" name="Text Placeholder 92">
            <a:extLst>
              <a:ext uri="{FF2B5EF4-FFF2-40B4-BE49-F238E27FC236}">
                <a16:creationId xmlns:a16="http://schemas.microsoft.com/office/drawing/2014/main" id="{7001B197-A958-4E16-AD2D-63EC156A41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7934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6" name="Text Placeholder 92">
            <a:extLst>
              <a:ext uri="{FF2B5EF4-FFF2-40B4-BE49-F238E27FC236}">
                <a16:creationId xmlns:a16="http://schemas.microsoft.com/office/drawing/2014/main" id="{88A84FA1-0D73-49A8-A3D2-E005CD4835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21758" y="182819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7" name="Text Placeholder 92">
            <a:extLst>
              <a:ext uri="{FF2B5EF4-FFF2-40B4-BE49-F238E27FC236}">
                <a16:creationId xmlns:a16="http://schemas.microsoft.com/office/drawing/2014/main" id="{1A902C94-49C3-42E7-B3C0-054980C59F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21757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8" name="Text Placeholder 92">
            <a:extLst>
              <a:ext uri="{FF2B5EF4-FFF2-40B4-BE49-F238E27FC236}">
                <a16:creationId xmlns:a16="http://schemas.microsoft.com/office/drawing/2014/main" id="{6A588BD3-5A93-4BE0-A97C-3F91F703D88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65581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9" name="Text Placeholder 92">
            <a:extLst>
              <a:ext uri="{FF2B5EF4-FFF2-40B4-BE49-F238E27FC236}">
                <a16:creationId xmlns:a16="http://schemas.microsoft.com/office/drawing/2014/main" id="{CF518451-83D4-424A-A603-376701099B1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65580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0" name="Text Placeholder 92">
            <a:extLst>
              <a:ext uri="{FF2B5EF4-FFF2-40B4-BE49-F238E27FC236}">
                <a16:creationId xmlns:a16="http://schemas.microsoft.com/office/drawing/2014/main" id="{67D5CA08-D877-4DB8-B59F-E80836A783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09404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1" name="Text Placeholder 92">
            <a:extLst>
              <a:ext uri="{FF2B5EF4-FFF2-40B4-BE49-F238E27FC236}">
                <a16:creationId xmlns:a16="http://schemas.microsoft.com/office/drawing/2014/main" id="{4787E4F4-A253-4A99-8126-FBAA70686F4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9403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2" name="Text Placeholder 92">
            <a:extLst>
              <a:ext uri="{FF2B5EF4-FFF2-40B4-BE49-F238E27FC236}">
                <a16:creationId xmlns:a16="http://schemas.microsoft.com/office/drawing/2014/main" id="{AE0790DD-E8BD-43EC-AA51-7CB68DD20E9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021221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3" name="Text Placeholder 92">
            <a:extLst>
              <a:ext uri="{FF2B5EF4-FFF2-40B4-BE49-F238E27FC236}">
                <a16:creationId xmlns:a16="http://schemas.microsoft.com/office/drawing/2014/main" id="{2577F593-79D3-424D-A032-7ECBD1D6FA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021220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4" name="Text Placeholder 92">
            <a:extLst>
              <a:ext uri="{FF2B5EF4-FFF2-40B4-BE49-F238E27FC236}">
                <a16:creationId xmlns:a16="http://schemas.microsoft.com/office/drawing/2014/main" id="{3CB5E2EE-85C4-4CB5-8BE5-865C93896A7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69663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5" name="Text Placeholder 92">
            <a:extLst>
              <a:ext uri="{FF2B5EF4-FFF2-40B4-BE49-F238E27FC236}">
                <a16:creationId xmlns:a16="http://schemas.microsoft.com/office/drawing/2014/main" id="{727741F9-FB7A-4DF0-81F7-BC37853C7A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69662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6" name="Text Placeholder 92">
            <a:extLst>
              <a:ext uri="{FF2B5EF4-FFF2-40B4-BE49-F238E27FC236}">
                <a16:creationId xmlns:a16="http://schemas.microsoft.com/office/drawing/2014/main" id="{9AA76CF9-6430-4F34-A84A-8AEDB9AC532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18105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7" name="Text Placeholder 92">
            <a:extLst>
              <a:ext uri="{FF2B5EF4-FFF2-40B4-BE49-F238E27FC236}">
                <a16:creationId xmlns:a16="http://schemas.microsoft.com/office/drawing/2014/main" id="{F8718C69-DBC9-43FE-B643-B1F6ACA11C6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18104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8" name="Text Placeholder 92">
            <a:extLst>
              <a:ext uri="{FF2B5EF4-FFF2-40B4-BE49-F238E27FC236}">
                <a16:creationId xmlns:a16="http://schemas.microsoft.com/office/drawing/2014/main" id="{7D1759ED-E404-427D-B97C-E51C74C374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66547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9" name="Text Placeholder 92">
            <a:extLst>
              <a:ext uri="{FF2B5EF4-FFF2-40B4-BE49-F238E27FC236}">
                <a16:creationId xmlns:a16="http://schemas.microsoft.com/office/drawing/2014/main" id="{F49372DD-8792-4F5E-A97E-777095F8FA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666546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0" name="Text Placeholder 92">
            <a:extLst>
              <a:ext uri="{FF2B5EF4-FFF2-40B4-BE49-F238E27FC236}">
                <a16:creationId xmlns:a16="http://schemas.microsoft.com/office/drawing/2014/main" id="{96DC320A-FF03-4C0F-841F-A1A8376080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83749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1" name="Text Placeholder 92">
            <a:extLst>
              <a:ext uri="{FF2B5EF4-FFF2-40B4-BE49-F238E27FC236}">
                <a16:creationId xmlns:a16="http://schemas.microsoft.com/office/drawing/2014/main" id="{F7EF0281-DC79-47E0-9F16-7739D368B2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83748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2" name="Text Placeholder 92">
            <a:extLst>
              <a:ext uri="{FF2B5EF4-FFF2-40B4-BE49-F238E27FC236}">
                <a16:creationId xmlns:a16="http://schemas.microsoft.com/office/drawing/2014/main" id="{D7C68C9E-596F-4C21-9730-FCD6C1A3C4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26018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3" name="Text Placeholder 92">
            <a:extLst>
              <a:ext uri="{FF2B5EF4-FFF2-40B4-BE49-F238E27FC236}">
                <a16:creationId xmlns:a16="http://schemas.microsoft.com/office/drawing/2014/main" id="{CC380F73-C90F-4AAA-AE5B-063016DC71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26017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4" name="Text Placeholder 92">
            <a:extLst>
              <a:ext uri="{FF2B5EF4-FFF2-40B4-BE49-F238E27FC236}">
                <a16:creationId xmlns:a16="http://schemas.microsoft.com/office/drawing/2014/main" id="{9520F3C5-0987-4517-B0EE-4E412FD9C0B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68287" y="326759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5" name="Text Placeholder 92">
            <a:extLst>
              <a:ext uri="{FF2B5EF4-FFF2-40B4-BE49-F238E27FC236}">
                <a16:creationId xmlns:a16="http://schemas.microsoft.com/office/drawing/2014/main" id="{18B7EE9A-2CF8-4F1B-989E-4D6B081D3F4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968286" y="347127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6" name="Text Placeholder 92">
            <a:extLst>
              <a:ext uri="{FF2B5EF4-FFF2-40B4-BE49-F238E27FC236}">
                <a16:creationId xmlns:a16="http://schemas.microsoft.com/office/drawing/2014/main" id="{358A9693-91C8-4CDB-AC04-2FE5D32AC5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510556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7" name="Text Placeholder 92">
            <a:extLst>
              <a:ext uri="{FF2B5EF4-FFF2-40B4-BE49-F238E27FC236}">
                <a16:creationId xmlns:a16="http://schemas.microsoft.com/office/drawing/2014/main" id="{88F651C4-2FDC-4A2D-B5D1-1E752BEBDCF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510555" y="3490326"/>
            <a:ext cx="1347519" cy="517970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20" name="Text Placeholder 92">
            <a:extLst>
              <a:ext uri="{FF2B5EF4-FFF2-40B4-BE49-F238E27FC236}">
                <a16:creationId xmlns:a16="http://schemas.microsoft.com/office/drawing/2014/main" id="{06775BE6-0710-4B20-8C16-DBF3B866006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1981" y="3574380"/>
            <a:ext cx="1347519" cy="433916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PROJECT</a:t>
            </a:r>
            <a:br>
              <a:rPr lang="en-US"/>
            </a:br>
            <a:r>
              <a:rPr lang="en-US"/>
              <a:t>START</a:t>
            </a:r>
          </a:p>
        </p:txBody>
      </p:sp>
      <p:sp>
        <p:nvSpPr>
          <p:cNvPr id="122" name="Text Placeholder 92">
            <a:extLst>
              <a:ext uri="{FF2B5EF4-FFF2-40B4-BE49-F238E27FC236}">
                <a16:creationId xmlns:a16="http://schemas.microsoft.com/office/drawing/2014/main" id="{777F0E57-9D42-4F72-8D6D-4BE03FC71F0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10005" y="539347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Q1</a:t>
            </a:r>
            <a:endParaRPr lang="ru-RU"/>
          </a:p>
        </p:txBody>
      </p:sp>
      <p:sp>
        <p:nvSpPr>
          <p:cNvPr id="123" name="Text Placeholder 92">
            <a:extLst>
              <a:ext uri="{FF2B5EF4-FFF2-40B4-BE49-F238E27FC236}">
                <a16:creationId xmlns:a16="http://schemas.microsoft.com/office/drawing/2014/main" id="{AC38C51F-FEF5-4ABC-A91E-2BEAAD0B16E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10005" y="590377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4" name="Text Placeholder 92">
            <a:extLst>
              <a:ext uri="{FF2B5EF4-FFF2-40B4-BE49-F238E27FC236}">
                <a16:creationId xmlns:a16="http://schemas.microsoft.com/office/drawing/2014/main" id="{89620B00-4C09-4C77-BB19-F22F0928D3A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286861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Q2</a:t>
            </a:r>
            <a:endParaRPr lang="ru-RU"/>
          </a:p>
        </p:txBody>
      </p:sp>
      <p:sp>
        <p:nvSpPr>
          <p:cNvPr id="125" name="Text Placeholder 92">
            <a:extLst>
              <a:ext uri="{FF2B5EF4-FFF2-40B4-BE49-F238E27FC236}">
                <a16:creationId xmlns:a16="http://schemas.microsoft.com/office/drawing/2014/main" id="{7F740E72-128A-47CB-944C-6364E308697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286861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6" name="Text Placeholder 92">
            <a:extLst>
              <a:ext uri="{FF2B5EF4-FFF2-40B4-BE49-F238E27FC236}">
                <a16:creationId xmlns:a16="http://schemas.microsoft.com/office/drawing/2014/main" id="{9A2F611C-4E32-4954-A71A-9D325D3635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63717" y="5394195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Q3</a:t>
            </a:r>
            <a:endParaRPr lang="ru-RU"/>
          </a:p>
        </p:txBody>
      </p:sp>
      <p:sp>
        <p:nvSpPr>
          <p:cNvPr id="127" name="Text Placeholder 92">
            <a:extLst>
              <a:ext uri="{FF2B5EF4-FFF2-40B4-BE49-F238E27FC236}">
                <a16:creationId xmlns:a16="http://schemas.microsoft.com/office/drawing/2014/main" id="{6BECFCA3-3003-4E1C-B95A-77F0E24555D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63717" y="5904493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8" name="Text Placeholder 92">
            <a:extLst>
              <a:ext uri="{FF2B5EF4-FFF2-40B4-BE49-F238E27FC236}">
                <a16:creationId xmlns:a16="http://schemas.microsoft.com/office/drawing/2014/main" id="{ADC5ADB7-1218-43F3-8DF4-23F099ECCEB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40572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4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Q4</a:t>
            </a:r>
            <a:endParaRPr lang="ru-RU"/>
          </a:p>
        </p:txBody>
      </p:sp>
      <p:sp>
        <p:nvSpPr>
          <p:cNvPr id="129" name="Text Placeholder 92">
            <a:extLst>
              <a:ext uri="{FF2B5EF4-FFF2-40B4-BE49-F238E27FC236}">
                <a16:creationId xmlns:a16="http://schemas.microsoft.com/office/drawing/2014/main" id="{371EA831-AF53-4C92-875F-48C5C459B32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840572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903342-285D-554D-04A2-EBF4B55E3281}"/>
              </a:ext>
            </a:extLst>
          </p:cNvPr>
          <p:cNvCxnSpPr>
            <a:cxnSpLocks/>
            <a:stCxn id="113" idx="2"/>
            <a:endCxn id="81" idx="0"/>
          </p:cNvCxnSpPr>
          <p:nvPr userDrawn="1"/>
        </p:nvCxnSpPr>
        <p:spPr>
          <a:xfrm flipH="1">
            <a:off x="6092706" y="3975999"/>
            <a:ext cx="7071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EC4A9E-2FAD-B84F-845A-90C225D62275}"/>
              </a:ext>
            </a:extLst>
          </p:cNvPr>
          <p:cNvCxnSpPr>
            <a:cxnSpLocks/>
            <a:stCxn id="111" idx="2"/>
            <a:endCxn id="88" idx="0"/>
          </p:cNvCxnSpPr>
          <p:nvPr userDrawn="1"/>
        </p:nvCxnSpPr>
        <p:spPr>
          <a:xfrm flipH="1">
            <a:off x="3546975" y="3975999"/>
            <a:ext cx="10533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DB9792-D224-7BB3-6969-BEA9605CA514}"/>
              </a:ext>
            </a:extLst>
          </p:cNvPr>
          <p:cNvCxnSpPr>
            <a:cxnSpLocks/>
          </p:cNvCxnSpPr>
          <p:nvPr userDrawn="1"/>
        </p:nvCxnSpPr>
        <p:spPr>
          <a:xfrm>
            <a:off x="8640317" y="3946744"/>
            <a:ext cx="0" cy="53358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5606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290888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63904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30138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66382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95329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0947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1464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4181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8828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799088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487436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724701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122678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1848407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517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640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53760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99531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47795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61931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380842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61111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827CE033-8984-48E6-AE68-E518DC9CE09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98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64719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svg"/><Relationship Id="rId5" Type="http://schemas.openxmlformats.org/officeDocument/2006/relationships/image" Target="../media/image19.jpe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svg"/><Relationship Id="rId18" Type="http://schemas.openxmlformats.org/officeDocument/2006/relationships/image" Target="../media/image37.svg"/><Relationship Id="rId26" Type="http://schemas.openxmlformats.org/officeDocument/2006/relationships/image" Target="../media/image44.png"/><Relationship Id="rId3" Type="http://schemas.openxmlformats.org/officeDocument/2006/relationships/image" Target="../media/image22.svg"/><Relationship Id="rId21" Type="http://schemas.openxmlformats.org/officeDocument/2006/relationships/image" Target="../media/image40.jpeg"/><Relationship Id="rId7" Type="http://schemas.openxmlformats.org/officeDocument/2006/relationships/image" Target="../media/image26.svg"/><Relationship Id="rId12" Type="http://schemas.openxmlformats.org/officeDocument/2006/relationships/image" Target="../media/image31.svg"/><Relationship Id="rId17" Type="http://schemas.openxmlformats.org/officeDocument/2006/relationships/image" Target="../media/image36.svg"/><Relationship Id="rId25" Type="http://schemas.openxmlformats.org/officeDocument/2006/relationships/image" Target="../media/image43.svg"/><Relationship Id="rId2" Type="http://schemas.openxmlformats.org/officeDocument/2006/relationships/image" Target="../media/image21.svg"/><Relationship Id="rId16" Type="http://schemas.openxmlformats.org/officeDocument/2006/relationships/image" Target="../media/image35.svg"/><Relationship Id="rId20" Type="http://schemas.openxmlformats.org/officeDocument/2006/relationships/image" Target="../media/image39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24" Type="http://schemas.openxmlformats.org/officeDocument/2006/relationships/image" Target="../media/image20.svg"/><Relationship Id="rId5" Type="http://schemas.openxmlformats.org/officeDocument/2006/relationships/image" Target="../media/image24.svg"/><Relationship Id="rId15" Type="http://schemas.openxmlformats.org/officeDocument/2006/relationships/image" Target="../media/image34.svg"/><Relationship Id="rId23" Type="http://schemas.openxmlformats.org/officeDocument/2006/relationships/image" Target="../media/image42.svg"/><Relationship Id="rId10" Type="http://schemas.openxmlformats.org/officeDocument/2006/relationships/image" Target="../media/image29.svg"/><Relationship Id="rId19" Type="http://schemas.openxmlformats.org/officeDocument/2006/relationships/image" Target="../media/image38.png"/><Relationship Id="rId4" Type="http://schemas.openxmlformats.org/officeDocument/2006/relationships/image" Target="../media/image23.svg"/><Relationship Id="rId9" Type="http://schemas.openxmlformats.org/officeDocument/2006/relationships/image" Target="../media/image28.svg"/><Relationship Id="rId14" Type="http://schemas.openxmlformats.org/officeDocument/2006/relationships/image" Target="../media/image33.svg"/><Relationship Id="rId2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16">
            <a:extLst>
              <a:ext uri="{FF2B5EF4-FFF2-40B4-BE49-F238E27FC236}">
                <a16:creationId xmlns:a16="http://schemas.microsoft.com/office/drawing/2014/main" id="{012B650E-6801-44C5-AFCB-E6D5576D0C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GB"/>
              <a:t>The team, practicalities and how we work.</a:t>
            </a:r>
            <a:endParaRPr lang="en-GB">
              <a:cs typeface="Arial"/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E3AE518-2B9B-408B-9C56-A5749647AA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/>
              <a:t>Global and Group Marketing</a:t>
            </a:r>
            <a:endParaRPr lang="en-GB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500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A1A4A1E-22E6-8A9E-BA35-EEF3F77D8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C12DA9F-FDB3-6E88-8DA5-76DAC6570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What is Global Marketing and Branding</a:t>
            </a:r>
            <a:endParaRPr lang="en-GB" dirty="0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F98731-27F8-9B63-1963-375AAECD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D8D24C-CB55-2A77-C9B0-5E601CCD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13261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oup of text on a piece of paper&#10;&#10;AI-generated content may be incorrect.">
            <a:extLst>
              <a:ext uri="{FF2B5EF4-FFF2-40B4-BE49-F238E27FC236}">
                <a16:creationId xmlns:a16="http://schemas.microsoft.com/office/drawing/2014/main" id="{5D530CC9-C512-4B6C-F071-C8BCC19FC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673" t="12603" r="5401" b="11233"/>
          <a:stretch>
            <a:fillRect/>
          </a:stretch>
        </p:blipFill>
        <p:spPr>
          <a:xfrm>
            <a:off x="468397" y="1353763"/>
            <a:ext cx="11262189" cy="517049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F0280-5FF6-301A-484E-3D55C3220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44AD5-3409-BDCB-C295-D87886B9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EACBA0-EB50-918F-DEB0-F82CEC7E8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Our 3 working areas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1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E02EC-158A-4646-CB28-F0002C98A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8510E1-E05F-33EC-82E4-28A6DC5B9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9A06C8-A185-F402-217D-52AB135D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Marketing Organisation</a:t>
            </a:r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F59704-20F5-B78F-AFC5-19FEA602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1C15B0-04E3-08C7-2CE8-1A47A324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057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174">
            <a:extLst>
              <a:ext uri="{FF2B5EF4-FFF2-40B4-BE49-F238E27FC236}">
                <a16:creationId xmlns:a16="http://schemas.microsoft.com/office/drawing/2014/main" id="{33EB2210-B661-C1A9-C28C-599F33AA3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2286" y="3858176"/>
            <a:ext cx="720000" cy="69749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738385D-A394-46AC-B95F-D613CC19CB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999" y="395999"/>
            <a:ext cx="11277212" cy="683998"/>
          </a:xfrm>
        </p:spPr>
        <p:txBody>
          <a:bodyPr anchorCtr="1"/>
          <a:lstStyle/>
          <a:p>
            <a:pPr lvl="0" algn="ctr"/>
            <a:r>
              <a:rPr lang="en-GB"/>
              <a:t>Global Marketing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3CE824B-1066-4130-B6C5-4148E36DC8B5}"/>
              </a:ext>
            </a:extLst>
          </p:cNvPr>
          <p:cNvGrpSpPr/>
          <p:nvPr/>
        </p:nvGrpSpPr>
        <p:grpSpPr>
          <a:xfrm>
            <a:off x="3332819" y="1388911"/>
            <a:ext cx="3177503" cy="1214752"/>
            <a:chOff x="4517853" y="1859174"/>
            <a:chExt cx="3177503" cy="1214752"/>
          </a:xfrm>
        </p:grpSpPr>
        <p:grpSp>
          <p:nvGrpSpPr>
            <p:cNvPr id="21" name="Group 7">
              <a:extLst>
                <a:ext uri="{FF2B5EF4-FFF2-40B4-BE49-F238E27FC236}">
                  <a16:creationId xmlns:a16="http://schemas.microsoft.com/office/drawing/2014/main" id="{059141F5-AB07-49FD-B9DE-3C97FB14C8FA}"/>
                </a:ext>
              </a:extLst>
            </p:cNvPr>
            <p:cNvGrpSpPr/>
            <p:nvPr/>
          </p:nvGrpSpPr>
          <p:grpSpPr>
            <a:xfrm>
              <a:off x="4517853" y="1859174"/>
              <a:ext cx="3177503" cy="1214752"/>
              <a:chOff x="4507251" y="1414613"/>
              <a:chExt cx="3177503" cy="1214752"/>
            </a:xfrm>
          </p:grpSpPr>
          <p:sp>
            <p:nvSpPr>
              <p:cNvPr id="22" name="Rectangle: Rounded Corners 171">
                <a:extLst>
                  <a:ext uri="{FF2B5EF4-FFF2-40B4-BE49-F238E27FC236}">
                    <a16:creationId xmlns:a16="http://schemas.microsoft.com/office/drawing/2014/main" id="{C205819F-BC71-46BC-9F71-A47343512BA5}"/>
                  </a:ext>
                </a:extLst>
              </p:cNvPr>
              <p:cNvSpPr/>
              <p:nvPr/>
            </p:nvSpPr>
            <p:spPr>
              <a:xfrm>
                <a:off x="4507251" y="1414613"/>
                <a:ext cx="3170965" cy="1214752"/>
              </a:xfrm>
              <a:custGeom>
                <a:avLst>
                  <a:gd name="f0" fmla="val 85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FFFFF"/>
              </a:solidFill>
              <a:ln w="3172" cap="flat">
                <a:solidFill>
                  <a:srgbClr val="D9D9D9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23" name="Rectangle: Top Corners Rounded 172">
                <a:extLst>
                  <a:ext uri="{FF2B5EF4-FFF2-40B4-BE49-F238E27FC236}">
                    <a16:creationId xmlns:a16="http://schemas.microsoft.com/office/drawing/2014/main" id="{83F56366-AA14-44E1-BFB9-0711B55DD8F0}"/>
                  </a:ext>
                </a:extLst>
              </p:cNvPr>
              <p:cNvSpPr/>
              <p:nvPr/>
            </p:nvSpPr>
            <p:spPr>
              <a:xfrm>
                <a:off x="4507251" y="1414613"/>
                <a:ext cx="3170965" cy="93460"/>
              </a:xfrm>
              <a:custGeom>
                <a:avLst>
                  <a:gd name="f9" fmla="val 50000"/>
                  <a:gd name="f10" fmla="val 0"/>
                </a:avLst>
                <a:gdLst>
                  <a:gd name="f2" fmla="val 10800000"/>
                  <a:gd name="f3" fmla="val 5400000"/>
                  <a:gd name="f4" fmla="val 16200000"/>
                  <a:gd name="f5" fmla="val w"/>
                  <a:gd name="f6" fmla="val h"/>
                  <a:gd name="f7" fmla="val ss"/>
                  <a:gd name="f8" fmla="val 0"/>
                  <a:gd name="f9" fmla="val 50000"/>
                  <a:gd name="f10" fmla="val 0"/>
                  <a:gd name="f11" fmla="abs f5"/>
                  <a:gd name="f12" fmla="abs f6"/>
                  <a:gd name="f13" fmla="abs f7"/>
                  <a:gd name="f14" fmla="val f8"/>
                  <a:gd name="f15" fmla="val f9"/>
                  <a:gd name="f16" fmla="val f10"/>
                  <a:gd name="f17" fmla="?: f11 f5 1"/>
                  <a:gd name="f18" fmla="?: f12 f6 1"/>
                  <a:gd name="f19" fmla="?: f13 f7 1"/>
                  <a:gd name="f20" fmla="*/ f17 1 21600"/>
                  <a:gd name="f21" fmla="*/ f18 1 21600"/>
                  <a:gd name="f22" fmla="*/ 21600 f17 1"/>
                  <a:gd name="f23" fmla="*/ 21600 f18 1"/>
                  <a:gd name="f24" fmla="min f21 f20"/>
                  <a:gd name="f25" fmla="*/ f22 1 f19"/>
                  <a:gd name="f26" fmla="*/ f23 1 f19"/>
                  <a:gd name="f27" fmla="val f25"/>
                  <a:gd name="f28" fmla="val f26"/>
                  <a:gd name="f29" fmla="*/ f14 f24 1"/>
                  <a:gd name="f30" fmla="+- f28 0 f14"/>
                  <a:gd name="f31" fmla="+- f27 0 f14"/>
                  <a:gd name="f32" fmla="*/ f27 f24 1"/>
                  <a:gd name="f33" fmla="*/ f28 f24 1"/>
                  <a:gd name="f34" fmla="min f31 f30"/>
                  <a:gd name="f35" fmla="*/ f34 f15 1"/>
                  <a:gd name="f36" fmla="*/ f34 f16 1"/>
                  <a:gd name="f37" fmla="*/ f35 1 100000"/>
                  <a:gd name="f38" fmla="*/ f36 1 100000"/>
                  <a:gd name="f39" fmla="+- f27 0 f37"/>
                  <a:gd name="f40" fmla="+- f28 0 f38"/>
                  <a:gd name="f41" fmla="+- f37 0 f38"/>
                  <a:gd name="f42" fmla="*/ f37 29289 1"/>
                  <a:gd name="f43" fmla="*/ f38 29289 1"/>
                  <a:gd name="f44" fmla="*/ f37 f24 1"/>
                  <a:gd name="f45" fmla="*/ f38 f24 1"/>
                  <a:gd name="f46" fmla="*/ f42 1 100000"/>
                  <a:gd name="f47" fmla="*/ f43 1 100000"/>
                  <a:gd name="f48" fmla="*/ f39 f24 1"/>
                  <a:gd name="f49" fmla="*/ f40 f24 1"/>
                  <a:gd name="f50" fmla="?: f41 f46 f47"/>
                  <a:gd name="f51" fmla="+- f28 0 f47"/>
                  <a:gd name="f52" fmla="*/ f46 f24 1"/>
                  <a:gd name="f53" fmla="+- f27 0 f50"/>
                  <a:gd name="f54" fmla="*/ f50 f24 1"/>
                  <a:gd name="f55" fmla="*/ f51 f24 1"/>
                  <a:gd name="f56" fmla="*/ f53 f2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4" t="f52" r="f56" b="f55"/>
                <a:pathLst>
                  <a:path>
                    <a:moveTo>
                      <a:pt x="f44" y="f29"/>
                    </a:moveTo>
                    <a:lnTo>
                      <a:pt x="f48" y="f29"/>
                    </a:lnTo>
                    <a:arcTo wR="f44" hR="f44" stAng="f4" swAng="f3"/>
                    <a:lnTo>
                      <a:pt x="f32" y="f49"/>
                    </a:lnTo>
                    <a:arcTo wR="f45" hR="f45" stAng="f8" swAng="f3"/>
                    <a:lnTo>
                      <a:pt x="f45" y="f33"/>
                    </a:lnTo>
                    <a:arcTo wR="f45" hR="f45" stAng="f3" swAng="f3"/>
                    <a:lnTo>
                      <a:pt x="f29" y="f44"/>
                    </a:lnTo>
                    <a:arcTo wR="f44" hR="f44" stAng="f2" swAng="f3"/>
                    <a:close/>
                  </a:path>
                </a:pathLst>
              </a:custGeom>
              <a:solidFill>
                <a:schemeClr val="tx2"/>
              </a:solidFill>
              <a:ln w="12701" cap="flat">
                <a:solidFill>
                  <a:schemeClr val="tx2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24" name="Rectangle 173">
                <a:extLst>
                  <a:ext uri="{FF2B5EF4-FFF2-40B4-BE49-F238E27FC236}">
                    <a16:creationId xmlns:a16="http://schemas.microsoft.com/office/drawing/2014/main" id="{E94B40F8-CEB7-4220-A4B2-397F456D01C0}"/>
                  </a:ext>
                </a:extLst>
              </p:cNvPr>
              <p:cNvSpPr/>
              <p:nvPr/>
            </p:nvSpPr>
            <p:spPr>
              <a:xfrm>
                <a:off x="5618997" y="1750289"/>
                <a:ext cx="2065757" cy="639714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50" baseline="0" dirty="0">
                    <a:solidFill>
                      <a:srgbClr val="1F3E77"/>
                    </a:solidFill>
                    <a:uFillTx/>
                    <a:latin typeface="Arial" pitchFamily="34"/>
                    <a:ea typeface="DengXian"/>
                    <a:cs typeface="Arial" pitchFamily="34"/>
                  </a:rPr>
                  <a:t>Global Marketing Director</a:t>
                </a:r>
              </a:p>
              <a:p>
                <a:pPr algn="ctr">
                  <a:lnSpc>
                    <a:spcPct val="150000"/>
                  </a:lnSpc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spc="50" dirty="0">
                    <a:solidFill>
                      <a:srgbClr val="7F7F7F"/>
                    </a:solidFill>
                    <a:latin typeface="Arial"/>
                    <a:ea typeface="DengXian"/>
                  </a:rPr>
                  <a:t>Helle </a:t>
                </a:r>
                <a:r>
                  <a:rPr lang="en-US" sz="900" spc="50" dirty="0" err="1">
                    <a:solidFill>
                      <a:srgbClr val="7F7F7F"/>
                    </a:solidFill>
                    <a:latin typeface="Arial"/>
                    <a:ea typeface="DengXian"/>
                  </a:rPr>
                  <a:t>Vansgaa</a:t>
                </a:r>
                <a:r>
                  <a:rPr lang="en-US" sz="900" spc="50" dirty="0">
                    <a:solidFill>
                      <a:srgbClr val="7F7F7F"/>
                    </a:solidFill>
                    <a:latin typeface="Arial"/>
                    <a:ea typeface="DengXian"/>
                  </a:rPr>
                  <a:t>rd</a:t>
                </a:r>
                <a:endParaRPr lang="en-US" sz="900" b="0" i="0" u="none" strike="noStrike" cap="none" spc="50" baseline="0" dirty="0">
                  <a:solidFill>
                    <a:srgbClr val="7F7F7F"/>
                  </a:solidFill>
                  <a:uFillTx/>
                  <a:latin typeface="Arial"/>
                  <a:ea typeface="DengXian"/>
                  <a:cs typeface="Arial"/>
                </a:endParaRPr>
              </a:p>
            </p:txBody>
          </p:sp>
          <p:pic>
            <p:nvPicPr>
              <p:cNvPr id="25" name="Graphic 174">
                <a:extLst>
                  <a:ext uri="{FF2B5EF4-FFF2-40B4-BE49-F238E27FC236}">
                    <a16:creationId xmlns:a16="http://schemas.microsoft.com/office/drawing/2014/main" id="{37256DA2-D7B4-409E-8B9D-B68816DAB1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824484" y="1676716"/>
                <a:ext cx="794513" cy="76967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09540899-FD58-4912-84A0-6F21C6BFCE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59058" y="1993170"/>
              <a:ext cx="259200" cy="259200"/>
            </a:xfrm>
            <a:prstGeom prst="rect">
              <a:avLst/>
            </a:prstGeom>
          </p:spPr>
        </p:pic>
      </p:grpSp>
      <p:sp>
        <p:nvSpPr>
          <p:cNvPr id="110" name="Footer Placeholder 109">
            <a:extLst>
              <a:ext uri="{FF2B5EF4-FFF2-40B4-BE49-F238E27FC236}">
                <a16:creationId xmlns:a16="http://schemas.microsoft.com/office/drawing/2014/main" id="{D394400E-3A8D-4BFE-AAFF-B0E54A82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11" name="Slide Number Placeholder 110">
            <a:extLst>
              <a:ext uri="{FF2B5EF4-FFF2-40B4-BE49-F238E27FC236}">
                <a16:creationId xmlns:a16="http://schemas.microsoft.com/office/drawing/2014/main" id="{29C84839-201B-4263-87CF-E29237B6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5</a:t>
            </a:fld>
            <a:endParaRPr lang="en-GB" noProof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2E232AE-48C2-CE19-A95B-3AD26B48EABE}"/>
              </a:ext>
            </a:extLst>
          </p:cNvPr>
          <p:cNvGrpSpPr/>
          <p:nvPr/>
        </p:nvGrpSpPr>
        <p:grpSpPr>
          <a:xfrm>
            <a:off x="1950287" y="5047689"/>
            <a:ext cx="2522488" cy="1214752"/>
            <a:chOff x="11221287" y="3750219"/>
            <a:chExt cx="3170965" cy="1214752"/>
          </a:xfrm>
        </p:grpSpPr>
        <p:sp>
          <p:nvSpPr>
            <p:cNvPr id="47" name="Rectangle: Rounded Corners 171">
              <a:extLst>
                <a:ext uri="{FF2B5EF4-FFF2-40B4-BE49-F238E27FC236}">
                  <a16:creationId xmlns:a16="http://schemas.microsoft.com/office/drawing/2014/main" id="{269DC11C-7509-DF8B-9391-06DB46F8BC4A}"/>
                </a:ext>
              </a:extLst>
            </p:cNvPr>
            <p:cNvSpPr/>
            <p:nvPr/>
          </p:nvSpPr>
          <p:spPr>
            <a:xfrm>
              <a:off x="11221287" y="3750219"/>
              <a:ext cx="3170965" cy="1214752"/>
            </a:xfrm>
            <a:custGeom>
              <a:avLst>
                <a:gd name="f0" fmla="val 85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3172" cap="flat">
              <a:solidFill>
                <a:srgbClr val="D9D9D9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  <p:sp>
          <p:nvSpPr>
            <p:cNvPr id="49" name="Rectangle: Top Corners Rounded 172">
              <a:extLst>
                <a:ext uri="{FF2B5EF4-FFF2-40B4-BE49-F238E27FC236}">
                  <a16:creationId xmlns:a16="http://schemas.microsoft.com/office/drawing/2014/main" id="{EB710657-0077-454D-532C-3704EF05D802}"/>
                </a:ext>
              </a:extLst>
            </p:cNvPr>
            <p:cNvSpPr/>
            <p:nvPr/>
          </p:nvSpPr>
          <p:spPr>
            <a:xfrm>
              <a:off x="11221287" y="3750219"/>
              <a:ext cx="3170965" cy="93460"/>
            </a:xfrm>
            <a:custGeom>
              <a:avLst>
                <a:gd name="f9" fmla="val 50000"/>
                <a:gd name="f10" fmla="val 0"/>
              </a:avLst>
              <a:gdLst>
                <a:gd name="f2" fmla="val 10800000"/>
                <a:gd name="f3" fmla="val 5400000"/>
                <a:gd name="f4" fmla="val 16200000"/>
                <a:gd name="f5" fmla="val w"/>
                <a:gd name="f6" fmla="val h"/>
                <a:gd name="f7" fmla="val ss"/>
                <a:gd name="f8" fmla="val 0"/>
                <a:gd name="f9" fmla="val 50000"/>
                <a:gd name="f10" fmla="val 0"/>
                <a:gd name="f11" fmla="abs f5"/>
                <a:gd name="f12" fmla="abs f6"/>
                <a:gd name="f13" fmla="abs f7"/>
                <a:gd name="f14" fmla="val f8"/>
                <a:gd name="f15" fmla="val f9"/>
                <a:gd name="f16" fmla="val f10"/>
                <a:gd name="f17" fmla="?: f11 f5 1"/>
                <a:gd name="f18" fmla="?: f12 f6 1"/>
                <a:gd name="f19" fmla="?: f13 f7 1"/>
                <a:gd name="f20" fmla="*/ f17 1 21600"/>
                <a:gd name="f21" fmla="*/ f18 1 21600"/>
                <a:gd name="f22" fmla="*/ 21600 f17 1"/>
                <a:gd name="f23" fmla="*/ 21600 f18 1"/>
                <a:gd name="f24" fmla="min f21 f20"/>
                <a:gd name="f25" fmla="*/ f22 1 f19"/>
                <a:gd name="f26" fmla="*/ f23 1 f19"/>
                <a:gd name="f27" fmla="val f25"/>
                <a:gd name="f28" fmla="val f26"/>
                <a:gd name="f29" fmla="*/ f14 f24 1"/>
                <a:gd name="f30" fmla="+- f28 0 f14"/>
                <a:gd name="f31" fmla="+- f27 0 f14"/>
                <a:gd name="f32" fmla="*/ f27 f24 1"/>
                <a:gd name="f33" fmla="*/ f28 f24 1"/>
                <a:gd name="f34" fmla="min f31 f30"/>
                <a:gd name="f35" fmla="*/ f34 f15 1"/>
                <a:gd name="f36" fmla="*/ f34 f16 1"/>
                <a:gd name="f37" fmla="*/ f35 1 100000"/>
                <a:gd name="f38" fmla="*/ f36 1 100000"/>
                <a:gd name="f39" fmla="+- f27 0 f37"/>
                <a:gd name="f40" fmla="+- f28 0 f38"/>
                <a:gd name="f41" fmla="+- f37 0 f38"/>
                <a:gd name="f42" fmla="*/ f37 29289 1"/>
                <a:gd name="f43" fmla="*/ f38 29289 1"/>
                <a:gd name="f44" fmla="*/ f37 f24 1"/>
                <a:gd name="f45" fmla="*/ f38 f24 1"/>
                <a:gd name="f46" fmla="*/ f42 1 100000"/>
                <a:gd name="f47" fmla="*/ f43 1 100000"/>
                <a:gd name="f48" fmla="*/ f39 f24 1"/>
                <a:gd name="f49" fmla="*/ f40 f24 1"/>
                <a:gd name="f50" fmla="?: f41 f46 f47"/>
                <a:gd name="f51" fmla="+- f28 0 f47"/>
                <a:gd name="f52" fmla="*/ f46 f24 1"/>
                <a:gd name="f53" fmla="+- f27 0 f50"/>
                <a:gd name="f54" fmla="*/ f50 f24 1"/>
                <a:gd name="f55" fmla="*/ f51 f24 1"/>
                <a:gd name="f56" fmla="*/ f53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54" t="f52" r="f56" b="f55"/>
              <a:pathLst>
                <a:path>
                  <a:moveTo>
                    <a:pt x="f44" y="f29"/>
                  </a:moveTo>
                  <a:lnTo>
                    <a:pt x="f48" y="f29"/>
                  </a:lnTo>
                  <a:arcTo wR="f44" hR="f44" stAng="f4" swAng="f3"/>
                  <a:lnTo>
                    <a:pt x="f32" y="f49"/>
                  </a:lnTo>
                  <a:arcTo wR="f45" hR="f45" stAng="f8" swAng="f3"/>
                  <a:lnTo>
                    <a:pt x="f45" y="f33"/>
                  </a:lnTo>
                  <a:arcTo wR="f45" hR="f45" stAng="f3" swAng="f3"/>
                  <a:lnTo>
                    <a:pt x="f29" y="f44"/>
                  </a:lnTo>
                  <a:arcTo wR="f44" hR="f44" stAng="f2" swAng="f3"/>
                  <a:close/>
                </a:path>
              </a:pathLst>
            </a:custGeom>
            <a:solidFill>
              <a:schemeClr val="accent2"/>
            </a:solidFill>
            <a:ln w="12701" cap="flat">
              <a:solidFill>
                <a:schemeClr val="accent2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1243FD-D523-30DC-8DF1-FCBE4752C59A}"/>
              </a:ext>
            </a:extLst>
          </p:cNvPr>
          <p:cNvGrpSpPr/>
          <p:nvPr/>
        </p:nvGrpSpPr>
        <p:grpSpPr>
          <a:xfrm>
            <a:off x="8233668" y="3519963"/>
            <a:ext cx="2522488" cy="1214752"/>
            <a:chOff x="11221287" y="3750219"/>
            <a:chExt cx="3170965" cy="1214752"/>
          </a:xfrm>
        </p:grpSpPr>
        <p:sp>
          <p:nvSpPr>
            <p:cNvPr id="56" name="Rectangle: Rounded Corners 171">
              <a:extLst>
                <a:ext uri="{FF2B5EF4-FFF2-40B4-BE49-F238E27FC236}">
                  <a16:creationId xmlns:a16="http://schemas.microsoft.com/office/drawing/2014/main" id="{DCA888B2-CDF2-6AD0-8513-43C40BC275D1}"/>
                </a:ext>
              </a:extLst>
            </p:cNvPr>
            <p:cNvSpPr/>
            <p:nvPr/>
          </p:nvSpPr>
          <p:spPr>
            <a:xfrm>
              <a:off x="11221287" y="3750219"/>
              <a:ext cx="3170965" cy="1214752"/>
            </a:xfrm>
            <a:custGeom>
              <a:avLst>
                <a:gd name="f0" fmla="val 85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3172" cap="flat">
              <a:solidFill>
                <a:srgbClr val="D9D9D9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  <p:sp>
          <p:nvSpPr>
            <p:cNvPr id="57" name="Rectangle: Top Corners Rounded 172">
              <a:extLst>
                <a:ext uri="{FF2B5EF4-FFF2-40B4-BE49-F238E27FC236}">
                  <a16:creationId xmlns:a16="http://schemas.microsoft.com/office/drawing/2014/main" id="{1C0A373E-73C5-593A-6825-4BB15C743B17}"/>
                </a:ext>
              </a:extLst>
            </p:cNvPr>
            <p:cNvSpPr/>
            <p:nvPr/>
          </p:nvSpPr>
          <p:spPr>
            <a:xfrm>
              <a:off x="11221287" y="3750219"/>
              <a:ext cx="3170965" cy="93460"/>
            </a:xfrm>
            <a:custGeom>
              <a:avLst>
                <a:gd name="f9" fmla="val 50000"/>
                <a:gd name="f10" fmla="val 0"/>
              </a:avLst>
              <a:gdLst>
                <a:gd name="f2" fmla="val 10800000"/>
                <a:gd name="f3" fmla="val 5400000"/>
                <a:gd name="f4" fmla="val 16200000"/>
                <a:gd name="f5" fmla="val w"/>
                <a:gd name="f6" fmla="val h"/>
                <a:gd name="f7" fmla="val ss"/>
                <a:gd name="f8" fmla="val 0"/>
                <a:gd name="f9" fmla="val 50000"/>
                <a:gd name="f10" fmla="val 0"/>
                <a:gd name="f11" fmla="abs f5"/>
                <a:gd name="f12" fmla="abs f6"/>
                <a:gd name="f13" fmla="abs f7"/>
                <a:gd name="f14" fmla="val f8"/>
                <a:gd name="f15" fmla="val f9"/>
                <a:gd name="f16" fmla="val f10"/>
                <a:gd name="f17" fmla="?: f11 f5 1"/>
                <a:gd name="f18" fmla="?: f12 f6 1"/>
                <a:gd name="f19" fmla="?: f13 f7 1"/>
                <a:gd name="f20" fmla="*/ f17 1 21600"/>
                <a:gd name="f21" fmla="*/ f18 1 21600"/>
                <a:gd name="f22" fmla="*/ 21600 f17 1"/>
                <a:gd name="f23" fmla="*/ 21600 f18 1"/>
                <a:gd name="f24" fmla="min f21 f20"/>
                <a:gd name="f25" fmla="*/ f22 1 f19"/>
                <a:gd name="f26" fmla="*/ f23 1 f19"/>
                <a:gd name="f27" fmla="val f25"/>
                <a:gd name="f28" fmla="val f26"/>
                <a:gd name="f29" fmla="*/ f14 f24 1"/>
                <a:gd name="f30" fmla="+- f28 0 f14"/>
                <a:gd name="f31" fmla="+- f27 0 f14"/>
                <a:gd name="f32" fmla="*/ f27 f24 1"/>
                <a:gd name="f33" fmla="*/ f28 f24 1"/>
                <a:gd name="f34" fmla="min f31 f30"/>
                <a:gd name="f35" fmla="*/ f34 f15 1"/>
                <a:gd name="f36" fmla="*/ f34 f16 1"/>
                <a:gd name="f37" fmla="*/ f35 1 100000"/>
                <a:gd name="f38" fmla="*/ f36 1 100000"/>
                <a:gd name="f39" fmla="+- f27 0 f37"/>
                <a:gd name="f40" fmla="+- f28 0 f38"/>
                <a:gd name="f41" fmla="+- f37 0 f38"/>
                <a:gd name="f42" fmla="*/ f37 29289 1"/>
                <a:gd name="f43" fmla="*/ f38 29289 1"/>
                <a:gd name="f44" fmla="*/ f37 f24 1"/>
                <a:gd name="f45" fmla="*/ f38 f24 1"/>
                <a:gd name="f46" fmla="*/ f42 1 100000"/>
                <a:gd name="f47" fmla="*/ f43 1 100000"/>
                <a:gd name="f48" fmla="*/ f39 f24 1"/>
                <a:gd name="f49" fmla="*/ f40 f24 1"/>
                <a:gd name="f50" fmla="?: f41 f46 f47"/>
                <a:gd name="f51" fmla="+- f28 0 f47"/>
                <a:gd name="f52" fmla="*/ f46 f24 1"/>
                <a:gd name="f53" fmla="+- f27 0 f50"/>
                <a:gd name="f54" fmla="*/ f50 f24 1"/>
                <a:gd name="f55" fmla="*/ f51 f24 1"/>
                <a:gd name="f56" fmla="*/ f53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54" t="f52" r="f56" b="f55"/>
              <a:pathLst>
                <a:path>
                  <a:moveTo>
                    <a:pt x="f44" y="f29"/>
                  </a:moveTo>
                  <a:lnTo>
                    <a:pt x="f48" y="f29"/>
                  </a:lnTo>
                  <a:arcTo wR="f44" hR="f44" stAng="f4" swAng="f3"/>
                  <a:lnTo>
                    <a:pt x="f32" y="f49"/>
                  </a:lnTo>
                  <a:arcTo wR="f45" hR="f45" stAng="f8" swAng="f3"/>
                  <a:lnTo>
                    <a:pt x="f45" y="f33"/>
                  </a:lnTo>
                  <a:arcTo wR="f45" hR="f45" stAng="f3" swAng="f3"/>
                  <a:lnTo>
                    <a:pt x="f29" y="f44"/>
                  </a:lnTo>
                  <a:arcTo wR="f44" hR="f44" stAng="f2" swAng="f3"/>
                  <a:close/>
                </a:path>
              </a:pathLst>
            </a:custGeom>
            <a:solidFill>
              <a:schemeClr val="accent2"/>
            </a:solidFill>
            <a:ln w="12701" cap="flat">
              <a:solidFill>
                <a:schemeClr val="accent2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</p:grpSp>
      <p:sp>
        <p:nvSpPr>
          <p:cNvPr id="78" name="Rectangle 173">
            <a:extLst>
              <a:ext uri="{FF2B5EF4-FFF2-40B4-BE49-F238E27FC236}">
                <a16:creationId xmlns:a16="http://schemas.microsoft.com/office/drawing/2014/main" id="{4E46245B-7ECA-69CD-67D4-91F94588BF13}"/>
              </a:ext>
            </a:extLst>
          </p:cNvPr>
          <p:cNvSpPr/>
          <p:nvPr/>
        </p:nvSpPr>
        <p:spPr>
          <a:xfrm>
            <a:off x="2880169" y="5398244"/>
            <a:ext cx="1583823" cy="63971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50" baseline="0" dirty="0">
                <a:solidFill>
                  <a:srgbClr val="1F3E77"/>
                </a:solidFill>
                <a:uFillTx/>
                <a:latin typeface="Arial" pitchFamily="34"/>
                <a:ea typeface="DengXian"/>
                <a:cs typeface="Arial" pitchFamily="34"/>
              </a:rPr>
              <a:t>Graphic Designer</a:t>
            </a:r>
          </a:p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spc="50" dirty="0">
                <a:solidFill>
                  <a:srgbClr val="7F7F7F"/>
                </a:solidFill>
                <a:latin typeface="Arial"/>
                <a:ea typeface="DengXian"/>
              </a:rPr>
              <a:t>Isidora Silva Chiros</a:t>
            </a:r>
            <a:endParaRPr lang="en-US" sz="900" b="0" i="0" u="none" strike="noStrike" kern="1200" cap="none" spc="50" baseline="0" dirty="0">
              <a:solidFill>
                <a:srgbClr val="7F7F7F"/>
              </a:solidFill>
              <a:uFillTx/>
              <a:latin typeface="Arial"/>
              <a:ea typeface="DengXian"/>
            </a:endParaRPr>
          </a:p>
        </p:txBody>
      </p:sp>
      <p:sp>
        <p:nvSpPr>
          <p:cNvPr id="82" name="Rectangle 173">
            <a:extLst>
              <a:ext uri="{FF2B5EF4-FFF2-40B4-BE49-F238E27FC236}">
                <a16:creationId xmlns:a16="http://schemas.microsoft.com/office/drawing/2014/main" id="{C6246A33-3107-3737-FF88-5E6CA8C89040}"/>
              </a:ext>
            </a:extLst>
          </p:cNvPr>
          <p:cNvSpPr/>
          <p:nvPr/>
        </p:nvSpPr>
        <p:spPr>
          <a:xfrm>
            <a:off x="8899389" y="3873998"/>
            <a:ext cx="1588714" cy="63971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Content Creator</a:t>
            </a:r>
          </a:p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900" spc="50" dirty="0">
                <a:solidFill>
                  <a:srgbClr val="7F7F7F"/>
                </a:solidFill>
                <a:latin typeface="Arial"/>
                <a:ea typeface="DengXian"/>
              </a:rPr>
              <a:t>Nerea Palacios</a:t>
            </a:r>
            <a:endParaRPr lang="en-US" sz="900" b="0" i="0" u="none" strike="noStrike" kern="1200" cap="none" spc="50" baseline="0" dirty="0">
              <a:solidFill>
                <a:srgbClr val="7F7F7F"/>
              </a:solidFill>
              <a:uFillTx/>
              <a:latin typeface="Arial"/>
              <a:ea typeface="DengXian"/>
            </a:endParaRPr>
          </a:p>
        </p:txBody>
      </p:sp>
      <p:pic>
        <p:nvPicPr>
          <p:cNvPr id="94" name="Graphic 174">
            <a:extLst>
              <a:ext uri="{FF2B5EF4-FFF2-40B4-BE49-F238E27FC236}">
                <a16:creationId xmlns:a16="http://schemas.microsoft.com/office/drawing/2014/main" id="{9DDD8753-EFE9-CB9C-C11E-A0FB7EA44E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0169" y="5353048"/>
            <a:ext cx="720000" cy="697493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A74CF77-7F21-86D1-F800-EEFEDC24C211}"/>
              </a:ext>
            </a:extLst>
          </p:cNvPr>
          <p:cNvGrpSpPr/>
          <p:nvPr/>
        </p:nvGrpSpPr>
        <p:grpSpPr>
          <a:xfrm>
            <a:off x="1942324" y="3564162"/>
            <a:ext cx="2522489" cy="1214752"/>
            <a:chOff x="467999" y="3750219"/>
            <a:chExt cx="2522489" cy="121475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BAAA2F0-8DA8-BBF5-56E9-AD91A8295870}"/>
                </a:ext>
              </a:extLst>
            </p:cNvPr>
            <p:cNvGrpSpPr/>
            <p:nvPr/>
          </p:nvGrpSpPr>
          <p:grpSpPr>
            <a:xfrm>
              <a:off x="467999" y="3750219"/>
              <a:ext cx="2522488" cy="1214752"/>
              <a:chOff x="11221287" y="3750219"/>
              <a:chExt cx="3170965" cy="1214752"/>
            </a:xfrm>
          </p:grpSpPr>
          <p:sp>
            <p:nvSpPr>
              <p:cNvPr id="3" name="Rectangle: Rounded Corners 171">
                <a:extLst>
                  <a:ext uri="{FF2B5EF4-FFF2-40B4-BE49-F238E27FC236}">
                    <a16:creationId xmlns:a16="http://schemas.microsoft.com/office/drawing/2014/main" id="{D272D6B3-1E3D-97B9-B469-C617330C0170}"/>
                  </a:ext>
                </a:extLst>
              </p:cNvPr>
              <p:cNvSpPr/>
              <p:nvPr/>
            </p:nvSpPr>
            <p:spPr>
              <a:xfrm>
                <a:off x="11221287" y="3750219"/>
                <a:ext cx="3170965" cy="1214752"/>
              </a:xfrm>
              <a:custGeom>
                <a:avLst>
                  <a:gd name="f0" fmla="val 85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FFFFF"/>
              </a:solidFill>
              <a:ln w="3172" cap="flat">
                <a:solidFill>
                  <a:srgbClr val="D9D9D9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5" name="Rectangle: Top Corners Rounded 172">
                <a:extLst>
                  <a:ext uri="{FF2B5EF4-FFF2-40B4-BE49-F238E27FC236}">
                    <a16:creationId xmlns:a16="http://schemas.microsoft.com/office/drawing/2014/main" id="{35474881-E6C4-2872-1A92-51D2F1A7757C}"/>
                  </a:ext>
                </a:extLst>
              </p:cNvPr>
              <p:cNvSpPr/>
              <p:nvPr/>
            </p:nvSpPr>
            <p:spPr>
              <a:xfrm>
                <a:off x="11221287" y="3750219"/>
                <a:ext cx="3170965" cy="93460"/>
              </a:xfrm>
              <a:custGeom>
                <a:avLst>
                  <a:gd name="f9" fmla="val 50000"/>
                  <a:gd name="f10" fmla="val 0"/>
                </a:avLst>
                <a:gdLst>
                  <a:gd name="f2" fmla="val 10800000"/>
                  <a:gd name="f3" fmla="val 5400000"/>
                  <a:gd name="f4" fmla="val 16200000"/>
                  <a:gd name="f5" fmla="val w"/>
                  <a:gd name="f6" fmla="val h"/>
                  <a:gd name="f7" fmla="val ss"/>
                  <a:gd name="f8" fmla="val 0"/>
                  <a:gd name="f9" fmla="val 50000"/>
                  <a:gd name="f10" fmla="val 0"/>
                  <a:gd name="f11" fmla="abs f5"/>
                  <a:gd name="f12" fmla="abs f6"/>
                  <a:gd name="f13" fmla="abs f7"/>
                  <a:gd name="f14" fmla="val f8"/>
                  <a:gd name="f15" fmla="val f9"/>
                  <a:gd name="f16" fmla="val f10"/>
                  <a:gd name="f17" fmla="?: f11 f5 1"/>
                  <a:gd name="f18" fmla="?: f12 f6 1"/>
                  <a:gd name="f19" fmla="?: f13 f7 1"/>
                  <a:gd name="f20" fmla="*/ f17 1 21600"/>
                  <a:gd name="f21" fmla="*/ f18 1 21600"/>
                  <a:gd name="f22" fmla="*/ 21600 f17 1"/>
                  <a:gd name="f23" fmla="*/ 21600 f18 1"/>
                  <a:gd name="f24" fmla="min f21 f20"/>
                  <a:gd name="f25" fmla="*/ f22 1 f19"/>
                  <a:gd name="f26" fmla="*/ f23 1 f19"/>
                  <a:gd name="f27" fmla="val f25"/>
                  <a:gd name="f28" fmla="val f26"/>
                  <a:gd name="f29" fmla="*/ f14 f24 1"/>
                  <a:gd name="f30" fmla="+- f28 0 f14"/>
                  <a:gd name="f31" fmla="+- f27 0 f14"/>
                  <a:gd name="f32" fmla="*/ f27 f24 1"/>
                  <a:gd name="f33" fmla="*/ f28 f24 1"/>
                  <a:gd name="f34" fmla="min f31 f30"/>
                  <a:gd name="f35" fmla="*/ f34 f15 1"/>
                  <a:gd name="f36" fmla="*/ f34 f16 1"/>
                  <a:gd name="f37" fmla="*/ f35 1 100000"/>
                  <a:gd name="f38" fmla="*/ f36 1 100000"/>
                  <a:gd name="f39" fmla="+- f27 0 f37"/>
                  <a:gd name="f40" fmla="+- f28 0 f38"/>
                  <a:gd name="f41" fmla="+- f37 0 f38"/>
                  <a:gd name="f42" fmla="*/ f37 29289 1"/>
                  <a:gd name="f43" fmla="*/ f38 29289 1"/>
                  <a:gd name="f44" fmla="*/ f37 f24 1"/>
                  <a:gd name="f45" fmla="*/ f38 f24 1"/>
                  <a:gd name="f46" fmla="*/ f42 1 100000"/>
                  <a:gd name="f47" fmla="*/ f43 1 100000"/>
                  <a:gd name="f48" fmla="*/ f39 f24 1"/>
                  <a:gd name="f49" fmla="*/ f40 f24 1"/>
                  <a:gd name="f50" fmla="?: f41 f46 f47"/>
                  <a:gd name="f51" fmla="+- f28 0 f47"/>
                  <a:gd name="f52" fmla="*/ f46 f24 1"/>
                  <a:gd name="f53" fmla="+- f27 0 f50"/>
                  <a:gd name="f54" fmla="*/ f50 f24 1"/>
                  <a:gd name="f55" fmla="*/ f51 f24 1"/>
                  <a:gd name="f56" fmla="*/ f53 f2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4" t="f52" r="f56" b="f55"/>
                <a:pathLst>
                  <a:path>
                    <a:moveTo>
                      <a:pt x="f44" y="f29"/>
                    </a:moveTo>
                    <a:lnTo>
                      <a:pt x="f48" y="f29"/>
                    </a:lnTo>
                    <a:arcTo wR="f44" hR="f44" stAng="f4" swAng="f3"/>
                    <a:lnTo>
                      <a:pt x="f32" y="f49"/>
                    </a:lnTo>
                    <a:arcTo wR="f45" hR="f45" stAng="f8" swAng="f3"/>
                    <a:lnTo>
                      <a:pt x="f45" y="f33"/>
                    </a:lnTo>
                    <a:arcTo wR="f45" hR="f45" stAng="f3" swAng="f3"/>
                    <a:lnTo>
                      <a:pt x="f29" y="f44"/>
                    </a:lnTo>
                    <a:arcTo wR="f44" hR="f44" stAng="f2" swAng="f3"/>
                    <a:close/>
                  </a:path>
                </a:pathLst>
              </a:custGeom>
              <a:solidFill>
                <a:schemeClr val="accent2"/>
              </a:solidFill>
              <a:ln w="12701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</p:grpSp>
        <p:sp>
          <p:nvSpPr>
            <p:cNvPr id="31" name="Rectangle 173">
              <a:extLst>
                <a:ext uri="{FF2B5EF4-FFF2-40B4-BE49-F238E27FC236}">
                  <a16:creationId xmlns:a16="http://schemas.microsoft.com/office/drawing/2014/main" id="{DCFB67E7-C210-B279-95F9-260F0DA12621}"/>
                </a:ext>
              </a:extLst>
            </p:cNvPr>
            <p:cNvSpPr/>
            <p:nvPr/>
          </p:nvSpPr>
          <p:spPr>
            <a:xfrm>
              <a:off x="1377327" y="4100774"/>
              <a:ext cx="1613161" cy="639714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Multimedia</a:t>
              </a:r>
              <a:r>
                <a:rPr lang="en-US" sz="900" b="1" i="0" u="none" strike="noStrike" kern="1200" cap="none" spc="50" baseline="0" dirty="0">
                  <a:solidFill>
                    <a:srgbClr val="1F3E77"/>
                  </a:solidFill>
                  <a:uFillTx/>
                  <a:latin typeface="Arial" pitchFamily="34"/>
                  <a:ea typeface="DengXian"/>
                  <a:cs typeface="Arial" pitchFamily="34"/>
                </a:rPr>
                <a:t> Designer</a:t>
              </a:r>
            </a:p>
            <a:p>
              <a:pPr marL="0" marR="0" lvl="0" indent="0" algn="ctr" defTabSz="914400" rtl="0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spc="50" dirty="0">
                  <a:solidFill>
                    <a:srgbClr val="7F7F7F"/>
                  </a:solidFill>
                  <a:latin typeface="Arial"/>
                  <a:ea typeface="DengXian"/>
                </a:rPr>
                <a:t>Andres </a:t>
              </a:r>
              <a:r>
                <a:rPr lang="en-US" sz="900" spc="50" dirty="0" err="1">
                  <a:solidFill>
                    <a:srgbClr val="7F7F7F"/>
                  </a:solidFill>
                  <a:latin typeface="Arial"/>
                  <a:ea typeface="DengXian"/>
                </a:rPr>
                <a:t>Bernadou</a:t>
              </a:r>
              <a:endParaRPr lang="en-US" sz="900" b="0" i="0" u="none" strike="noStrike" kern="1200" cap="none" spc="50" baseline="0" dirty="0" err="1">
                <a:solidFill>
                  <a:srgbClr val="7F7F7F"/>
                </a:solidFill>
                <a:uFillTx/>
                <a:latin typeface="Arial"/>
                <a:ea typeface="DengXian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9314752-E2A1-397C-988F-6575A3E4247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4" t="10215" r="25986" b="44741"/>
          <a:stretch/>
        </p:blipFill>
        <p:spPr>
          <a:xfrm>
            <a:off x="8438263" y="3815242"/>
            <a:ext cx="718098" cy="718098"/>
          </a:xfrm>
          <a:prstGeom prst="ellipse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2CDD109-781B-0153-A2D6-C18AF8BA679C}"/>
              </a:ext>
            </a:extLst>
          </p:cNvPr>
          <p:cNvGrpSpPr/>
          <p:nvPr/>
        </p:nvGrpSpPr>
        <p:grpSpPr>
          <a:xfrm>
            <a:off x="1950287" y="2844941"/>
            <a:ext cx="2522488" cy="485522"/>
            <a:chOff x="1527348" y="5299980"/>
            <a:chExt cx="2522488" cy="4855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C8B15A8-167E-DE52-AAED-66C4E7F63DD2}"/>
                </a:ext>
              </a:extLst>
            </p:cNvPr>
            <p:cNvGrpSpPr/>
            <p:nvPr/>
          </p:nvGrpSpPr>
          <p:grpSpPr>
            <a:xfrm>
              <a:off x="1527348" y="5299980"/>
              <a:ext cx="2522488" cy="485522"/>
              <a:chOff x="1527348" y="5299980"/>
              <a:chExt cx="2522488" cy="485522"/>
            </a:xfrm>
          </p:grpSpPr>
          <p:sp>
            <p:nvSpPr>
              <p:cNvPr id="2" name="Rectangle: Rounded Corners 171">
                <a:extLst>
                  <a:ext uri="{FF2B5EF4-FFF2-40B4-BE49-F238E27FC236}">
                    <a16:creationId xmlns:a16="http://schemas.microsoft.com/office/drawing/2014/main" id="{ACBE87E9-D7AA-00D1-D95E-278C0A621709}"/>
                  </a:ext>
                </a:extLst>
              </p:cNvPr>
              <p:cNvSpPr/>
              <p:nvPr/>
            </p:nvSpPr>
            <p:spPr>
              <a:xfrm>
                <a:off x="1527348" y="5406073"/>
                <a:ext cx="2522488" cy="379429"/>
              </a:xfrm>
              <a:custGeom>
                <a:avLst>
                  <a:gd name="f0" fmla="val 85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FFFFF"/>
              </a:solidFill>
              <a:ln w="3172" cap="flat">
                <a:solidFill>
                  <a:srgbClr val="D9D9D9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10" name="Rectangle: Top Corners Rounded 172">
                <a:extLst>
                  <a:ext uri="{FF2B5EF4-FFF2-40B4-BE49-F238E27FC236}">
                    <a16:creationId xmlns:a16="http://schemas.microsoft.com/office/drawing/2014/main" id="{3F48FB06-CF49-F6B6-A47B-2FC35F333351}"/>
                  </a:ext>
                </a:extLst>
              </p:cNvPr>
              <p:cNvSpPr/>
              <p:nvPr/>
            </p:nvSpPr>
            <p:spPr>
              <a:xfrm>
                <a:off x="1527348" y="5299980"/>
                <a:ext cx="2522488" cy="93460"/>
              </a:xfrm>
              <a:custGeom>
                <a:avLst>
                  <a:gd name="f9" fmla="val 50000"/>
                  <a:gd name="f10" fmla="val 0"/>
                </a:avLst>
                <a:gdLst>
                  <a:gd name="f2" fmla="val 10800000"/>
                  <a:gd name="f3" fmla="val 5400000"/>
                  <a:gd name="f4" fmla="val 16200000"/>
                  <a:gd name="f5" fmla="val w"/>
                  <a:gd name="f6" fmla="val h"/>
                  <a:gd name="f7" fmla="val ss"/>
                  <a:gd name="f8" fmla="val 0"/>
                  <a:gd name="f9" fmla="val 50000"/>
                  <a:gd name="f10" fmla="val 0"/>
                  <a:gd name="f11" fmla="abs f5"/>
                  <a:gd name="f12" fmla="abs f6"/>
                  <a:gd name="f13" fmla="abs f7"/>
                  <a:gd name="f14" fmla="val f8"/>
                  <a:gd name="f15" fmla="val f9"/>
                  <a:gd name="f16" fmla="val f10"/>
                  <a:gd name="f17" fmla="?: f11 f5 1"/>
                  <a:gd name="f18" fmla="?: f12 f6 1"/>
                  <a:gd name="f19" fmla="?: f13 f7 1"/>
                  <a:gd name="f20" fmla="*/ f17 1 21600"/>
                  <a:gd name="f21" fmla="*/ f18 1 21600"/>
                  <a:gd name="f22" fmla="*/ 21600 f17 1"/>
                  <a:gd name="f23" fmla="*/ 21600 f18 1"/>
                  <a:gd name="f24" fmla="min f21 f20"/>
                  <a:gd name="f25" fmla="*/ f22 1 f19"/>
                  <a:gd name="f26" fmla="*/ f23 1 f19"/>
                  <a:gd name="f27" fmla="val f25"/>
                  <a:gd name="f28" fmla="val f26"/>
                  <a:gd name="f29" fmla="*/ f14 f24 1"/>
                  <a:gd name="f30" fmla="+- f28 0 f14"/>
                  <a:gd name="f31" fmla="+- f27 0 f14"/>
                  <a:gd name="f32" fmla="*/ f27 f24 1"/>
                  <a:gd name="f33" fmla="*/ f28 f24 1"/>
                  <a:gd name="f34" fmla="min f31 f30"/>
                  <a:gd name="f35" fmla="*/ f34 f15 1"/>
                  <a:gd name="f36" fmla="*/ f34 f16 1"/>
                  <a:gd name="f37" fmla="*/ f35 1 100000"/>
                  <a:gd name="f38" fmla="*/ f36 1 100000"/>
                  <a:gd name="f39" fmla="+- f27 0 f37"/>
                  <a:gd name="f40" fmla="+- f28 0 f38"/>
                  <a:gd name="f41" fmla="+- f37 0 f38"/>
                  <a:gd name="f42" fmla="*/ f37 29289 1"/>
                  <a:gd name="f43" fmla="*/ f38 29289 1"/>
                  <a:gd name="f44" fmla="*/ f37 f24 1"/>
                  <a:gd name="f45" fmla="*/ f38 f24 1"/>
                  <a:gd name="f46" fmla="*/ f42 1 100000"/>
                  <a:gd name="f47" fmla="*/ f43 1 100000"/>
                  <a:gd name="f48" fmla="*/ f39 f24 1"/>
                  <a:gd name="f49" fmla="*/ f40 f24 1"/>
                  <a:gd name="f50" fmla="?: f41 f46 f47"/>
                  <a:gd name="f51" fmla="+- f28 0 f47"/>
                  <a:gd name="f52" fmla="*/ f46 f24 1"/>
                  <a:gd name="f53" fmla="+- f27 0 f50"/>
                  <a:gd name="f54" fmla="*/ f50 f24 1"/>
                  <a:gd name="f55" fmla="*/ f51 f24 1"/>
                  <a:gd name="f56" fmla="*/ f53 f2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4" t="f52" r="f56" b="f55"/>
                <a:pathLst>
                  <a:path>
                    <a:moveTo>
                      <a:pt x="f44" y="f29"/>
                    </a:moveTo>
                    <a:lnTo>
                      <a:pt x="f48" y="f29"/>
                    </a:lnTo>
                    <a:arcTo wR="f44" hR="f44" stAng="f4" swAng="f3"/>
                    <a:lnTo>
                      <a:pt x="f32" y="f49"/>
                    </a:lnTo>
                    <a:arcTo wR="f45" hR="f45" stAng="f8" swAng="f3"/>
                    <a:lnTo>
                      <a:pt x="f45" y="f33"/>
                    </a:lnTo>
                    <a:arcTo wR="f45" hR="f45" stAng="f3" swAng="f3"/>
                    <a:lnTo>
                      <a:pt x="f29" y="f44"/>
                    </a:lnTo>
                    <a:arcTo wR="f44" hR="f44" stAng="f2" swAng="f3"/>
                    <a:close/>
                  </a:path>
                </a:pathLst>
              </a:custGeom>
              <a:solidFill>
                <a:schemeClr val="accent2"/>
              </a:solidFill>
              <a:ln w="12701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60EC1D-A8B7-1AFD-9A42-7B28FE0C66DB}"/>
                </a:ext>
              </a:extLst>
            </p:cNvPr>
            <p:cNvSpPr txBox="1"/>
            <p:nvPr/>
          </p:nvSpPr>
          <p:spPr>
            <a:xfrm>
              <a:off x="1527348" y="5435532"/>
              <a:ext cx="2522488" cy="3148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DESIGN HUB</a:t>
              </a:r>
              <a:endParaRPr kumimoji="0" lang="en-US" sz="11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81FE8F-90A6-6BC3-5409-975961F8BD47}"/>
              </a:ext>
            </a:extLst>
          </p:cNvPr>
          <p:cNvGrpSpPr/>
          <p:nvPr/>
        </p:nvGrpSpPr>
        <p:grpSpPr>
          <a:xfrm>
            <a:off x="5248481" y="2841461"/>
            <a:ext cx="2522488" cy="485522"/>
            <a:chOff x="1527348" y="5299980"/>
            <a:chExt cx="2522488" cy="48552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AA3D5C3-BCB2-29D9-AAE1-C8BB0C4B0EFB}"/>
                </a:ext>
              </a:extLst>
            </p:cNvPr>
            <p:cNvGrpSpPr/>
            <p:nvPr/>
          </p:nvGrpSpPr>
          <p:grpSpPr>
            <a:xfrm>
              <a:off x="1527348" y="5299980"/>
              <a:ext cx="2522488" cy="485522"/>
              <a:chOff x="1527348" y="5299980"/>
              <a:chExt cx="2522488" cy="485522"/>
            </a:xfrm>
          </p:grpSpPr>
          <p:sp>
            <p:nvSpPr>
              <p:cNvPr id="19" name="Rectangle: Rounded Corners 171">
                <a:extLst>
                  <a:ext uri="{FF2B5EF4-FFF2-40B4-BE49-F238E27FC236}">
                    <a16:creationId xmlns:a16="http://schemas.microsoft.com/office/drawing/2014/main" id="{F20E36E8-346F-0D0E-8A40-AFD4E2110032}"/>
                  </a:ext>
                </a:extLst>
              </p:cNvPr>
              <p:cNvSpPr/>
              <p:nvPr/>
            </p:nvSpPr>
            <p:spPr>
              <a:xfrm>
                <a:off x="1527348" y="5406073"/>
                <a:ext cx="2522488" cy="379429"/>
              </a:xfrm>
              <a:custGeom>
                <a:avLst>
                  <a:gd name="f0" fmla="val 85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FFFFF"/>
              </a:solidFill>
              <a:ln w="3172" cap="flat">
                <a:solidFill>
                  <a:srgbClr val="D9D9D9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20" name="Rectangle: Top Corners Rounded 172">
                <a:extLst>
                  <a:ext uri="{FF2B5EF4-FFF2-40B4-BE49-F238E27FC236}">
                    <a16:creationId xmlns:a16="http://schemas.microsoft.com/office/drawing/2014/main" id="{42FBE9CD-B934-2BC8-56CD-3AA027778EA6}"/>
                  </a:ext>
                </a:extLst>
              </p:cNvPr>
              <p:cNvSpPr/>
              <p:nvPr/>
            </p:nvSpPr>
            <p:spPr>
              <a:xfrm>
                <a:off x="1527348" y="5299980"/>
                <a:ext cx="2522488" cy="93460"/>
              </a:xfrm>
              <a:custGeom>
                <a:avLst>
                  <a:gd name="f9" fmla="val 50000"/>
                  <a:gd name="f10" fmla="val 0"/>
                </a:avLst>
                <a:gdLst>
                  <a:gd name="f2" fmla="val 10800000"/>
                  <a:gd name="f3" fmla="val 5400000"/>
                  <a:gd name="f4" fmla="val 16200000"/>
                  <a:gd name="f5" fmla="val w"/>
                  <a:gd name="f6" fmla="val h"/>
                  <a:gd name="f7" fmla="val ss"/>
                  <a:gd name="f8" fmla="val 0"/>
                  <a:gd name="f9" fmla="val 50000"/>
                  <a:gd name="f10" fmla="val 0"/>
                  <a:gd name="f11" fmla="abs f5"/>
                  <a:gd name="f12" fmla="abs f6"/>
                  <a:gd name="f13" fmla="abs f7"/>
                  <a:gd name="f14" fmla="val f8"/>
                  <a:gd name="f15" fmla="val f9"/>
                  <a:gd name="f16" fmla="val f10"/>
                  <a:gd name="f17" fmla="?: f11 f5 1"/>
                  <a:gd name="f18" fmla="?: f12 f6 1"/>
                  <a:gd name="f19" fmla="?: f13 f7 1"/>
                  <a:gd name="f20" fmla="*/ f17 1 21600"/>
                  <a:gd name="f21" fmla="*/ f18 1 21600"/>
                  <a:gd name="f22" fmla="*/ 21600 f17 1"/>
                  <a:gd name="f23" fmla="*/ 21600 f18 1"/>
                  <a:gd name="f24" fmla="min f21 f20"/>
                  <a:gd name="f25" fmla="*/ f22 1 f19"/>
                  <a:gd name="f26" fmla="*/ f23 1 f19"/>
                  <a:gd name="f27" fmla="val f25"/>
                  <a:gd name="f28" fmla="val f26"/>
                  <a:gd name="f29" fmla="*/ f14 f24 1"/>
                  <a:gd name="f30" fmla="+- f28 0 f14"/>
                  <a:gd name="f31" fmla="+- f27 0 f14"/>
                  <a:gd name="f32" fmla="*/ f27 f24 1"/>
                  <a:gd name="f33" fmla="*/ f28 f24 1"/>
                  <a:gd name="f34" fmla="min f31 f30"/>
                  <a:gd name="f35" fmla="*/ f34 f15 1"/>
                  <a:gd name="f36" fmla="*/ f34 f16 1"/>
                  <a:gd name="f37" fmla="*/ f35 1 100000"/>
                  <a:gd name="f38" fmla="*/ f36 1 100000"/>
                  <a:gd name="f39" fmla="+- f27 0 f37"/>
                  <a:gd name="f40" fmla="+- f28 0 f38"/>
                  <a:gd name="f41" fmla="+- f37 0 f38"/>
                  <a:gd name="f42" fmla="*/ f37 29289 1"/>
                  <a:gd name="f43" fmla="*/ f38 29289 1"/>
                  <a:gd name="f44" fmla="*/ f37 f24 1"/>
                  <a:gd name="f45" fmla="*/ f38 f24 1"/>
                  <a:gd name="f46" fmla="*/ f42 1 100000"/>
                  <a:gd name="f47" fmla="*/ f43 1 100000"/>
                  <a:gd name="f48" fmla="*/ f39 f24 1"/>
                  <a:gd name="f49" fmla="*/ f40 f24 1"/>
                  <a:gd name="f50" fmla="?: f41 f46 f47"/>
                  <a:gd name="f51" fmla="+- f28 0 f47"/>
                  <a:gd name="f52" fmla="*/ f46 f24 1"/>
                  <a:gd name="f53" fmla="+- f27 0 f50"/>
                  <a:gd name="f54" fmla="*/ f50 f24 1"/>
                  <a:gd name="f55" fmla="*/ f51 f24 1"/>
                  <a:gd name="f56" fmla="*/ f53 f2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4" t="f52" r="f56" b="f55"/>
                <a:pathLst>
                  <a:path>
                    <a:moveTo>
                      <a:pt x="f44" y="f29"/>
                    </a:moveTo>
                    <a:lnTo>
                      <a:pt x="f48" y="f29"/>
                    </a:lnTo>
                    <a:arcTo wR="f44" hR="f44" stAng="f4" swAng="f3"/>
                    <a:lnTo>
                      <a:pt x="f32" y="f49"/>
                    </a:lnTo>
                    <a:arcTo wR="f45" hR="f45" stAng="f8" swAng="f3"/>
                    <a:lnTo>
                      <a:pt x="f45" y="f33"/>
                    </a:lnTo>
                    <a:arcTo wR="f45" hR="f45" stAng="f3" swAng="f3"/>
                    <a:lnTo>
                      <a:pt x="f29" y="f44"/>
                    </a:lnTo>
                    <a:arcTo wR="f44" hR="f44" stAng="f2" swAng="f3"/>
                    <a:close/>
                  </a:path>
                </a:pathLst>
              </a:custGeom>
              <a:solidFill>
                <a:schemeClr val="accent2"/>
              </a:solidFill>
              <a:ln w="12701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470DE8-8E40-6094-0750-9F7DCD329D3C}"/>
                </a:ext>
              </a:extLst>
            </p:cNvPr>
            <p:cNvSpPr txBox="1"/>
            <p:nvPr/>
          </p:nvSpPr>
          <p:spPr>
            <a:xfrm>
              <a:off x="1527348" y="5435532"/>
              <a:ext cx="2522488" cy="3148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DIGITAL MARKETING</a:t>
              </a:r>
              <a:endParaRPr kumimoji="0" lang="en-US" sz="11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117A42-4376-22F0-7E05-70391040DE04}"/>
              </a:ext>
            </a:extLst>
          </p:cNvPr>
          <p:cNvGrpSpPr/>
          <p:nvPr/>
        </p:nvGrpSpPr>
        <p:grpSpPr>
          <a:xfrm>
            <a:off x="5257043" y="3486023"/>
            <a:ext cx="2522488" cy="1214752"/>
            <a:chOff x="11221287" y="3750219"/>
            <a:chExt cx="3170965" cy="1214752"/>
          </a:xfrm>
        </p:grpSpPr>
        <p:sp>
          <p:nvSpPr>
            <p:cNvPr id="28" name="Rectangle: Rounded Corners 171">
              <a:extLst>
                <a:ext uri="{FF2B5EF4-FFF2-40B4-BE49-F238E27FC236}">
                  <a16:creationId xmlns:a16="http://schemas.microsoft.com/office/drawing/2014/main" id="{7C74C5F1-59D4-E42F-0E3B-D96B35CAA394}"/>
                </a:ext>
              </a:extLst>
            </p:cNvPr>
            <p:cNvSpPr/>
            <p:nvPr/>
          </p:nvSpPr>
          <p:spPr>
            <a:xfrm>
              <a:off x="11221287" y="3750219"/>
              <a:ext cx="3170965" cy="1214752"/>
            </a:xfrm>
            <a:custGeom>
              <a:avLst>
                <a:gd name="f0" fmla="val 85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3172" cap="flat">
              <a:solidFill>
                <a:srgbClr val="D9D9D9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  <p:sp>
          <p:nvSpPr>
            <p:cNvPr id="29" name="Rectangle: Top Corners Rounded 172">
              <a:extLst>
                <a:ext uri="{FF2B5EF4-FFF2-40B4-BE49-F238E27FC236}">
                  <a16:creationId xmlns:a16="http://schemas.microsoft.com/office/drawing/2014/main" id="{0B780320-21E3-389E-F56D-306D41AD7646}"/>
                </a:ext>
              </a:extLst>
            </p:cNvPr>
            <p:cNvSpPr/>
            <p:nvPr/>
          </p:nvSpPr>
          <p:spPr>
            <a:xfrm>
              <a:off x="11221287" y="3750219"/>
              <a:ext cx="3170965" cy="93460"/>
            </a:xfrm>
            <a:custGeom>
              <a:avLst>
                <a:gd name="f9" fmla="val 50000"/>
                <a:gd name="f10" fmla="val 0"/>
              </a:avLst>
              <a:gdLst>
                <a:gd name="f2" fmla="val 10800000"/>
                <a:gd name="f3" fmla="val 5400000"/>
                <a:gd name="f4" fmla="val 16200000"/>
                <a:gd name="f5" fmla="val w"/>
                <a:gd name="f6" fmla="val h"/>
                <a:gd name="f7" fmla="val ss"/>
                <a:gd name="f8" fmla="val 0"/>
                <a:gd name="f9" fmla="val 50000"/>
                <a:gd name="f10" fmla="val 0"/>
                <a:gd name="f11" fmla="abs f5"/>
                <a:gd name="f12" fmla="abs f6"/>
                <a:gd name="f13" fmla="abs f7"/>
                <a:gd name="f14" fmla="val f8"/>
                <a:gd name="f15" fmla="val f9"/>
                <a:gd name="f16" fmla="val f10"/>
                <a:gd name="f17" fmla="?: f11 f5 1"/>
                <a:gd name="f18" fmla="?: f12 f6 1"/>
                <a:gd name="f19" fmla="?: f13 f7 1"/>
                <a:gd name="f20" fmla="*/ f17 1 21600"/>
                <a:gd name="f21" fmla="*/ f18 1 21600"/>
                <a:gd name="f22" fmla="*/ 21600 f17 1"/>
                <a:gd name="f23" fmla="*/ 21600 f18 1"/>
                <a:gd name="f24" fmla="min f21 f20"/>
                <a:gd name="f25" fmla="*/ f22 1 f19"/>
                <a:gd name="f26" fmla="*/ f23 1 f19"/>
                <a:gd name="f27" fmla="val f25"/>
                <a:gd name="f28" fmla="val f26"/>
                <a:gd name="f29" fmla="*/ f14 f24 1"/>
                <a:gd name="f30" fmla="+- f28 0 f14"/>
                <a:gd name="f31" fmla="+- f27 0 f14"/>
                <a:gd name="f32" fmla="*/ f27 f24 1"/>
                <a:gd name="f33" fmla="*/ f28 f24 1"/>
                <a:gd name="f34" fmla="min f31 f30"/>
                <a:gd name="f35" fmla="*/ f34 f15 1"/>
                <a:gd name="f36" fmla="*/ f34 f16 1"/>
                <a:gd name="f37" fmla="*/ f35 1 100000"/>
                <a:gd name="f38" fmla="*/ f36 1 100000"/>
                <a:gd name="f39" fmla="+- f27 0 f37"/>
                <a:gd name="f40" fmla="+- f28 0 f38"/>
                <a:gd name="f41" fmla="+- f37 0 f38"/>
                <a:gd name="f42" fmla="*/ f37 29289 1"/>
                <a:gd name="f43" fmla="*/ f38 29289 1"/>
                <a:gd name="f44" fmla="*/ f37 f24 1"/>
                <a:gd name="f45" fmla="*/ f38 f24 1"/>
                <a:gd name="f46" fmla="*/ f42 1 100000"/>
                <a:gd name="f47" fmla="*/ f43 1 100000"/>
                <a:gd name="f48" fmla="*/ f39 f24 1"/>
                <a:gd name="f49" fmla="*/ f40 f24 1"/>
                <a:gd name="f50" fmla="?: f41 f46 f47"/>
                <a:gd name="f51" fmla="+- f28 0 f47"/>
                <a:gd name="f52" fmla="*/ f46 f24 1"/>
                <a:gd name="f53" fmla="+- f27 0 f50"/>
                <a:gd name="f54" fmla="*/ f50 f24 1"/>
                <a:gd name="f55" fmla="*/ f51 f24 1"/>
                <a:gd name="f56" fmla="*/ f53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54" t="f52" r="f56" b="f55"/>
              <a:pathLst>
                <a:path>
                  <a:moveTo>
                    <a:pt x="f44" y="f29"/>
                  </a:moveTo>
                  <a:lnTo>
                    <a:pt x="f48" y="f29"/>
                  </a:lnTo>
                  <a:arcTo wR="f44" hR="f44" stAng="f4" swAng="f3"/>
                  <a:lnTo>
                    <a:pt x="f32" y="f49"/>
                  </a:lnTo>
                  <a:arcTo wR="f45" hR="f45" stAng="f8" swAng="f3"/>
                  <a:lnTo>
                    <a:pt x="f45" y="f33"/>
                  </a:lnTo>
                  <a:arcTo wR="f45" hR="f45" stAng="f3" swAng="f3"/>
                  <a:lnTo>
                    <a:pt x="f29" y="f44"/>
                  </a:lnTo>
                  <a:arcTo wR="f44" hR="f44" stAng="f2" swAng="f3"/>
                  <a:close/>
                </a:path>
              </a:pathLst>
            </a:custGeom>
            <a:solidFill>
              <a:schemeClr val="accent2"/>
            </a:solidFill>
            <a:ln w="12701" cap="flat">
              <a:solidFill>
                <a:schemeClr val="accent2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</p:grpSp>
      <p:sp>
        <p:nvSpPr>
          <p:cNvPr id="30" name="Rectangle 173">
            <a:extLst>
              <a:ext uri="{FF2B5EF4-FFF2-40B4-BE49-F238E27FC236}">
                <a16:creationId xmlns:a16="http://schemas.microsoft.com/office/drawing/2014/main" id="{950F6EAB-B7B0-8EAF-204A-C1FD495B3149}"/>
              </a:ext>
            </a:extLst>
          </p:cNvPr>
          <p:cNvSpPr/>
          <p:nvPr/>
        </p:nvSpPr>
        <p:spPr>
          <a:xfrm>
            <a:off x="6199311" y="3836578"/>
            <a:ext cx="1567543" cy="63971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Digital Marketing Platforms Specialist</a:t>
            </a:r>
          </a:p>
          <a:p>
            <a:pPr algn="ctr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CN" sz="900" spc="50">
                <a:solidFill>
                  <a:srgbClr val="7F7F7F"/>
                </a:solidFill>
                <a:latin typeface="Arial"/>
                <a:ea typeface="DengXian"/>
              </a:rPr>
              <a:t>Matt Evans</a:t>
            </a:r>
            <a:endParaRPr lang="en-US" sz="900" b="0" i="0" u="none" strike="noStrike" kern="1200" cap="none" spc="50" baseline="0" dirty="0">
              <a:solidFill>
                <a:srgbClr val="7F7F7F"/>
              </a:solidFill>
              <a:uFillTx/>
              <a:latin typeface="Arial"/>
              <a:ea typeface="DengXian"/>
            </a:endParaRPr>
          </a:p>
        </p:txBody>
      </p:sp>
      <p:pic>
        <p:nvPicPr>
          <p:cNvPr id="32" name="Graphic 174">
            <a:extLst>
              <a:ext uri="{FF2B5EF4-FFF2-40B4-BE49-F238E27FC236}">
                <a16:creationId xmlns:a16="http://schemas.microsoft.com/office/drawing/2014/main" id="{E440B5E5-2C84-608D-90A2-8AA05650B0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4777" y="3791382"/>
            <a:ext cx="720000" cy="6974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BF6205EA-7310-37C2-453D-C8978D347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7271" y="5186345"/>
            <a:ext cx="272336" cy="272336"/>
          </a:xfrm>
          <a:prstGeom prst="rect">
            <a:avLst/>
          </a:prstGeom>
        </p:spPr>
      </p:pic>
      <p:pic>
        <p:nvPicPr>
          <p:cNvPr id="6" name="Graphic 174">
            <a:extLst>
              <a:ext uri="{FF2B5EF4-FFF2-40B4-BE49-F238E27FC236}">
                <a16:creationId xmlns:a16="http://schemas.microsoft.com/office/drawing/2014/main" id="{1B86EABE-54D3-B0D3-8D6B-B062E6F4E0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7854" y="3885827"/>
            <a:ext cx="720000" cy="6974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5C576AA-390B-ACC9-C19D-80FAE2FB1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6421" y="3707033"/>
            <a:ext cx="259200" cy="2592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F79BA78-FA89-5BC8-1A0D-6CBF4ED992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13509" y="3703572"/>
            <a:ext cx="259200" cy="2592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1937479A-74FF-5438-66CF-2D5E9D86E7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9561" y="3629218"/>
            <a:ext cx="259200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1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2FA1-237B-277B-17EA-BF6F9282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66623A-1FA0-8A6D-A960-0560DE934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F6B9C1-1745-48B0-A8CA-B72E4783115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3C2E21-5D13-6F38-73FA-8389309BB11A}"/>
              </a:ext>
            </a:extLst>
          </p:cNvPr>
          <p:cNvSpPr/>
          <p:nvPr/>
        </p:nvSpPr>
        <p:spPr>
          <a:xfrm>
            <a:off x="1038280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5934E32-4396-7DE1-A855-926015E9A0A7}"/>
              </a:ext>
            </a:extLst>
          </p:cNvPr>
          <p:cNvSpPr/>
          <p:nvPr/>
        </p:nvSpPr>
        <p:spPr>
          <a:xfrm>
            <a:off x="9289916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1AEFD1-70B3-6124-7E08-BA5B2870DFEF}"/>
              </a:ext>
            </a:extLst>
          </p:cNvPr>
          <p:cNvSpPr/>
          <p:nvPr/>
        </p:nvSpPr>
        <p:spPr>
          <a:xfrm>
            <a:off x="491602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6BBE5B3-78FD-07BB-E1EA-25CE655E5C88}"/>
              </a:ext>
            </a:extLst>
          </p:cNvPr>
          <p:cNvSpPr/>
          <p:nvPr/>
        </p:nvSpPr>
        <p:spPr>
          <a:xfrm>
            <a:off x="4910170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DD57719-6E81-C16F-A9BF-86A05D708A45}"/>
              </a:ext>
            </a:extLst>
          </p:cNvPr>
          <p:cNvSpPr/>
          <p:nvPr/>
        </p:nvSpPr>
        <p:spPr>
          <a:xfrm>
            <a:off x="928991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3FBD38D-431F-FD5D-0C34-52DA80274BD3}"/>
              </a:ext>
            </a:extLst>
          </p:cNvPr>
          <p:cNvSpPr/>
          <p:nvPr/>
        </p:nvSpPr>
        <p:spPr>
          <a:xfrm>
            <a:off x="8195858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0AFFEAC-3ABE-B376-F1FE-74809285E1EC}"/>
              </a:ext>
            </a:extLst>
          </p:cNvPr>
          <p:cNvSpPr/>
          <p:nvPr/>
        </p:nvSpPr>
        <p:spPr>
          <a:xfrm>
            <a:off x="8195858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88C7317-94AB-947D-0BBD-5461B155EB70}"/>
              </a:ext>
            </a:extLst>
          </p:cNvPr>
          <p:cNvSpPr/>
          <p:nvPr/>
        </p:nvSpPr>
        <p:spPr>
          <a:xfrm>
            <a:off x="7102971" y="9216844"/>
            <a:ext cx="1092886" cy="11713"/>
          </a:xfrm>
          <a:custGeom>
            <a:avLst/>
            <a:gdLst>
              <a:gd name="connsiteX0" fmla="*/ 0 w 1092886"/>
              <a:gd name="connsiteY0" fmla="*/ 0 h 11713"/>
              <a:gd name="connsiteX1" fmla="*/ 1092887 w 1092886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886" h="11713">
                <a:moveTo>
                  <a:pt x="0" y="0"/>
                </a:moveTo>
                <a:lnTo>
                  <a:pt x="1092887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5E0DA27-F6C5-054E-FF5A-ADE6DF5AE0AB}"/>
              </a:ext>
            </a:extLst>
          </p:cNvPr>
          <p:cNvSpPr/>
          <p:nvPr/>
        </p:nvSpPr>
        <p:spPr>
          <a:xfrm>
            <a:off x="600891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95362B8-A566-099B-518B-681D71BE2D14}"/>
              </a:ext>
            </a:extLst>
          </p:cNvPr>
          <p:cNvSpPr/>
          <p:nvPr/>
        </p:nvSpPr>
        <p:spPr>
          <a:xfrm>
            <a:off x="7102971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BB00531-6730-CB4B-D960-4C06146B39C4}"/>
              </a:ext>
            </a:extLst>
          </p:cNvPr>
          <p:cNvSpPr/>
          <p:nvPr/>
        </p:nvSpPr>
        <p:spPr>
          <a:xfrm>
            <a:off x="6008913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632FD17-D0E2-DA31-62DC-323488508C26}"/>
              </a:ext>
            </a:extLst>
          </p:cNvPr>
          <p:cNvSpPr/>
          <p:nvPr/>
        </p:nvSpPr>
        <p:spPr>
          <a:xfrm>
            <a:off x="450790" y="477079"/>
            <a:ext cx="3242611" cy="5924184"/>
          </a:xfrm>
          <a:prstGeom prst="roundRect">
            <a:avLst>
              <a:gd name="adj" fmla="val 525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80000" rIns="144000" bIns="180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54A3C93-D4A7-1386-9F51-E1C5BFF5626C}"/>
              </a:ext>
            </a:extLst>
          </p:cNvPr>
          <p:cNvSpPr/>
          <p:nvPr/>
        </p:nvSpPr>
        <p:spPr>
          <a:xfrm>
            <a:off x="659587" y="1377073"/>
            <a:ext cx="2860245" cy="470898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BioMar Marketing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Global Marketing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 manages the BioMar brand creates the positioning for all product concepts and services and runs a centralised Design and Digital Shared Services agency. 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Product Marketing Management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manages their segment and develops the product range in their product portfolio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Local Marketing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launches its product range and runs marketing initiatives to support its businesses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7AD22CE2-90A1-62A8-4102-2AA3EC356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299" y="5870611"/>
            <a:ext cx="288000" cy="28800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D11B6360-CDB4-3E4C-7F46-DA8F1B83D10E}"/>
              </a:ext>
            </a:extLst>
          </p:cNvPr>
          <p:cNvSpPr/>
          <p:nvPr/>
        </p:nvSpPr>
        <p:spPr>
          <a:xfrm>
            <a:off x="1067663" y="5897001"/>
            <a:ext cx="249886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= Location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pic>
        <p:nvPicPr>
          <p:cNvPr id="61" name="Gráfico 60">
            <a:extLst>
              <a:ext uri="{FF2B5EF4-FFF2-40B4-BE49-F238E27FC236}">
                <a16:creationId xmlns:a16="http://schemas.microsoft.com/office/drawing/2014/main" id="{09D72812-933C-32CA-F248-56950B439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4599" y="223363"/>
            <a:ext cx="6428403" cy="6403773"/>
          </a:xfrm>
          <a:prstGeom prst="rect">
            <a:avLst/>
          </a:prstGeom>
        </p:spPr>
      </p:pic>
      <p:sp>
        <p:nvSpPr>
          <p:cNvPr id="62" name="Oval 98">
            <a:extLst>
              <a:ext uri="{FF2B5EF4-FFF2-40B4-BE49-F238E27FC236}">
                <a16:creationId xmlns:a16="http://schemas.microsoft.com/office/drawing/2014/main" id="{9CDBA20F-80CD-41F4-8CE4-FFBFD134B1D3}"/>
              </a:ext>
            </a:extLst>
          </p:cNvPr>
          <p:cNvSpPr/>
          <p:nvPr/>
        </p:nvSpPr>
        <p:spPr>
          <a:xfrm>
            <a:off x="6604474" y="2410924"/>
            <a:ext cx="2028654" cy="20286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Global Marketing</a:t>
            </a:r>
            <a:endParaRPr kumimoji="0" lang="en-DK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63" name="Rectangle 56">
            <a:extLst>
              <a:ext uri="{FF2B5EF4-FFF2-40B4-BE49-F238E27FC236}">
                <a16:creationId xmlns:a16="http://schemas.microsoft.com/office/drawing/2014/main" id="{56E42CF4-C6A8-7F77-BFC9-733FCAB6D13C}"/>
              </a:ext>
            </a:extLst>
          </p:cNvPr>
          <p:cNvSpPr/>
          <p:nvPr/>
        </p:nvSpPr>
        <p:spPr>
          <a:xfrm rot="16200000">
            <a:off x="5117464" y="3347748"/>
            <a:ext cx="1361408" cy="202362"/>
          </a:xfrm>
          <a:prstGeom prst="rect">
            <a:avLst/>
          </a:prstGeom>
          <a:noFill/>
          <a:ln w="6120" cap="flat">
            <a:noFill/>
            <a:prstDash val="solid"/>
            <a:miter/>
          </a:ln>
        </p:spPr>
        <p:txBody>
          <a:bodyPr tIns="0" rIns="10800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LATAM</a:t>
            </a:r>
            <a:endParaRPr kumimoji="0" lang="en-DK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68" name="Rectangle 57">
            <a:extLst>
              <a:ext uri="{FF2B5EF4-FFF2-40B4-BE49-F238E27FC236}">
                <a16:creationId xmlns:a16="http://schemas.microsoft.com/office/drawing/2014/main" id="{9F5F70E5-8DA7-A27F-2989-EA6E2F9076CD}"/>
              </a:ext>
            </a:extLst>
          </p:cNvPr>
          <p:cNvSpPr/>
          <p:nvPr/>
        </p:nvSpPr>
        <p:spPr>
          <a:xfrm rot="5400000">
            <a:off x="8810755" y="3371150"/>
            <a:ext cx="1361408" cy="202362"/>
          </a:xfrm>
          <a:prstGeom prst="rect">
            <a:avLst/>
          </a:prstGeom>
          <a:noFill/>
          <a:ln w="6120" cap="flat">
            <a:noFill/>
            <a:prstDash val="solid"/>
            <a:miter/>
          </a:ln>
        </p:spPr>
        <p:txBody>
          <a:bodyPr tIns="0" rIns="10800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Asia</a:t>
            </a:r>
            <a:endParaRPr kumimoji="0" lang="en-DK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pic>
        <p:nvPicPr>
          <p:cNvPr id="69" name="Graphic 48">
            <a:extLst>
              <a:ext uri="{FF2B5EF4-FFF2-40B4-BE49-F238E27FC236}">
                <a16:creationId xmlns:a16="http://schemas.microsoft.com/office/drawing/2014/main" id="{BDB200C1-AC0B-0A1C-E4A5-BF9972F310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630494" y="3333494"/>
            <a:ext cx="581331" cy="144869"/>
          </a:xfrm>
          <a:prstGeom prst="rect">
            <a:avLst/>
          </a:prstGeom>
        </p:spPr>
      </p:pic>
      <p:pic>
        <p:nvPicPr>
          <p:cNvPr id="70" name="Graphic 5">
            <a:extLst>
              <a:ext uri="{FF2B5EF4-FFF2-40B4-BE49-F238E27FC236}">
                <a16:creationId xmlns:a16="http://schemas.microsoft.com/office/drawing/2014/main" id="{DA947C46-A443-7B23-8AD2-334579B22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507724">
            <a:off x="8585438" y="2709282"/>
            <a:ext cx="412023" cy="222609"/>
          </a:xfrm>
          <a:prstGeom prst="rect">
            <a:avLst/>
          </a:prstGeom>
        </p:spPr>
      </p:pic>
      <p:pic>
        <p:nvPicPr>
          <p:cNvPr id="71" name="Graphic 3">
            <a:extLst>
              <a:ext uri="{FF2B5EF4-FFF2-40B4-BE49-F238E27FC236}">
                <a16:creationId xmlns:a16="http://schemas.microsoft.com/office/drawing/2014/main" id="{1500B8A9-7955-9C82-EF2B-DE8FE4832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4501043">
            <a:off x="6266527" y="3999855"/>
            <a:ext cx="398249" cy="197153"/>
          </a:xfrm>
          <a:prstGeom prst="rect">
            <a:avLst/>
          </a:prstGeom>
        </p:spPr>
      </p:pic>
      <p:pic>
        <p:nvPicPr>
          <p:cNvPr id="72" name="Graphic 1024">
            <a:extLst>
              <a:ext uri="{FF2B5EF4-FFF2-40B4-BE49-F238E27FC236}">
                <a16:creationId xmlns:a16="http://schemas.microsoft.com/office/drawing/2014/main" id="{74D613E3-CB70-ECEC-33A0-5C4459C30C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7125435">
            <a:off x="6203082" y="2705775"/>
            <a:ext cx="408496" cy="257053"/>
          </a:xfrm>
          <a:prstGeom prst="rect">
            <a:avLst/>
          </a:prstGeom>
        </p:spPr>
      </p:pic>
      <p:pic>
        <p:nvPicPr>
          <p:cNvPr id="73" name="Graphic 60">
            <a:extLst>
              <a:ext uri="{FF2B5EF4-FFF2-40B4-BE49-F238E27FC236}">
                <a16:creationId xmlns:a16="http://schemas.microsoft.com/office/drawing/2014/main" id="{1B648493-6D27-D469-C4EE-870079295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5960671">
            <a:off x="6027473" y="3389271"/>
            <a:ext cx="647037" cy="223974"/>
          </a:xfrm>
          <a:prstGeom prst="rect">
            <a:avLst/>
          </a:prstGeom>
        </p:spPr>
      </p:pic>
      <p:pic>
        <p:nvPicPr>
          <p:cNvPr id="74" name="Graphic 1031">
            <a:extLst>
              <a:ext uri="{FF2B5EF4-FFF2-40B4-BE49-F238E27FC236}">
                <a16:creationId xmlns:a16="http://schemas.microsoft.com/office/drawing/2014/main" id="{EE357B75-48F1-4555-5DDC-ACC13E8CB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6787159">
            <a:off x="8547349" y="3924786"/>
            <a:ext cx="503150" cy="231235"/>
          </a:xfrm>
          <a:prstGeom prst="rect">
            <a:avLst/>
          </a:prstGeom>
        </p:spPr>
      </p:pic>
      <p:sp>
        <p:nvSpPr>
          <p:cNvPr id="75" name="Rectangle 198">
            <a:extLst>
              <a:ext uri="{FF2B5EF4-FFF2-40B4-BE49-F238E27FC236}">
                <a16:creationId xmlns:a16="http://schemas.microsoft.com/office/drawing/2014/main" id="{6768DC5E-4A17-7D71-F5AB-E8D604181E50}"/>
              </a:ext>
            </a:extLst>
          </p:cNvPr>
          <p:cNvSpPr/>
          <p:nvPr/>
        </p:nvSpPr>
        <p:spPr>
          <a:xfrm rot="5400000">
            <a:off x="8630539" y="3270235"/>
            <a:ext cx="1129581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Xinru Wang</a:t>
            </a:r>
          </a:p>
        </p:txBody>
      </p:sp>
      <p:sp>
        <p:nvSpPr>
          <p:cNvPr id="76" name="Rectangle 198">
            <a:extLst>
              <a:ext uri="{FF2B5EF4-FFF2-40B4-BE49-F238E27FC236}">
                <a16:creationId xmlns:a16="http://schemas.microsoft.com/office/drawing/2014/main" id="{5F9F6C67-BD5B-73D7-B03F-94FA592D6C49}"/>
              </a:ext>
            </a:extLst>
          </p:cNvPr>
          <p:cNvSpPr/>
          <p:nvPr/>
        </p:nvSpPr>
        <p:spPr>
          <a:xfrm rot="16200000">
            <a:off x="5505362" y="3268271"/>
            <a:ext cx="1129581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Daniela Vera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sp>
        <p:nvSpPr>
          <p:cNvPr id="77" name="Rectangle 55">
            <a:extLst>
              <a:ext uri="{FF2B5EF4-FFF2-40B4-BE49-F238E27FC236}">
                <a16:creationId xmlns:a16="http://schemas.microsoft.com/office/drawing/2014/main" id="{FB1CFEF6-7C06-466E-83A7-487E44437E31}"/>
              </a:ext>
            </a:extLst>
          </p:cNvPr>
          <p:cNvSpPr/>
          <p:nvPr/>
        </p:nvSpPr>
        <p:spPr>
          <a:xfrm>
            <a:off x="6971053" y="1469652"/>
            <a:ext cx="1361408" cy="202362"/>
          </a:xfrm>
          <a:prstGeom prst="rect">
            <a:avLst/>
          </a:prstGeom>
          <a:noFill/>
          <a:ln w="6120" cap="flat">
            <a:noFill/>
            <a:prstDash val="solid"/>
            <a:miter/>
          </a:ln>
        </p:spPr>
        <p:txBody>
          <a:bodyPr tIns="0" rIns="10800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EMEA</a:t>
            </a:r>
            <a:endParaRPr kumimoji="0" lang="en-DK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pic>
        <p:nvPicPr>
          <p:cNvPr id="78" name="Graphic 3">
            <a:extLst>
              <a:ext uri="{FF2B5EF4-FFF2-40B4-BE49-F238E27FC236}">
                <a16:creationId xmlns:a16="http://schemas.microsoft.com/office/drawing/2014/main" id="{28391676-12E3-07B9-615C-420C6A1721C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91059" y="1984024"/>
            <a:ext cx="323959" cy="186336"/>
          </a:xfrm>
          <a:prstGeom prst="rect">
            <a:avLst/>
          </a:prstGeom>
        </p:spPr>
      </p:pic>
      <p:pic>
        <p:nvPicPr>
          <p:cNvPr id="79" name="Graphic 20">
            <a:extLst>
              <a:ext uri="{FF2B5EF4-FFF2-40B4-BE49-F238E27FC236}">
                <a16:creationId xmlns:a16="http://schemas.microsoft.com/office/drawing/2014/main" id="{4AF08029-A91C-4C45-BC2B-BE091CB902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0397577">
            <a:off x="6799095" y="2051575"/>
            <a:ext cx="577262" cy="225427"/>
          </a:xfrm>
          <a:prstGeom prst="rect">
            <a:avLst/>
          </a:prstGeom>
        </p:spPr>
      </p:pic>
      <p:pic>
        <p:nvPicPr>
          <p:cNvPr id="80" name="Graphic 32">
            <a:extLst>
              <a:ext uri="{FF2B5EF4-FFF2-40B4-BE49-F238E27FC236}">
                <a16:creationId xmlns:a16="http://schemas.microsoft.com/office/drawing/2014/main" id="{4FCA3EB2-425C-809C-567E-B3E2CE2443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192383">
            <a:off x="7989415" y="2017845"/>
            <a:ext cx="492239" cy="261727"/>
          </a:xfrm>
          <a:prstGeom prst="rect">
            <a:avLst/>
          </a:prstGeom>
        </p:spPr>
      </p:pic>
      <p:sp>
        <p:nvSpPr>
          <p:cNvPr id="81" name="Rectangle 115">
            <a:extLst>
              <a:ext uri="{FF2B5EF4-FFF2-40B4-BE49-F238E27FC236}">
                <a16:creationId xmlns:a16="http://schemas.microsoft.com/office/drawing/2014/main" id="{E92F7378-19E6-0DE0-E917-A34B118B5125}"/>
              </a:ext>
            </a:extLst>
          </p:cNvPr>
          <p:cNvSpPr/>
          <p:nvPr/>
        </p:nvSpPr>
        <p:spPr>
          <a:xfrm>
            <a:off x="6971053" y="5074278"/>
            <a:ext cx="1361408" cy="202362"/>
          </a:xfrm>
          <a:prstGeom prst="rect">
            <a:avLst/>
          </a:prstGeom>
          <a:noFill/>
          <a:ln w="6120" cap="flat">
            <a:noFill/>
            <a:prstDash val="solid"/>
            <a:miter/>
          </a:ln>
        </p:spPr>
        <p:txBody>
          <a:bodyPr tIns="0" rIns="10800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Salmon</a:t>
            </a:r>
            <a:endParaRPr kumimoji="0" lang="en-DK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pic>
        <p:nvPicPr>
          <p:cNvPr id="82" name="Graphic 15">
            <a:extLst>
              <a:ext uri="{FF2B5EF4-FFF2-40B4-BE49-F238E27FC236}">
                <a16:creationId xmlns:a16="http://schemas.microsoft.com/office/drawing/2014/main" id="{C257D642-D807-423F-DEDE-52D37B6157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97521" y="4613785"/>
            <a:ext cx="485913" cy="210719"/>
          </a:xfrm>
          <a:prstGeom prst="rect">
            <a:avLst/>
          </a:prstGeom>
        </p:spPr>
      </p:pic>
      <p:pic>
        <p:nvPicPr>
          <p:cNvPr id="83" name="Graphic 16">
            <a:extLst>
              <a:ext uri="{FF2B5EF4-FFF2-40B4-BE49-F238E27FC236}">
                <a16:creationId xmlns:a16="http://schemas.microsoft.com/office/drawing/2014/main" id="{76189B07-05C2-7C3E-DD5C-AC2312E085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0117291">
            <a:off x="8040242" y="4502330"/>
            <a:ext cx="514969" cy="219373"/>
          </a:xfrm>
          <a:prstGeom prst="rect">
            <a:avLst/>
          </a:prstGeom>
        </p:spPr>
      </p:pic>
      <p:pic>
        <p:nvPicPr>
          <p:cNvPr id="84" name="Graphic 13">
            <a:extLst>
              <a:ext uri="{FF2B5EF4-FFF2-40B4-BE49-F238E27FC236}">
                <a16:creationId xmlns:a16="http://schemas.microsoft.com/office/drawing/2014/main" id="{7E27D759-6260-D871-62F0-A75A632D2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798534">
            <a:off x="6737196" y="4513215"/>
            <a:ext cx="506619" cy="177561"/>
          </a:xfrm>
          <a:prstGeom prst="rect">
            <a:avLst/>
          </a:prstGeom>
        </p:spPr>
      </p:pic>
      <p:sp>
        <p:nvSpPr>
          <p:cNvPr id="85" name="Rectangle 198">
            <a:extLst>
              <a:ext uri="{FF2B5EF4-FFF2-40B4-BE49-F238E27FC236}">
                <a16:creationId xmlns:a16="http://schemas.microsoft.com/office/drawing/2014/main" id="{9F9ED9F4-7BA3-3732-85D9-8936AF77618D}"/>
              </a:ext>
            </a:extLst>
          </p:cNvPr>
          <p:cNvSpPr/>
          <p:nvPr/>
        </p:nvSpPr>
        <p:spPr>
          <a:xfrm>
            <a:off x="7029544" y="4721219"/>
            <a:ext cx="1320739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Joana Silva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sp>
        <p:nvSpPr>
          <p:cNvPr id="86" name="Rectangle 198">
            <a:extLst>
              <a:ext uri="{FF2B5EF4-FFF2-40B4-BE49-F238E27FC236}">
                <a16:creationId xmlns:a16="http://schemas.microsoft.com/office/drawing/2014/main" id="{09CCB556-5CC1-193E-0CDE-E810406EC741}"/>
              </a:ext>
            </a:extLst>
          </p:cNvPr>
          <p:cNvSpPr/>
          <p:nvPr/>
        </p:nvSpPr>
        <p:spPr>
          <a:xfrm rot="4228133">
            <a:off x="9147745" y="2200661"/>
            <a:ext cx="1938032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Marketing Assistant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0" i="0" u="none" strike="noStrike" kern="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Thu Minh Dang</a:t>
            </a:r>
            <a:endParaRPr kumimoji="0" lang="en-US" sz="800" b="0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sp>
        <p:nvSpPr>
          <p:cNvPr id="87" name="Rectangle 198">
            <a:extLst>
              <a:ext uri="{FF2B5EF4-FFF2-40B4-BE49-F238E27FC236}">
                <a16:creationId xmlns:a16="http://schemas.microsoft.com/office/drawing/2014/main" id="{068C0E04-E8FA-2C21-4768-2C8F2C14E7B7}"/>
              </a:ext>
            </a:extLst>
          </p:cNvPr>
          <p:cNvSpPr/>
          <p:nvPr/>
        </p:nvSpPr>
        <p:spPr>
          <a:xfrm rot="6725836">
            <a:off x="9378619" y="4232570"/>
            <a:ext cx="1476287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Marketing M</a:t>
            </a:r>
            <a:r>
              <a: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anager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CN" sz="8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Ma Teng</a:t>
            </a:r>
            <a:endParaRPr kumimoji="0" lang="en-US" sz="800" b="0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pic>
        <p:nvPicPr>
          <p:cNvPr id="88" name="Graphic 120">
            <a:extLst>
              <a:ext uri="{FF2B5EF4-FFF2-40B4-BE49-F238E27FC236}">
                <a16:creationId xmlns:a16="http://schemas.microsoft.com/office/drawing/2014/main" id="{5869DEFB-8A0F-DA92-3A1D-2365738DE9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3933741">
            <a:off x="9598848" y="2434355"/>
            <a:ext cx="288000" cy="288000"/>
          </a:xfrm>
          <a:prstGeom prst="rect">
            <a:avLst/>
          </a:prstGeom>
        </p:spPr>
      </p:pic>
      <p:pic>
        <p:nvPicPr>
          <p:cNvPr id="89" name="Graphic 121">
            <a:extLst>
              <a:ext uri="{FF2B5EF4-FFF2-40B4-BE49-F238E27FC236}">
                <a16:creationId xmlns:a16="http://schemas.microsoft.com/office/drawing/2014/main" id="{26B1825E-C16A-63F8-9A75-2DD0DE0209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6922271">
            <a:off x="9669972" y="4153955"/>
            <a:ext cx="288000" cy="288000"/>
          </a:xfrm>
          <a:prstGeom prst="rect">
            <a:avLst/>
          </a:prstGeom>
        </p:spPr>
      </p:pic>
      <p:sp>
        <p:nvSpPr>
          <p:cNvPr id="90" name="Rectangle 198">
            <a:extLst>
              <a:ext uri="{FF2B5EF4-FFF2-40B4-BE49-F238E27FC236}">
                <a16:creationId xmlns:a16="http://schemas.microsoft.com/office/drawing/2014/main" id="{9B6A615E-158F-1175-B1D8-81CE37015EFF}"/>
              </a:ext>
            </a:extLst>
          </p:cNvPr>
          <p:cNvSpPr/>
          <p:nvPr/>
        </p:nvSpPr>
        <p:spPr>
          <a:xfrm rot="17394383">
            <a:off x="4163788" y="2242282"/>
            <a:ext cx="1942236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Marketing M</a:t>
            </a:r>
            <a:r>
              <a: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anager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Valeria Triviño Alvarez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pic>
        <p:nvPicPr>
          <p:cNvPr id="91" name="Graphic 119">
            <a:extLst>
              <a:ext uri="{FF2B5EF4-FFF2-40B4-BE49-F238E27FC236}">
                <a16:creationId xmlns:a16="http://schemas.microsoft.com/office/drawing/2014/main" id="{B835DC20-BA5E-CAC7-800E-345D0227D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 rot="17534652">
            <a:off x="5300639" y="2476692"/>
            <a:ext cx="296012" cy="296012"/>
          </a:xfrm>
          <a:prstGeom prst="rect">
            <a:avLst/>
          </a:prstGeom>
        </p:spPr>
      </p:pic>
      <p:sp>
        <p:nvSpPr>
          <p:cNvPr id="92" name="Rectangle 198">
            <a:extLst>
              <a:ext uri="{FF2B5EF4-FFF2-40B4-BE49-F238E27FC236}">
                <a16:creationId xmlns:a16="http://schemas.microsoft.com/office/drawing/2014/main" id="{2E2A23AB-24CA-F519-F212-74876FAF5F5C}"/>
              </a:ext>
            </a:extLst>
          </p:cNvPr>
          <p:cNvSpPr/>
          <p:nvPr/>
        </p:nvSpPr>
        <p:spPr>
          <a:xfrm rot="14463435">
            <a:off x="4172064" y="4167458"/>
            <a:ext cx="1942236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kern="0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Marketing Responsible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Steven Leon Ulloa</a:t>
            </a:r>
            <a:endParaRPr kumimoji="0" lang="en-US" sz="800" b="0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pic>
        <p:nvPicPr>
          <p:cNvPr id="98" name="Imagen 97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E80A69E-6BC1-CB26-E0A2-5EBFA533F7C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367826">
            <a:off x="5323063" y="4102532"/>
            <a:ext cx="295200" cy="2952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9792334D-E5CF-D8DF-484A-ABC06956902A}"/>
              </a:ext>
            </a:extLst>
          </p:cNvPr>
          <p:cNvGrpSpPr/>
          <p:nvPr/>
        </p:nvGrpSpPr>
        <p:grpSpPr>
          <a:xfrm rot="623347">
            <a:off x="7508656" y="525767"/>
            <a:ext cx="1218760" cy="739677"/>
            <a:chOff x="7034089" y="593731"/>
            <a:chExt cx="1218760" cy="739677"/>
          </a:xfrm>
        </p:grpSpPr>
        <p:sp>
          <p:nvSpPr>
            <p:cNvPr id="106" name="Rectangle 198">
              <a:extLst>
                <a:ext uri="{FF2B5EF4-FFF2-40B4-BE49-F238E27FC236}">
                  <a16:creationId xmlns:a16="http://schemas.microsoft.com/office/drawing/2014/main" id="{9CBAA668-334D-7FD2-8D22-E90EFBBF0EA0}"/>
                </a:ext>
              </a:extLst>
            </p:cNvPr>
            <p:cNvSpPr/>
            <p:nvPr/>
          </p:nvSpPr>
          <p:spPr>
            <a:xfrm>
              <a:off x="7034089" y="593731"/>
              <a:ext cx="1218760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1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Manager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Cathrine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Weirbach</a:t>
              </a:r>
              <a:endPara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07" name="Graphic 116">
              <a:extLst>
                <a:ext uri="{FF2B5EF4-FFF2-40B4-BE49-F238E27FC236}">
                  <a16:creationId xmlns:a16="http://schemas.microsoft.com/office/drawing/2014/main" id="{76DC7CAB-E243-B8DB-15B8-6DB7B1D78A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98151" y="1045408"/>
              <a:ext cx="288000" cy="288000"/>
            </a:xfrm>
            <a:prstGeom prst="rect">
              <a:avLst/>
            </a:prstGeom>
          </p:spPr>
        </p:pic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09D4A660-03BB-C556-A3D2-EF2D7C8D692F}"/>
              </a:ext>
            </a:extLst>
          </p:cNvPr>
          <p:cNvGrpSpPr/>
          <p:nvPr/>
        </p:nvGrpSpPr>
        <p:grpSpPr>
          <a:xfrm>
            <a:off x="5491390" y="900810"/>
            <a:ext cx="1314200" cy="645102"/>
            <a:chOff x="5686445" y="813468"/>
            <a:chExt cx="1314200" cy="645102"/>
          </a:xfrm>
        </p:grpSpPr>
        <p:sp>
          <p:nvSpPr>
            <p:cNvPr id="103" name="Rectangle 198">
              <a:extLst>
                <a:ext uri="{FF2B5EF4-FFF2-40B4-BE49-F238E27FC236}">
                  <a16:creationId xmlns:a16="http://schemas.microsoft.com/office/drawing/2014/main" id="{E291161D-7DB0-E745-5309-73AD07B1A1C6}"/>
                </a:ext>
              </a:extLst>
            </p:cNvPr>
            <p:cNvSpPr/>
            <p:nvPr/>
          </p:nvSpPr>
          <p:spPr>
            <a:xfrm rot="19870542">
              <a:off x="5686445" y="813468"/>
              <a:ext cx="1314200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1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Assistant</a:t>
              </a:r>
              <a:br>
                <a:rPr kumimoji="0" lang="en-US" sz="800" b="1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</a:b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Christina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0" cap="none" spc="50" normalizeH="0" baseline="0" noProof="0" dirty="0" err="1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Kravariti</a:t>
              </a: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 </a:t>
              </a:r>
              <a:endPara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12" name="Graphic 4">
              <a:extLst>
                <a:ext uri="{FF2B5EF4-FFF2-40B4-BE49-F238E27FC236}">
                  <a16:creationId xmlns:a16="http://schemas.microsoft.com/office/drawing/2014/main" id="{94D373A4-8DF6-4C84-F221-F68A6685D0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rot="19795118">
              <a:off x="6383366" y="1164103"/>
              <a:ext cx="294467" cy="294467"/>
            </a:xfrm>
            <a:prstGeom prst="rect">
              <a:avLst/>
            </a:prstGeom>
          </p:spPr>
        </p:pic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4BE6923F-A868-B23F-C5E3-EB0C3B047A85}"/>
              </a:ext>
            </a:extLst>
          </p:cNvPr>
          <p:cNvGrpSpPr/>
          <p:nvPr/>
        </p:nvGrpSpPr>
        <p:grpSpPr>
          <a:xfrm rot="393855">
            <a:off x="8320422" y="888190"/>
            <a:ext cx="1512729" cy="635565"/>
            <a:chOff x="8322569" y="888313"/>
            <a:chExt cx="1512729" cy="635565"/>
          </a:xfrm>
        </p:grpSpPr>
        <p:sp>
          <p:nvSpPr>
            <p:cNvPr id="101" name="Rectangle 198">
              <a:extLst>
                <a:ext uri="{FF2B5EF4-FFF2-40B4-BE49-F238E27FC236}">
                  <a16:creationId xmlns:a16="http://schemas.microsoft.com/office/drawing/2014/main" id="{43DE2983-635A-4892-E3C2-AAE8C9768E6D}"/>
                </a:ext>
              </a:extLst>
            </p:cNvPr>
            <p:cNvSpPr/>
            <p:nvPr/>
          </p:nvSpPr>
          <p:spPr>
            <a:xfrm rot="1608858">
              <a:off x="8322569" y="888313"/>
              <a:ext cx="1512729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1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Manager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Iris </a:t>
              </a:r>
              <a:b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</a:b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Hernandez</a:t>
              </a:r>
              <a:endPara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13" name="Picture 2" descr="Image result for flag icon spain">
              <a:extLst>
                <a:ext uri="{FF2B5EF4-FFF2-40B4-BE49-F238E27FC236}">
                  <a16:creationId xmlns:a16="http://schemas.microsoft.com/office/drawing/2014/main" id="{B3DED68D-9FA7-FF0C-8B75-AC8FDABD68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70381">
              <a:off x="8739348" y="1338512"/>
              <a:ext cx="277302" cy="1853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9" name="Rectangle 198">
            <a:extLst>
              <a:ext uri="{FF2B5EF4-FFF2-40B4-BE49-F238E27FC236}">
                <a16:creationId xmlns:a16="http://schemas.microsoft.com/office/drawing/2014/main" id="{1FB1861A-9619-48F8-5EB0-8C0B76043E9A}"/>
              </a:ext>
            </a:extLst>
          </p:cNvPr>
          <p:cNvSpPr/>
          <p:nvPr/>
        </p:nvSpPr>
        <p:spPr>
          <a:xfrm rot="21145354">
            <a:off x="6457584" y="484595"/>
            <a:ext cx="1314200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Manager</a:t>
            </a:r>
            <a:br>
              <a: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</a:br>
            <a:r>
              <a:rPr lang="en-US" sz="800" kern="0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Kseniya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Akkaya</a:t>
            </a:r>
          </a:p>
        </p:txBody>
      </p:sp>
      <p:pic>
        <p:nvPicPr>
          <p:cNvPr id="124" name="Imagen 123" descr="Icono&#10;&#10;El contenido generado por IA puede ser incorrecto.">
            <a:extLst>
              <a:ext uri="{FF2B5EF4-FFF2-40B4-BE49-F238E27FC236}">
                <a16:creationId xmlns:a16="http://schemas.microsoft.com/office/drawing/2014/main" id="{D1B6E219-DA4C-3131-B1B4-20C9E0D9701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12140">
            <a:off x="7035373" y="952851"/>
            <a:ext cx="295200" cy="295200"/>
          </a:xfrm>
          <a:prstGeom prst="rect">
            <a:avLst/>
          </a:prstGeom>
        </p:spPr>
      </p:pic>
      <p:grpSp>
        <p:nvGrpSpPr>
          <p:cNvPr id="1028" name="Grupo 1027">
            <a:extLst>
              <a:ext uri="{FF2B5EF4-FFF2-40B4-BE49-F238E27FC236}">
                <a16:creationId xmlns:a16="http://schemas.microsoft.com/office/drawing/2014/main" id="{016C29E6-F0CF-7CE0-F0AF-6E086346EEA2}"/>
              </a:ext>
            </a:extLst>
          </p:cNvPr>
          <p:cNvGrpSpPr/>
          <p:nvPr/>
        </p:nvGrpSpPr>
        <p:grpSpPr>
          <a:xfrm rot="21373959">
            <a:off x="8400027" y="5274930"/>
            <a:ext cx="1314200" cy="629538"/>
            <a:chOff x="8400027" y="5274930"/>
            <a:chExt cx="1314200" cy="629538"/>
          </a:xfrm>
        </p:grpSpPr>
        <p:sp>
          <p:nvSpPr>
            <p:cNvPr id="126" name="Rectangle 198">
              <a:extLst>
                <a:ext uri="{FF2B5EF4-FFF2-40B4-BE49-F238E27FC236}">
                  <a16:creationId xmlns:a16="http://schemas.microsoft.com/office/drawing/2014/main" id="{BC2978D7-99F9-9DEB-AEBD-A26AD691D6FF}"/>
                </a:ext>
              </a:extLst>
            </p:cNvPr>
            <p:cNvSpPr/>
            <p:nvPr/>
          </p:nvSpPr>
          <p:spPr>
            <a:xfrm rot="19800000">
              <a:off x="8400027" y="5478502"/>
              <a:ext cx="1314200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Manager</a:t>
              </a:r>
              <a:endPara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Victoria</a:t>
              </a:r>
              <a:r>
                <a:rPr kumimoji="0" lang="en-US" sz="800" b="0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Valdenegro</a:t>
              </a:r>
              <a:endPara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024" name="Graphic 58">
              <a:extLst>
                <a:ext uri="{FF2B5EF4-FFF2-40B4-BE49-F238E27FC236}">
                  <a16:creationId xmlns:a16="http://schemas.microsoft.com/office/drawing/2014/main" id="{53A089E7-2E37-70FF-AABE-5642D1DA9A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rot="19891089">
              <a:off x="8722060" y="5274930"/>
              <a:ext cx="288000" cy="291017"/>
            </a:xfrm>
            <a:prstGeom prst="rect">
              <a:avLst/>
            </a:prstGeom>
          </p:spPr>
        </p:pic>
      </p:grpSp>
      <p:grpSp>
        <p:nvGrpSpPr>
          <p:cNvPr id="1029" name="Grupo 1028">
            <a:extLst>
              <a:ext uri="{FF2B5EF4-FFF2-40B4-BE49-F238E27FC236}">
                <a16:creationId xmlns:a16="http://schemas.microsoft.com/office/drawing/2014/main" id="{83AFF558-F541-BF86-2180-3C1EC9EF41DF}"/>
              </a:ext>
            </a:extLst>
          </p:cNvPr>
          <p:cNvGrpSpPr/>
          <p:nvPr/>
        </p:nvGrpSpPr>
        <p:grpSpPr>
          <a:xfrm rot="20931792">
            <a:off x="7586642" y="5576794"/>
            <a:ext cx="1038902" cy="717552"/>
            <a:chOff x="7136530" y="5576024"/>
            <a:chExt cx="1038902" cy="717552"/>
          </a:xfrm>
        </p:grpSpPr>
        <p:sp>
          <p:nvSpPr>
            <p:cNvPr id="127" name="Rectangle 198">
              <a:extLst>
                <a:ext uri="{FF2B5EF4-FFF2-40B4-BE49-F238E27FC236}">
                  <a16:creationId xmlns:a16="http://schemas.microsoft.com/office/drawing/2014/main" id="{990EED1F-A196-BC00-CACA-6BC6DB66A3B1}"/>
                </a:ext>
              </a:extLst>
            </p:cNvPr>
            <p:cNvSpPr/>
            <p:nvPr/>
          </p:nvSpPr>
          <p:spPr>
            <a:xfrm>
              <a:off x="7136530" y="5867610"/>
              <a:ext cx="1038902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Manager</a:t>
              </a:r>
              <a:endPara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  <a:p>
              <a:pPr algn="ctr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kern="0" spc="50">
                  <a:solidFill>
                    <a:srgbClr val="1F3E77"/>
                  </a:solidFill>
                  <a:latin typeface="Arial"/>
                  <a:ea typeface="DengXian"/>
                  <a:cs typeface="Arial"/>
                </a:rPr>
                <a:t>Claudio </a:t>
              </a:r>
              <a:endParaRPr lang="en-US" sz="800" kern="0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endParaRPr>
            </a:p>
            <a:p>
              <a:pPr algn="ctr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kern="0" spc="50">
                  <a:solidFill>
                    <a:srgbClr val="1F3E77"/>
                  </a:solidFill>
                  <a:latin typeface="Arial"/>
                  <a:ea typeface="DengXian"/>
                  <a:cs typeface="Arial"/>
                </a:rPr>
                <a:t>Muñoz</a:t>
              </a:r>
              <a:endParaRPr lang="en-US" sz="800" b="0" i="0" u="none" strike="noStrike" kern="0" cap="none" spc="50" normalizeH="0" baseline="0" noProof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025" name="Graphic 103">
              <a:extLst>
                <a:ext uri="{FF2B5EF4-FFF2-40B4-BE49-F238E27FC236}">
                  <a16:creationId xmlns:a16="http://schemas.microsoft.com/office/drawing/2014/main" id="{D802B231-4127-CDA8-BD3E-699640B0E6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7484072" y="5576024"/>
              <a:ext cx="288000" cy="291278"/>
            </a:xfrm>
            <a:prstGeom prst="rect">
              <a:avLst/>
            </a:prstGeom>
          </p:spPr>
        </p:pic>
      </p:grpSp>
      <p:grpSp>
        <p:nvGrpSpPr>
          <p:cNvPr id="1030" name="Grupo 1029">
            <a:extLst>
              <a:ext uri="{FF2B5EF4-FFF2-40B4-BE49-F238E27FC236}">
                <a16:creationId xmlns:a16="http://schemas.microsoft.com/office/drawing/2014/main" id="{13BAFE7E-E430-DD36-12AD-FE8F7C81212A}"/>
              </a:ext>
            </a:extLst>
          </p:cNvPr>
          <p:cNvGrpSpPr/>
          <p:nvPr/>
        </p:nvGrpSpPr>
        <p:grpSpPr>
          <a:xfrm rot="455853">
            <a:off x="5675847" y="5209641"/>
            <a:ext cx="1038902" cy="673449"/>
            <a:chOff x="5703230" y="5236311"/>
            <a:chExt cx="1038902" cy="673449"/>
          </a:xfrm>
        </p:grpSpPr>
        <p:sp>
          <p:nvSpPr>
            <p:cNvPr id="125" name="Rectangle 198">
              <a:extLst>
                <a:ext uri="{FF2B5EF4-FFF2-40B4-BE49-F238E27FC236}">
                  <a16:creationId xmlns:a16="http://schemas.microsoft.com/office/drawing/2014/main" id="{6D9D22F0-5D69-7A85-C7C1-298ED3B81B80}"/>
                </a:ext>
              </a:extLst>
            </p:cNvPr>
            <p:cNvSpPr/>
            <p:nvPr/>
          </p:nvSpPr>
          <p:spPr>
            <a:xfrm rot="1610878">
              <a:off x="5703230" y="5483794"/>
              <a:ext cx="1038902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1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Manager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Thomas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Hansen</a:t>
              </a:r>
            </a:p>
          </p:txBody>
        </p:sp>
        <p:pic>
          <p:nvPicPr>
            <p:cNvPr id="1027" name="Graphic 104">
              <a:extLst>
                <a:ext uri="{FF2B5EF4-FFF2-40B4-BE49-F238E27FC236}">
                  <a16:creationId xmlns:a16="http://schemas.microsoft.com/office/drawing/2014/main" id="{CF6B03D9-14BF-B754-C670-FBAFDC6E6D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 rot="1616619">
              <a:off x="6231114" y="5236311"/>
              <a:ext cx="288000" cy="290805"/>
            </a:xfrm>
            <a:prstGeom prst="rect">
              <a:avLst/>
            </a:prstGeom>
          </p:spPr>
        </p:pic>
      </p:grpSp>
      <p:sp>
        <p:nvSpPr>
          <p:cNvPr id="1031" name="Rectangle 198">
            <a:extLst>
              <a:ext uri="{FF2B5EF4-FFF2-40B4-BE49-F238E27FC236}">
                <a16:creationId xmlns:a16="http://schemas.microsoft.com/office/drawing/2014/main" id="{9CC1491A-BE6F-B33A-274D-15C21F550B00}"/>
              </a:ext>
            </a:extLst>
          </p:cNvPr>
          <p:cNvSpPr/>
          <p:nvPr/>
        </p:nvSpPr>
        <p:spPr>
          <a:xfrm rot="884275">
            <a:off x="6595233" y="5816406"/>
            <a:ext cx="1038902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Responsible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spc="50">
                <a:solidFill>
                  <a:srgbClr val="1F3E77"/>
                </a:solidFill>
                <a:latin typeface="Arial"/>
                <a:ea typeface="DengXian"/>
                <a:cs typeface="Arial"/>
              </a:rPr>
              <a:t>Andrew</a:t>
            </a:r>
            <a:endParaRPr lang="en-US" sz="800" spc="50">
              <a:solidFill>
                <a:srgbClr val="1F3E77"/>
              </a:solidFill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50">
                <a:solidFill>
                  <a:srgbClr val="1F3E77"/>
                </a:solidFill>
                <a:latin typeface="Arial"/>
                <a:ea typeface="DengXian"/>
                <a:cs typeface="Arial"/>
              </a:rPr>
              <a:t>Richardson</a:t>
            </a:r>
            <a:endParaRPr lang="en-US" sz="800" b="0" i="0" u="none" strike="noStrike" kern="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pic>
        <p:nvPicPr>
          <p:cNvPr id="1033" name="Imagen 1032" descr="Logotipo&#10;&#10;El contenido generado por IA puede ser incorrecto.">
            <a:extLst>
              <a:ext uri="{FF2B5EF4-FFF2-40B4-BE49-F238E27FC236}">
                <a16:creationId xmlns:a16="http://schemas.microsoft.com/office/drawing/2014/main" id="{FD5D56F7-A00B-DD95-90E4-85ECF8C66F0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74307">
            <a:off x="7040968" y="5573846"/>
            <a:ext cx="295200" cy="2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03565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2.xml><?xml version="1.0" encoding="utf-8"?>
<a:theme xmlns:a="http://schemas.openxmlformats.org/drawingml/2006/main" name="1_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034A94-4C42-4A22-82FD-D57CC7895F08}"/>
</file>

<file path=customXml/itemProps2.xml><?xml version="1.0" encoding="utf-8"?>
<ds:datastoreItem xmlns:ds="http://schemas.openxmlformats.org/officeDocument/2006/customXml" ds:itemID="{46373A6C-AA7C-40D6-9F3C-3A64C8BE1B7A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06cb7051-c7c6-44c0-af61-9813c784cbe1"/>
    <ds:schemaRef ds:uri="3cdbaa95-48e7-4af6-ba46-b4955525a9b2"/>
    <ds:schemaRef ds:uri="http://purl.org/dc/dcmitype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902F472-6351-4B2E-883B-2268882070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11822</TotalTime>
  <Words>491</Words>
  <Application>Microsoft Office PowerPoint</Application>
  <PresentationFormat>Widescreen</PresentationFormat>
  <Paragraphs>183</Paragraphs>
  <Slides>18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BioMar</vt:lpstr>
      <vt:lpstr>1_BioMar</vt:lpstr>
      <vt:lpstr>Global and Group Marketing</vt:lpstr>
      <vt:lpstr>What is Global Marketing and Branding</vt:lpstr>
      <vt:lpstr>Our 3 working areas</vt:lpstr>
      <vt:lpstr>Marketing Organisation</vt:lpstr>
      <vt:lpstr>Global Marketing</vt:lpstr>
      <vt:lpstr>PowerPoint Presentation</vt:lpstr>
      <vt:lpstr>Marketing Stakeholders</vt:lpstr>
      <vt:lpstr>Our Group Function Stakeholders</vt:lpstr>
      <vt:lpstr>Some of our key stakeholders around the world</vt:lpstr>
      <vt:lpstr>Marketing Meetings</vt:lpstr>
      <vt:lpstr>Regular meetings</vt:lpstr>
      <vt:lpstr>Special meetings</vt:lpstr>
      <vt:lpstr>How we communicate</vt:lpstr>
      <vt:lpstr>Channels</vt:lpstr>
      <vt:lpstr>Global Marketing Plan </vt:lpstr>
      <vt:lpstr>Global </vt:lpstr>
      <vt:lpstr>Budgets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Marketing 2023</dc:title>
  <dc:creator>Katherine Bryar</dc:creator>
  <cp:lastModifiedBy>Matthew Evans</cp:lastModifiedBy>
  <cp:revision>129</cp:revision>
  <dcterms:created xsi:type="dcterms:W3CDTF">2022-10-12T07:45:40Z</dcterms:created>
  <dcterms:modified xsi:type="dcterms:W3CDTF">2026-06-16T07:51:18Z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