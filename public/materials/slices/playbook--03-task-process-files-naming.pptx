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263" r:id="rId17"/>
    <p:sldId id="264" r:id="rId18"/>
    <p:sldId id="386" r:id="rId19"/>
    <p:sldId id="401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8" Type="http://schemas.openxmlformats.org/officeDocument/2006/relationships/slide" Target="slides/slide14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17" Type="http://schemas.openxmlformats.org/officeDocument/2006/relationships/slide" Target="slides/slide13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36" Type="http://schemas.openxmlformats.org/officeDocument/2006/relationships/tableStyles" Target="tableStyles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4.xml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F2DA7C0-3C95-AD34-F7DB-56F873C7B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ACD8F7A-1210-087D-7DEE-73D74258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Process Walkthrough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8C404E8-5258-A15E-8BEC-C70B0FC7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97060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7413B7D-14A2-14EE-F637-1BE2F4C78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https://www.figma.com/board/KRZiC0me29aOCJBrfaRYPk/Untitled?node-id=3-579&amp;t=JFX3InyRx8QNRx1h-1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408100-AA90-57DE-55FD-CA095BA2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14</a:t>
            </a:fld>
            <a:endParaRPr lang="en-GB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4A4FCAB-D532-2CFC-3301-C06FEDCC8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First, </a:t>
            </a:r>
            <a:r>
              <a:rPr lang="es-ES" dirty="0" err="1"/>
              <a:t>where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find</a:t>
            </a:r>
            <a:r>
              <a:rPr lang="es-ES" dirty="0"/>
              <a:t> </a:t>
            </a:r>
            <a:r>
              <a:rPr lang="es-ES" dirty="0" err="1"/>
              <a:t>things</a:t>
            </a:r>
            <a:r>
              <a:rPr lang="es-ES" dirty="0"/>
              <a:t>? WIP</a:t>
            </a:r>
          </a:p>
        </p:txBody>
      </p:sp>
    </p:spTree>
    <p:extLst>
      <p:ext uri="{BB962C8B-B14F-4D97-AF65-F5344CB8AC3E}">
        <p14:creationId xmlns:p14="http://schemas.microsoft.com/office/powerpoint/2010/main" val="622944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038CBB5F-A6D4-C3FE-4F49-9336AC9CE523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 rotWithShape="1">
          <a:blip r:embed="rId3"/>
          <a:srcRect l="272" r="113" b="2863"/>
          <a:stretch/>
        </p:blipFill>
        <p:spPr>
          <a:xfrm>
            <a:off x="0" y="0"/>
            <a:ext cx="10654748" cy="6661657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5FBDD-775D-1381-97F6-647476302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5359" y="3893290"/>
            <a:ext cx="6658840" cy="202252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" b="1" err="1"/>
              <a:t>You’ll</a:t>
            </a:r>
            <a:r>
              <a:rPr lang="es-ES" b="1"/>
              <a:t> </a:t>
            </a:r>
            <a:r>
              <a:rPr lang="es-ES" b="1" err="1"/>
              <a:t>always</a:t>
            </a:r>
            <a:r>
              <a:rPr lang="es-ES" b="1"/>
              <a:t> </a:t>
            </a:r>
            <a:r>
              <a:rPr lang="es-ES" b="1" err="1"/>
              <a:t>find</a:t>
            </a:r>
            <a:r>
              <a:rPr lang="es-ES" b="1"/>
              <a:t>: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Editable file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</a:t>
            </a:r>
            <a:r>
              <a:rPr lang="es-ES" err="1">
                <a:solidFill>
                  <a:schemeClr val="tx2"/>
                </a:solidFill>
              </a:rPr>
              <a:t>Design</a:t>
            </a:r>
            <a:r>
              <a:rPr lang="es-ES">
                <a:solidFill>
                  <a:schemeClr val="tx2"/>
                </a:solidFill>
              </a:rPr>
              <a:t> Hub)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File 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</a:t>
            </a:r>
            <a:r>
              <a:rPr lang="es-ES" err="1">
                <a:solidFill>
                  <a:schemeClr val="tx2"/>
                </a:solidFill>
              </a:rPr>
              <a:t>review</a:t>
            </a:r>
            <a:r>
              <a:rPr lang="es-ES">
                <a:solidFill>
                  <a:schemeClr val="tx2"/>
                </a:solidFill>
              </a:rPr>
              <a:t>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Draft Date, </a:t>
            </a:r>
            <a:r>
              <a:rPr lang="es-ES" err="1">
                <a:solidFill>
                  <a:schemeClr val="tx2"/>
                </a:solidFill>
              </a:rPr>
              <a:t>ended</a:t>
            </a:r>
            <a:r>
              <a:rPr lang="es-ES">
                <a:solidFill>
                  <a:schemeClr val="tx2"/>
                </a:solidFill>
              </a:rPr>
              <a:t> in PROOF)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Final File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Final Date, *</a:t>
            </a:r>
            <a:r>
              <a:rPr lang="es-ES" err="1">
                <a:solidFill>
                  <a:schemeClr val="tx2"/>
                </a:solidFill>
              </a:rPr>
              <a:t>ended</a:t>
            </a:r>
            <a:r>
              <a:rPr lang="es-ES">
                <a:solidFill>
                  <a:schemeClr val="tx2"/>
                </a:solidFill>
              </a:rPr>
              <a:t> in PRINT </a:t>
            </a:r>
            <a:r>
              <a:rPr lang="es-ES" err="1">
                <a:solidFill>
                  <a:schemeClr val="tx2"/>
                </a:solidFill>
              </a:rPr>
              <a:t>or</a:t>
            </a:r>
            <a:r>
              <a:rPr lang="es-ES">
                <a:solidFill>
                  <a:schemeClr val="tx2"/>
                </a:solidFill>
              </a:rPr>
              <a:t> DIGITAL)</a:t>
            </a:r>
            <a:endParaRPr lang="en-DK">
              <a:solidFill>
                <a:schemeClr val="tx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8A5142-B4ED-470C-5E74-E322FA8F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967" y="1882728"/>
            <a:ext cx="6658841" cy="1737126"/>
          </a:xfrm>
        </p:spPr>
        <p:txBody>
          <a:bodyPr/>
          <a:lstStyle/>
          <a:p>
            <a:r>
              <a:rPr lang="en-US"/>
              <a:t>File Storage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9FB72-DFFC-4B35-7296-49E2B49A0D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1D8D6-3D29-DAFD-C5EE-A437331C32A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15</a:t>
            </a:fld>
            <a:endParaRPr lang="en-GB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31BCEF4-94AF-A489-B0A1-CFCE84951CC0}"/>
              </a:ext>
            </a:extLst>
          </p:cNvPr>
          <p:cNvSpPr txBox="1">
            <a:spLocks/>
          </p:cNvSpPr>
          <p:nvPr/>
        </p:nvSpPr>
        <p:spPr>
          <a:xfrm>
            <a:off x="2649476" y="6300536"/>
            <a:ext cx="6658840" cy="2022524"/>
          </a:xfrm>
          <a:prstGeom prst="rect">
            <a:avLst/>
          </a:prstGeom>
        </p:spPr>
        <p:txBody>
          <a:bodyPr vert="horz" lIns="18000" tIns="90000" rIns="91440" bIns="36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" sz="800" b="1">
                <a:solidFill>
                  <a:schemeClr val="tx1">
                    <a:lumMod val="40000"/>
                    <a:lumOff val="60000"/>
                  </a:schemeClr>
                </a:solidFill>
              </a:rPr>
              <a:t>*ONLY IF IT’S NEEDED TO MAKE THE DISTINCTION</a:t>
            </a:r>
            <a:endParaRPr lang="en-DK" sz="80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140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60525-190F-B6E0-E54F-F3F832062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F0125CA-1A5E-7F55-C05A-220AD399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16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DD09560-EDFD-A1A3-8378-D4B2435A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naming conventions</a:t>
            </a:r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51A6632-D58A-C6B2-A102-894ED3D5CD67}"/>
              </a:ext>
            </a:extLst>
          </p:cNvPr>
          <p:cNvSpPr/>
          <p:nvPr/>
        </p:nvSpPr>
        <p:spPr>
          <a:xfrm>
            <a:off x="468000" y="1444006"/>
            <a:ext cx="3559310" cy="4836805"/>
          </a:xfrm>
          <a:prstGeom prst="roundRect">
            <a:avLst>
              <a:gd name="adj" fmla="val 361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50DD29A-9625-1A32-926A-A81C070255BC}"/>
              </a:ext>
            </a:extLst>
          </p:cNvPr>
          <p:cNvSpPr/>
          <p:nvPr/>
        </p:nvSpPr>
        <p:spPr>
          <a:xfrm>
            <a:off x="4312970" y="1444006"/>
            <a:ext cx="3559310" cy="4836805"/>
          </a:xfrm>
          <a:prstGeom prst="roundRect">
            <a:avLst>
              <a:gd name="adj" fmla="val 3616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3382588-BCEA-912A-EF6B-41B42556EC59}"/>
              </a:ext>
            </a:extLst>
          </p:cNvPr>
          <p:cNvSpPr/>
          <p:nvPr/>
        </p:nvSpPr>
        <p:spPr>
          <a:xfrm>
            <a:off x="8157940" y="1444006"/>
            <a:ext cx="3559310" cy="4836805"/>
          </a:xfrm>
          <a:prstGeom prst="roundRect">
            <a:avLst>
              <a:gd name="adj" fmla="val 361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E6FF8EE-57AB-A231-1F86-EF178B84144E}"/>
              </a:ext>
            </a:extLst>
          </p:cNvPr>
          <p:cNvSpPr txBox="1"/>
          <p:nvPr/>
        </p:nvSpPr>
        <p:spPr>
          <a:xfrm>
            <a:off x="620633" y="2763888"/>
            <a:ext cx="3198332" cy="32231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Design Files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Year</a:t>
            </a:r>
            <a:r>
              <a:rPr lang="es-ES" sz="1400" dirty="0">
                <a:solidFill>
                  <a:schemeClr val="tx2"/>
                </a:solidFill>
              </a:rPr>
              <a:t>-</a:t>
            </a:r>
            <a:r>
              <a:rPr lang="en-US" sz="1400" dirty="0">
                <a:solidFill>
                  <a:schemeClr val="tx2"/>
                </a:solidFill>
              </a:rPr>
              <a:t>Month </a:t>
            </a:r>
            <a:r>
              <a:rPr lang="en-US" sz="1400" dirty="0" err="1">
                <a:solidFill>
                  <a:schemeClr val="tx2"/>
                </a:solidFill>
              </a:rPr>
              <a:t>Language_Market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Brand/Product-</a:t>
            </a:r>
            <a:r>
              <a:rPr lang="en-US" sz="1400" dirty="0" err="1">
                <a:solidFill>
                  <a:schemeClr val="tx2"/>
                </a:solidFill>
              </a:rPr>
              <a:t>FileType</a:t>
            </a:r>
            <a:r>
              <a:rPr lang="en-US" sz="1400" dirty="0">
                <a:solidFill>
                  <a:schemeClr val="tx2"/>
                </a:solidFill>
              </a:rPr>
              <a:t>*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u="sng" dirty="0">
                <a:solidFill>
                  <a:schemeClr val="tx2"/>
                </a:solidFill>
              </a:rPr>
              <a:t>EXAMPLE: 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2022-03 </a:t>
            </a:r>
            <a:r>
              <a:rPr lang="en-US" sz="1400" dirty="0" err="1">
                <a:solidFill>
                  <a:schemeClr val="tx2"/>
                </a:solidFill>
              </a:rPr>
              <a:t>ES_Orbit_Brochure</a:t>
            </a: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or </a:t>
            </a: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DRAFT_2021-03 EN_EMEA SmartCare FOCUS (Marine) DM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r>
              <a:rPr lang="en-US" sz="1050" i="1" dirty="0">
                <a:solidFill>
                  <a:schemeClr val="tx2"/>
                </a:solidFill>
              </a:rPr>
              <a:t>*File </a:t>
            </a:r>
            <a:r>
              <a:rPr lang="en-US" sz="1050" i="1" dirty="0" err="1">
                <a:solidFill>
                  <a:schemeClr val="tx2"/>
                </a:solidFill>
              </a:rPr>
              <a:t>Type:Brochure</a:t>
            </a:r>
            <a:r>
              <a:rPr lang="en-US" sz="1050" i="1" dirty="0">
                <a:solidFill>
                  <a:schemeClr val="tx2"/>
                </a:solidFill>
              </a:rPr>
              <a:t>, Ad, Datasheet, Video, etc.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 </a:t>
            </a:r>
          </a:p>
          <a:p>
            <a:pPr algn="l"/>
            <a:endParaRPr lang="es-ES" dirty="0">
              <a:solidFill>
                <a:schemeClr val="tx2"/>
              </a:solidFill>
            </a:endParaRPr>
          </a:p>
        </p:txBody>
      </p:sp>
      <p:pic>
        <p:nvPicPr>
          <p:cNvPr id="15" name="Gráfico 14" descr="Presentación con elemento multimedia contorno">
            <a:extLst>
              <a:ext uri="{FF2B5EF4-FFF2-40B4-BE49-F238E27FC236}">
                <a16:creationId xmlns:a16="http://schemas.microsoft.com/office/drawing/2014/main" id="{FEC9D7A0-9E14-070A-512B-A1D3340F0A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80395" y="1765728"/>
            <a:ext cx="914400" cy="914400"/>
          </a:xfrm>
          <a:prstGeom prst="rect">
            <a:avLst/>
          </a:prstGeom>
        </p:spPr>
      </p:pic>
      <p:pic>
        <p:nvPicPr>
          <p:cNvPr id="17" name="Gráfico 16" descr="Imágenes contorno">
            <a:extLst>
              <a:ext uri="{FF2B5EF4-FFF2-40B4-BE49-F238E27FC236}">
                <a16:creationId xmlns:a16="http://schemas.microsoft.com/office/drawing/2014/main" id="{34340E00-5C1F-A998-A2FD-A911E1F55A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765728"/>
            <a:ext cx="914400" cy="914400"/>
          </a:xfrm>
          <a:prstGeom prst="rect">
            <a:avLst/>
          </a:prstGeom>
        </p:spPr>
      </p:pic>
      <p:pic>
        <p:nvPicPr>
          <p:cNvPr id="19" name="Gráfico 18" descr="Papel contorno">
            <a:extLst>
              <a:ext uri="{FF2B5EF4-FFF2-40B4-BE49-F238E27FC236}">
                <a16:creationId xmlns:a16="http://schemas.microsoft.com/office/drawing/2014/main" id="{CCCB8D51-EC90-C0D9-D09C-BF0F7C4D50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1415" y="1765728"/>
            <a:ext cx="914400" cy="9144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208ADBB4-4873-57C4-CF14-BD67FEE7925B}"/>
              </a:ext>
            </a:extLst>
          </p:cNvPr>
          <p:cNvSpPr txBox="1"/>
          <p:nvPr/>
        </p:nvSpPr>
        <p:spPr>
          <a:xfrm>
            <a:off x="4493459" y="2763888"/>
            <a:ext cx="3198332" cy="32231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Images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Add on the name: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What it is (Species, </a:t>
            </a:r>
            <a:r>
              <a:rPr lang="en-US" sz="1400" dirty="0" err="1">
                <a:solidFill>
                  <a:schemeClr val="tx2"/>
                </a:solidFill>
              </a:rPr>
              <a:t>Lifestage</a:t>
            </a:r>
            <a:r>
              <a:rPr lang="en-US" sz="1400" dirty="0">
                <a:solidFill>
                  <a:schemeClr val="tx2"/>
                </a:solidFill>
              </a:rPr>
              <a:t>, Location, action, </a:t>
            </a:r>
            <a:r>
              <a:rPr lang="en-US" sz="1400" dirty="0" err="1">
                <a:solidFill>
                  <a:schemeClr val="tx2"/>
                </a:solidFill>
              </a:rPr>
              <a:t>etc</a:t>
            </a:r>
            <a:r>
              <a:rPr lang="en-US" sz="1400" dirty="0">
                <a:solidFill>
                  <a:schemeClr val="tx2"/>
                </a:solidFill>
              </a:rPr>
              <a:t> 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License/Shutterstock number/picture default name 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u="sng" dirty="0">
                <a:solidFill>
                  <a:schemeClr val="tx2"/>
                </a:solidFill>
              </a:rPr>
              <a:t>EXAMPLE: 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Trout_Smolt_Denmark_shutterstock_98966114 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 </a:t>
            </a:r>
          </a:p>
          <a:p>
            <a:pPr algn="l"/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850010F-3FD8-88C4-FD74-C2B679DF6ECF}"/>
              </a:ext>
            </a:extLst>
          </p:cNvPr>
          <p:cNvSpPr txBox="1"/>
          <p:nvPr/>
        </p:nvSpPr>
        <p:spPr>
          <a:xfrm>
            <a:off x="8338429" y="2763888"/>
            <a:ext cx="3198332" cy="32231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Videos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Add on the name: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What it is (Species, </a:t>
            </a:r>
            <a:r>
              <a:rPr lang="en-US" sz="1400" dirty="0" err="1">
                <a:solidFill>
                  <a:schemeClr val="tx2"/>
                </a:solidFill>
              </a:rPr>
              <a:t>Lifestage</a:t>
            </a:r>
            <a:r>
              <a:rPr lang="en-US" sz="1400" dirty="0">
                <a:solidFill>
                  <a:schemeClr val="tx2"/>
                </a:solidFill>
              </a:rPr>
              <a:t>, Location, action, </a:t>
            </a:r>
            <a:r>
              <a:rPr lang="en-US" sz="1400" dirty="0" err="1">
                <a:solidFill>
                  <a:schemeClr val="tx2"/>
                </a:solidFill>
              </a:rPr>
              <a:t>etc</a:t>
            </a:r>
            <a:r>
              <a:rPr lang="en-US" sz="1400" dirty="0">
                <a:solidFill>
                  <a:schemeClr val="tx2"/>
                </a:solidFill>
              </a:rPr>
              <a:t> 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License/Shutterstock number/picture default name 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u="sng" dirty="0">
                <a:solidFill>
                  <a:schemeClr val="tx2"/>
                </a:solidFill>
              </a:rPr>
              <a:t>EXAMPLE: </a:t>
            </a:r>
          </a:p>
          <a:p>
            <a:r>
              <a:rPr lang="en-US" sz="1400" dirty="0">
                <a:solidFill>
                  <a:schemeClr val="tx2"/>
                </a:solidFill>
              </a:rPr>
              <a:t>Fish_Tilapia_Grower_shutterstock_25969904</a:t>
            </a: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091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546C458-1E1D-8585-1330-75C1F11283BB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 err="1"/>
              <a:t>When</a:t>
            </a:r>
            <a:r>
              <a:rPr lang="es-ES" sz="2200" dirty="0"/>
              <a:t> </a:t>
            </a:r>
            <a:r>
              <a:rPr lang="es-ES" sz="2200" dirty="0" err="1"/>
              <a:t>you</a:t>
            </a:r>
            <a:r>
              <a:rPr lang="es-ES" sz="2200" dirty="0"/>
              <a:t> are </a:t>
            </a:r>
            <a:r>
              <a:rPr lang="es-ES" sz="2200" dirty="0" err="1"/>
              <a:t>starting</a:t>
            </a:r>
            <a:r>
              <a:rPr lang="es-ES" sz="2200" dirty="0"/>
              <a:t> a </a:t>
            </a:r>
            <a:r>
              <a:rPr lang="es-ES" sz="2200" dirty="0" err="1"/>
              <a:t>project</a:t>
            </a:r>
            <a:r>
              <a:rPr lang="es-ES" sz="2200" dirty="0"/>
              <a:t>, </a:t>
            </a:r>
            <a:r>
              <a:rPr lang="es-ES" sz="2200" dirty="0" err="1"/>
              <a:t>you</a:t>
            </a:r>
            <a:r>
              <a:rPr lang="es-ES" sz="2200" dirty="0"/>
              <a:t> can </a:t>
            </a:r>
            <a:r>
              <a:rPr lang="es-ES" sz="2200" dirty="0" err="1"/>
              <a:t>create</a:t>
            </a:r>
            <a:r>
              <a:rPr lang="es-ES" sz="2200" dirty="0"/>
              <a:t> folders </a:t>
            </a:r>
            <a:r>
              <a:rPr lang="es-ES" sz="2200" dirty="0" err="1"/>
              <a:t>that</a:t>
            </a:r>
            <a:r>
              <a:rPr lang="es-ES" sz="2200" dirty="0"/>
              <a:t> </a:t>
            </a:r>
            <a:r>
              <a:rPr lang="es-ES" sz="2200" dirty="0" err="1"/>
              <a:t>could</a:t>
            </a:r>
            <a:r>
              <a:rPr lang="es-ES" sz="2200" dirty="0"/>
              <a:t> be </a:t>
            </a:r>
            <a:r>
              <a:rPr lang="es-ES" sz="2200" dirty="0" err="1"/>
              <a:t>useful</a:t>
            </a:r>
            <a:r>
              <a:rPr lang="es-ES" sz="2200" dirty="0"/>
              <a:t> </a:t>
            </a:r>
            <a:r>
              <a:rPr lang="es-ES" sz="2200" dirty="0" err="1"/>
              <a:t>for</a:t>
            </a:r>
            <a:r>
              <a:rPr lang="es-ES" sz="2200" dirty="0"/>
              <a:t> </a:t>
            </a:r>
            <a:r>
              <a:rPr lang="es-ES" sz="2200" dirty="0" err="1"/>
              <a:t>an</a:t>
            </a:r>
            <a:r>
              <a:rPr lang="es-ES" sz="2200" dirty="0"/>
              <a:t> </a:t>
            </a:r>
            <a:r>
              <a:rPr lang="es-ES" sz="2200" dirty="0" err="1"/>
              <a:t>organized</a:t>
            </a:r>
            <a:r>
              <a:rPr lang="es-ES" sz="2200" dirty="0"/>
              <a:t> </a:t>
            </a:r>
            <a:r>
              <a:rPr lang="es-ES" sz="2200" dirty="0" err="1"/>
              <a:t>space</a:t>
            </a:r>
            <a:endParaRPr lang="es-ES" sz="220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BF27F0D-CE09-0E48-9DA9-15D56CB9DBA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17</a:t>
            </a:fld>
            <a:endParaRPr lang="en-GB" noProof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FB8E416B-ECB8-59FC-6E41-3CCB684FCF9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s-ES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4AF5326C-2ECE-435F-CDF2-03A02C0CC217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C192060-7A88-68C2-7D7A-223F7E5C9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Folders you can create for each project </a:t>
            </a:r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E0095EEB-3327-C5CE-B55F-6D69517F1119}"/>
              </a:ext>
            </a:extLst>
          </p:cNvPr>
          <p:cNvGrpSpPr/>
          <p:nvPr/>
        </p:nvGrpSpPr>
        <p:grpSpPr>
          <a:xfrm>
            <a:off x="416477" y="286708"/>
            <a:ext cx="2264657" cy="2264657"/>
            <a:chOff x="1093024" y="2255333"/>
            <a:chExt cx="2628900" cy="2628900"/>
          </a:xfrm>
        </p:grpSpPr>
        <p:pic>
          <p:nvPicPr>
            <p:cNvPr id="6" name="Gráfico 5" descr="Carpeta con relleno sólido">
              <a:extLst>
                <a:ext uri="{FF2B5EF4-FFF2-40B4-BE49-F238E27FC236}">
                  <a16:creationId xmlns:a16="http://schemas.microsoft.com/office/drawing/2014/main" id="{53701BFD-3B71-9E95-FA47-B0DB76A53C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93024" y="2255333"/>
              <a:ext cx="2628900" cy="2628900"/>
            </a:xfrm>
            <a:prstGeom prst="rect">
              <a:avLst/>
            </a:prstGeom>
          </p:spPr>
        </p:pic>
        <p:sp>
          <p:nvSpPr>
            <p:cNvPr id="9" name="Marcador de contenido 1">
              <a:extLst>
                <a:ext uri="{FF2B5EF4-FFF2-40B4-BE49-F238E27FC236}">
                  <a16:creationId xmlns:a16="http://schemas.microsoft.com/office/drawing/2014/main" id="{A814FF22-D4FD-C274-F573-F544B8AEEE3D}"/>
                </a:ext>
              </a:extLst>
            </p:cNvPr>
            <p:cNvSpPr txBox="1">
              <a:spLocks/>
            </p:cNvSpPr>
            <p:nvPr/>
          </p:nvSpPr>
          <p:spPr>
            <a:xfrm>
              <a:off x="1565825" y="3240928"/>
              <a:ext cx="1694984" cy="897673"/>
            </a:xfrm>
            <a:prstGeom prst="rect">
              <a:avLst/>
            </a:prstGeom>
          </p:spPr>
          <p:txBody>
            <a:bodyPr vert="horz" lIns="91440" tIns="90000" rIns="91440" bIns="36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s-ES" sz="1800" b="1" dirty="0"/>
                <a:t>Files </a:t>
              </a:r>
              <a:r>
                <a:rPr lang="es-ES" sz="1800" b="1" dirty="0" err="1"/>
                <a:t>Provided</a:t>
              </a:r>
              <a:endParaRPr lang="es-ES" sz="1800" b="1" dirty="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570A357-9CE6-5357-0DD8-D660A9E8A0B6}"/>
              </a:ext>
            </a:extLst>
          </p:cNvPr>
          <p:cNvGrpSpPr/>
          <p:nvPr/>
        </p:nvGrpSpPr>
        <p:grpSpPr>
          <a:xfrm>
            <a:off x="416477" y="2276949"/>
            <a:ext cx="2264657" cy="2264657"/>
            <a:chOff x="4781550" y="2255333"/>
            <a:chExt cx="2628900" cy="2628900"/>
          </a:xfrm>
        </p:grpSpPr>
        <p:pic>
          <p:nvPicPr>
            <p:cNvPr id="7" name="Gráfico 6" descr="Carpeta con relleno sólido">
              <a:extLst>
                <a:ext uri="{FF2B5EF4-FFF2-40B4-BE49-F238E27FC236}">
                  <a16:creationId xmlns:a16="http://schemas.microsoft.com/office/drawing/2014/main" id="{03991C83-6407-1573-0759-C3FF2F16AA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781550" y="2255333"/>
              <a:ext cx="2628900" cy="2628900"/>
            </a:xfrm>
            <a:prstGeom prst="rect">
              <a:avLst/>
            </a:prstGeom>
          </p:spPr>
        </p:pic>
        <p:sp>
          <p:nvSpPr>
            <p:cNvPr id="10" name="Marcador de contenido 1">
              <a:extLst>
                <a:ext uri="{FF2B5EF4-FFF2-40B4-BE49-F238E27FC236}">
                  <a16:creationId xmlns:a16="http://schemas.microsoft.com/office/drawing/2014/main" id="{C3FD4869-46F0-0FDD-C8A5-E856AC3FC0BB}"/>
                </a:ext>
              </a:extLst>
            </p:cNvPr>
            <p:cNvSpPr txBox="1">
              <a:spLocks/>
            </p:cNvSpPr>
            <p:nvPr/>
          </p:nvSpPr>
          <p:spPr>
            <a:xfrm>
              <a:off x="5238643" y="3429000"/>
              <a:ext cx="1694984" cy="656525"/>
            </a:xfrm>
            <a:prstGeom prst="rect">
              <a:avLst/>
            </a:prstGeom>
          </p:spPr>
          <p:txBody>
            <a:bodyPr vert="horz" lIns="91440" tIns="90000" rIns="91440" bIns="36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s-ES" sz="1800" b="1" dirty="0" err="1"/>
                <a:t>Assets</a:t>
              </a:r>
              <a:endParaRPr lang="es-ES" sz="1800" b="1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EC6E8714-FAB8-E3F1-421B-BC4438EF4A8A}"/>
              </a:ext>
            </a:extLst>
          </p:cNvPr>
          <p:cNvGrpSpPr/>
          <p:nvPr/>
        </p:nvGrpSpPr>
        <p:grpSpPr>
          <a:xfrm>
            <a:off x="416477" y="4306635"/>
            <a:ext cx="2264657" cy="2264657"/>
            <a:chOff x="8452735" y="2255333"/>
            <a:chExt cx="2628900" cy="2628900"/>
          </a:xfrm>
        </p:grpSpPr>
        <p:pic>
          <p:nvPicPr>
            <p:cNvPr id="8" name="Gráfico 7" descr="Carpeta con relleno sólido">
              <a:extLst>
                <a:ext uri="{FF2B5EF4-FFF2-40B4-BE49-F238E27FC236}">
                  <a16:creationId xmlns:a16="http://schemas.microsoft.com/office/drawing/2014/main" id="{4F9CFFCE-6BFD-FCA0-3C95-9E52237041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52735" y="2255333"/>
              <a:ext cx="2628900" cy="2628900"/>
            </a:xfrm>
            <a:prstGeom prst="rect">
              <a:avLst/>
            </a:prstGeom>
          </p:spPr>
        </p:pic>
        <p:sp>
          <p:nvSpPr>
            <p:cNvPr id="11" name="Marcador de contenido 1">
              <a:extLst>
                <a:ext uri="{FF2B5EF4-FFF2-40B4-BE49-F238E27FC236}">
                  <a16:creationId xmlns:a16="http://schemas.microsoft.com/office/drawing/2014/main" id="{828428E8-0AB5-E7FC-B1F4-87AD2BF50E62}"/>
                </a:ext>
              </a:extLst>
            </p:cNvPr>
            <p:cNvSpPr txBox="1">
              <a:spLocks/>
            </p:cNvSpPr>
            <p:nvPr/>
          </p:nvSpPr>
          <p:spPr>
            <a:xfrm>
              <a:off x="8913850" y="3240928"/>
              <a:ext cx="1694984" cy="897673"/>
            </a:xfrm>
            <a:prstGeom prst="rect">
              <a:avLst/>
            </a:prstGeom>
          </p:spPr>
          <p:txBody>
            <a:bodyPr vert="horz" lIns="91440" tIns="90000" rIns="91440" bIns="36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s-ES" sz="1800" b="1" dirty="0" err="1"/>
                <a:t>Previous</a:t>
              </a:r>
              <a:r>
                <a:rPr lang="es-ES" sz="1800" b="1" dirty="0"/>
                <a:t> </a:t>
              </a:r>
              <a:r>
                <a:rPr lang="es-ES" sz="1800" b="1" dirty="0" err="1"/>
                <a:t>Versions</a:t>
              </a:r>
              <a:endParaRPr lang="es-ES" sz="1800" b="1" dirty="0"/>
            </a:p>
          </p:txBody>
        </p:sp>
      </p:grpSp>
      <p:sp>
        <p:nvSpPr>
          <p:cNvPr id="12" name="Marcador de contenido 1">
            <a:extLst>
              <a:ext uri="{FF2B5EF4-FFF2-40B4-BE49-F238E27FC236}">
                <a16:creationId xmlns:a16="http://schemas.microsoft.com/office/drawing/2014/main" id="{8C5A3A0A-0FBD-4389-59CC-AE3AA5461FEA}"/>
              </a:ext>
            </a:extLst>
          </p:cNvPr>
          <p:cNvSpPr txBox="1">
            <a:spLocks/>
          </p:cNvSpPr>
          <p:nvPr/>
        </p:nvSpPr>
        <p:spPr>
          <a:xfrm>
            <a:off x="2764934" y="955006"/>
            <a:ext cx="2713191" cy="1150241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400" dirty="0" err="1"/>
              <a:t>To</a:t>
            </a:r>
            <a:r>
              <a:rPr lang="es-ES" sz="1400" dirty="0"/>
              <a:t> </a:t>
            </a:r>
            <a:r>
              <a:rPr lang="es-ES" sz="1400" dirty="0" err="1"/>
              <a:t>save</a:t>
            </a:r>
            <a:r>
              <a:rPr lang="es-ES" sz="1400" dirty="0"/>
              <a:t> files </a:t>
            </a:r>
            <a:r>
              <a:rPr lang="es-ES" sz="1400" dirty="0" err="1"/>
              <a:t>provided</a:t>
            </a:r>
            <a:r>
              <a:rPr lang="es-ES" sz="1400" dirty="0"/>
              <a:t> </a:t>
            </a:r>
            <a:r>
              <a:rPr lang="es-ES" sz="1400" dirty="0" err="1"/>
              <a:t>by</a:t>
            </a:r>
            <a:r>
              <a:rPr lang="es-ES" sz="1400" dirty="0"/>
              <a:t> </a:t>
            </a:r>
            <a:r>
              <a:rPr lang="es-ES" sz="1400" dirty="0" err="1"/>
              <a:t>who</a:t>
            </a:r>
            <a:r>
              <a:rPr lang="es-ES" sz="1400" dirty="0"/>
              <a:t> has </a:t>
            </a:r>
            <a:r>
              <a:rPr lang="es-ES" sz="1400" dirty="0" err="1"/>
              <a:t>made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request</a:t>
            </a:r>
            <a:r>
              <a:rPr lang="es-ES" sz="1400" dirty="0"/>
              <a:t>. Excel </a:t>
            </a:r>
            <a:r>
              <a:rPr lang="es-ES" sz="1400" dirty="0" err="1"/>
              <a:t>sheets</a:t>
            </a:r>
            <a:r>
              <a:rPr lang="es-ES" sz="1400" dirty="0"/>
              <a:t>, Word </a:t>
            </a:r>
            <a:r>
              <a:rPr lang="es-ES" sz="1400" dirty="0" err="1"/>
              <a:t>documents</a:t>
            </a:r>
            <a:r>
              <a:rPr lang="es-ES" sz="1400" dirty="0"/>
              <a:t>, </a:t>
            </a:r>
            <a:r>
              <a:rPr lang="es-ES" sz="1400" dirty="0" err="1"/>
              <a:t>images</a:t>
            </a:r>
            <a:r>
              <a:rPr lang="es-ES" sz="1400" dirty="0"/>
              <a:t>, videos, etc.</a:t>
            </a:r>
          </a:p>
        </p:txBody>
      </p:sp>
      <p:sp>
        <p:nvSpPr>
          <p:cNvPr id="14" name="Marcador de contenido 1">
            <a:extLst>
              <a:ext uri="{FF2B5EF4-FFF2-40B4-BE49-F238E27FC236}">
                <a16:creationId xmlns:a16="http://schemas.microsoft.com/office/drawing/2014/main" id="{D6ED4B17-BA47-F5C8-1F70-339F94757BDB}"/>
              </a:ext>
            </a:extLst>
          </p:cNvPr>
          <p:cNvSpPr txBox="1">
            <a:spLocks/>
          </p:cNvSpPr>
          <p:nvPr/>
        </p:nvSpPr>
        <p:spPr>
          <a:xfrm>
            <a:off x="2764934" y="2933527"/>
            <a:ext cx="2932481" cy="1150241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400" dirty="0" err="1"/>
              <a:t>To</a:t>
            </a:r>
            <a:r>
              <a:rPr lang="es-ES" sz="1400" dirty="0"/>
              <a:t> </a:t>
            </a:r>
            <a:r>
              <a:rPr lang="es-ES" sz="1400" dirty="0" err="1"/>
              <a:t>save</a:t>
            </a:r>
            <a:r>
              <a:rPr lang="es-ES" sz="1400" dirty="0"/>
              <a:t> files </a:t>
            </a:r>
            <a:r>
              <a:rPr lang="es-ES" sz="1400" dirty="0" err="1"/>
              <a:t>useful</a:t>
            </a:r>
            <a:r>
              <a:rPr lang="es-ES" sz="1400" dirty="0"/>
              <a:t> </a:t>
            </a:r>
            <a:r>
              <a:rPr lang="es-ES" sz="1400" dirty="0" err="1"/>
              <a:t>that</a:t>
            </a:r>
            <a:r>
              <a:rPr lang="es-ES" sz="1400" dirty="0"/>
              <a:t> </a:t>
            </a:r>
            <a:r>
              <a:rPr lang="es-ES" sz="1400" dirty="0" err="1"/>
              <a:t>will</a:t>
            </a:r>
            <a:r>
              <a:rPr lang="es-ES" sz="1400" dirty="0"/>
              <a:t> be </a:t>
            </a:r>
            <a:r>
              <a:rPr lang="es-ES" sz="1400" dirty="0" err="1"/>
              <a:t>used</a:t>
            </a:r>
            <a:r>
              <a:rPr lang="es-ES" sz="1400" dirty="0"/>
              <a:t> and/</a:t>
            </a:r>
            <a:r>
              <a:rPr lang="es-ES" sz="1400" dirty="0" err="1"/>
              <a:t>on</a:t>
            </a:r>
            <a:r>
              <a:rPr lang="es-ES" sz="1400" dirty="0"/>
              <a:t> </a:t>
            </a:r>
            <a:r>
              <a:rPr lang="es-ES" sz="1400" dirty="0" err="1"/>
              <a:t>inserted</a:t>
            </a:r>
            <a:r>
              <a:rPr lang="es-ES" sz="1400" dirty="0"/>
              <a:t> </a:t>
            </a:r>
            <a:r>
              <a:rPr lang="es-ES" sz="1400" dirty="0" err="1"/>
              <a:t>on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project</a:t>
            </a:r>
            <a:r>
              <a:rPr lang="es-ES" sz="1400" dirty="0"/>
              <a:t>: </a:t>
            </a:r>
            <a:r>
              <a:rPr lang="es-ES" sz="1400" dirty="0" err="1"/>
              <a:t>Images</a:t>
            </a:r>
            <a:r>
              <a:rPr lang="es-ES" sz="1400" dirty="0"/>
              <a:t>, logos, </a:t>
            </a:r>
            <a:r>
              <a:rPr lang="es-ES" sz="1400" dirty="0" err="1"/>
              <a:t>datasheets</a:t>
            </a:r>
            <a:r>
              <a:rPr lang="es-ES" sz="1400" dirty="0"/>
              <a:t>, </a:t>
            </a:r>
            <a:r>
              <a:rPr lang="es-ES" sz="1400" dirty="0" err="1"/>
              <a:t>graphics</a:t>
            </a:r>
            <a:r>
              <a:rPr lang="es-ES" sz="1400" dirty="0"/>
              <a:t>, etc.</a:t>
            </a:r>
          </a:p>
        </p:txBody>
      </p:sp>
      <p:sp>
        <p:nvSpPr>
          <p:cNvPr id="15" name="Marcador de contenido 1">
            <a:extLst>
              <a:ext uri="{FF2B5EF4-FFF2-40B4-BE49-F238E27FC236}">
                <a16:creationId xmlns:a16="http://schemas.microsoft.com/office/drawing/2014/main" id="{F808C77C-3B07-A97A-69EA-E05914417629}"/>
              </a:ext>
            </a:extLst>
          </p:cNvPr>
          <p:cNvSpPr txBox="1">
            <a:spLocks/>
          </p:cNvSpPr>
          <p:nvPr/>
        </p:nvSpPr>
        <p:spPr>
          <a:xfrm>
            <a:off x="2764934" y="4969205"/>
            <a:ext cx="3063502" cy="1150241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400" dirty="0"/>
              <a:t>Once </a:t>
            </a:r>
            <a:r>
              <a:rPr lang="es-ES" sz="1400" dirty="0" err="1"/>
              <a:t>feedback</a:t>
            </a:r>
            <a:r>
              <a:rPr lang="es-ES" sz="1400" dirty="0"/>
              <a:t> has </a:t>
            </a:r>
            <a:r>
              <a:rPr lang="es-ES" sz="1400" dirty="0" err="1"/>
              <a:t>been</a:t>
            </a:r>
            <a:r>
              <a:rPr lang="es-ES" sz="1400" dirty="0"/>
              <a:t> </a:t>
            </a:r>
            <a:r>
              <a:rPr lang="es-ES" sz="1400" dirty="0" err="1"/>
              <a:t>received</a:t>
            </a:r>
            <a:r>
              <a:rPr lang="es-ES" sz="1400" dirty="0"/>
              <a:t>,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previous</a:t>
            </a:r>
            <a:r>
              <a:rPr lang="es-ES" sz="1400" dirty="0"/>
              <a:t> </a:t>
            </a:r>
            <a:r>
              <a:rPr lang="es-ES" sz="1400" dirty="0" err="1"/>
              <a:t>version</a:t>
            </a:r>
            <a:r>
              <a:rPr lang="es-ES" sz="1400" dirty="0"/>
              <a:t> can be </a:t>
            </a:r>
            <a:r>
              <a:rPr lang="es-ES" sz="1400" dirty="0" err="1"/>
              <a:t>saved</a:t>
            </a:r>
            <a:r>
              <a:rPr lang="es-ES" sz="1400" dirty="0"/>
              <a:t> </a:t>
            </a:r>
            <a:r>
              <a:rPr lang="es-ES" sz="1400" dirty="0" err="1"/>
              <a:t>here</a:t>
            </a:r>
            <a:r>
              <a:rPr lang="es-ES" sz="1400" dirty="0"/>
              <a:t>. </a:t>
            </a:r>
            <a:r>
              <a:rPr lang="es-ES" sz="1400" dirty="0" err="1"/>
              <a:t>This</a:t>
            </a:r>
            <a:r>
              <a:rPr lang="es-ES" sz="1400" dirty="0"/>
              <a:t> </a:t>
            </a:r>
            <a:r>
              <a:rPr lang="es-ES" sz="1400" dirty="0" err="1"/>
              <a:t>way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final </a:t>
            </a:r>
            <a:r>
              <a:rPr lang="es-ES" sz="1400" dirty="0" err="1"/>
              <a:t>version</a:t>
            </a:r>
            <a:r>
              <a:rPr lang="es-ES" sz="1400" dirty="0"/>
              <a:t> </a:t>
            </a:r>
            <a:r>
              <a:rPr lang="es-ES" sz="1400" dirty="0" err="1"/>
              <a:t>is</a:t>
            </a:r>
            <a:r>
              <a:rPr lang="es-ES" sz="1400" dirty="0"/>
              <a:t> </a:t>
            </a:r>
            <a:r>
              <a:rPr lang="es-ES" sz="1400" dirty="0" err="1"/>
              <a:t>first-reachable</a:t>
            </a:r>
            <a:r>
              <a:rPr lang="es-E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1146032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