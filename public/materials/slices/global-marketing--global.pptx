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378926" r:id="rId7"/>
    <p:sldId id="2147482181" r:id="rId8"/>
    <p:sldId id="2147482180" r:id="rId9"/>
    <p:sldId id="1677863269" r:id="rId10"/>
    <p:sldId id="141168972" r:id="rId11"/>
    <p:sldId id="2147378928" r:id="rId20"/>
    <p:sldId id="21474821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5" Type="http://schemas.openxmlformats.org/officeDocument/2006/relationships/image" Target="../media/image19.jpe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18" Type="http://schemas.openxmlformats.org/officeDocument/2006/relationships/image" Target="../media/image37.svg"/><Relationship Id="rId26" Type="http://schemas.openxmlformats.org/officeDocument/2006/relationships/image" Target="../media/image44.png"/><Relationship Id="rId3" Type="http://schemas.openxmlformats.org/officeDocument/2006/relationships/image" Target="../media/image22.svg"/><Relationship Id="rId21" Type="http://schemas.openxmlformats.org/officeDocument/2006/relationships/image" Target="../media/image40.jpe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17" Type="http://schemas.openxmlformats.org/officeDocument/2006/relationships/image" Target="../media/image36.svg"/><Relationship Id="rId25" Type="http://schemas.openxmlformats.org/officeDocument/2006/relationships/image" Target="../media/image43.svg"/><Relationship Id="rId2" Type="http://schemas.openxmlformats.org/officeDocument/2006/relationships/image" Target="../media/image21.svg"/><Relationship Id="rId16" Type="http://schemas.openxmlformats.org/officeDocument/2006/relationships/image" Target="../media/image35.svg"/><Relationship Id="rId20" Type="http://schemas.openxmlformats.org/officeDocument/2006/relationships/image" Target="../media/image39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24" Type="http://schemas.openxmlformats.org/officeDocument/2006/relationships/image" Target="../media/image2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29.svg"/><Relationship Id="rId19" Type="http://schemas.openxmlformats.org/officeDocument/2006/relationships/image" Target="../media/image38.png"/><Relationship Id="rId4" Type="http://schemas.openxmlformats.org/officeDocument/2006/relationships/image" Target="../media/image23.svg"/><Relationship Id="rId9" Type="http://schemas.openxmlformats.org/officeDocument/2006/relationships/image" Target="../media/image28.svg"/><Relationship Id="rId14" Type="http://schemas.openxmlformats.org/officeDocument/2006/relationships/image" Target="../media/image33.svg"/><Relationship Id="rId22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1A4A1E-22E6-8A9E-BA35-EEF3F77D8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12DA9F-FDB3-6E88-8DA5-76DAC657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What is Global Marketing and Branding</a:t>
            </a:r>
            <a:endParaRPr lang="en-GB" dirty="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F98731-27F8-9B63-1963-375AAECD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D8D24C-CB55-2A77-C9B0-5E601CCD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1326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oup of text on a piece of paper&#10;&#10;AI-generated content may be incorrect.">
            <a:extLst>
              <a:ext uri="{FF2B5EF4-FFF2-40B4-BE49-F238E27FC236}">
                <a16:creationId xmlns:a16="http://schemas.microsoft.com/office/drawing/2014/main" id="{5D530CC9-C512-4B6C-F071-C8BCC19FC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73" t="12603" r="5401" b="11233"/>
          <a:stretch>
            <a:fillRect/>
          </a:stretch>
        </p:blipFill>
        <p:spPr>
          <a:xfrm>
            <a:off x="468397" y="1353763"/>
            <a:ext cx="11262189" cy="517049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F0280-5FF6-301A-484E-3D55C322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44AD5-3409-BDCB-C295-D87886B9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EACBA0-EB50-918F-DEB0-F82CEC7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Our 3 working areas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1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02EC-158A-4646-CB28-F0002C98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8510E1-E05F-33EC-82E4-28A6DC5B9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9A06C8-A185-F402-217D-52AB135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Marketing Organisation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F59704-20F5-B78F-AFC5-19FEA602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1C15B0-04E3-08C7-2CE8-1A47A324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057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74">
            <a:extLst>
              <a:ext uri="{FF2B5EF4-FFF2-40B4-BE49-F238E27FC236}">
                <a16:creationId xmlns:a16="http://schemas.microsoft.com/office/drawing/2014/main" id="{33EB2210-B661-C1A9-C28C-599F33AA3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2286" y="3858176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738385D-A394-46AC-B95F-D613CC19C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999" y="395999"/>
            <a:ext cx="11277212" cy="683998"/>
          </a:xfrm>
        </p:spPr>
        <p:txBody>
          <a:bodyPr anchorCtr="1"/>
          <a:lstStyle/>
          <a:p>
            <a:pPr lvl="0" algn="ctr"/>
            <a:r>
              <a:rPr lang="en-GB"/>
              <a:t>Global Marketing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3CE824B-1066-4130-B6C5-4148E36DC8B5}"/>
              </a:ext>
            </a:extLst>
          </p:cNvPr>
          <p:cNvGrpSpPr/>
          <p:nvPr/>
        </p:nvGrpSpPr>
        <p:grpSpPr>
          <a:xfrm>
            <a:off x="3332819" y="1388911"/>
            <a:ext cx="3177503" cy="1214752"/>
            <a:chOff x="4517853" y="1859174"/>
            <a:chExt cx="3177503" cy="1214752"/>
          </a:xfrm>
        </p:grpSpPr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059141F5-AB07-49FD-B9DE-3C97FB14C8FA}"/>
                </a:ext>
              </a:extLst>
            </p:cNvPr>
            <p:cNvGrpSpPr/>
            <p:nvPr/>
          </p:nvGrpSpPr>
          <p:grpSpPr>
            <a:xfrm>
              <a:off x="4517853" y="1859174"/>
              <a:ext cx="3177503" cy="1214752"/>
              <a:chOff x="4507251" y="1414613"/>
              <a:chExt cx="3177503" cy="1214752"/>
            </a:xfrm>
          </p:grpSpPr>
          <p:sp>
            <p:nvSpPr>
              <p:cNvPr id="22" name="Rectangle: Rounded Corners 171">
                <a:extLst>
                  <a:ext uri="{FF2B5EF4-FFF2-40B4-BE49-F238E27FC236}">
                    <a16:creationId xmlns:a16="http://schemas.microsoft.com/office/drawing/2014/main" id="{C205819F-BC71-46BC-9F71-A47343512BA5}"/>
                  </a:ext>
                </a:extLst>
              </p:cNvPr>
              <p:cNvSpPr/>
              <p:nvPr/>
            </p:nvSpPr>
            <p:spPr>
              <a:xfrm>
                <a:off x="4507251" y="1414613"/>
                <a:ext cx="3170965" cy="1214752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3" name="Rectangle: Top Corners Rounded 172">
                <a:extLst>
                  <a:ext uri="{FF2B5EF4-FFF2-40B4-BE49-F238E27FC236}">
                    <a16:creationId xmlns:a16="http://schemas.microsoft.com/office/drawing/2014/main" id="{83F56366-AA14-44E1-BFB9-0711B55DD8F0}"/>
                  </a:ext>
                </a:extLst>
              </p:cNvPr>
              <p:cNvSpPr/>
              <p:nvPr/>
            </p:nvSpPr>
            <p:spPr>
              <a:xfrm>
                <a:off x="4507251" y="1414613"/>
                <a:ext cx="3170965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tx2"/>
              </a:solidFill>
              <a:ln w="12701" cap="flat">
                <a:solidFill>
                  <a:schemeClr val="tx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4" name="Rectangle 173">
                <a:extLst>
                  <a:ext uri="{FF2B5EF4-FFF2-40B4-BE49-F238E27FC236}">
                    <a16:creationId xmlns:a16="http://schemas.microsoft.com/office/drawing/2014/main" id="{E94B40F8-CEB7-4220-A4B2-397F456D01C0}"/>
                  </a:ext>
                </a:extLst>
              </p:cNvPr>
              <p:cNvSpPr/>
              <p:nvPr/>
            </p:nvSpPr>
            <p:spPr>
              <a:xfrm>
                <a:off x="5618997" y="1750289"/>
                <a:ext cx="2065757" cy="639714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50" baseline="0" dirty="0">
                    <a:solidFill>
                      <a:srgbClr val="1F3E77"/>
                    </a:solidFill>
                    <a:uFillTx/>
                    <a:latin typeface="Arial" pitchFamily="34"/>
                    <a:ea typeface="DengXian"/>
                    <a:cs typeface="Arial" pitchFamily="34"/>
                  </a:rPr>
                  <a:t>Global Marketing Director</a:t>
                </a:r>
              </a:p>
              <a:p>
                <a:pPr algn="ctr">
                  <a:lnSpc>
                    <a:spcPct val="150000"/>
                  </a:lnSpc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spc="50" dirty="0">
                    <a:solidFill>
                      <a:srgbClr val="7F7F7F"/>
                    </a:solidFill>
                    <a:latin typeface="Arial"/>
                    <a:ea typeface="DengXian"/>
                  </a:rPr>
                  <a:t>Helle </a:t>
                </a:r>
                <a:r>
                  <a:rPr lang="en-US" sz="900" spc="50" dirty="0" err="1">
                    <a:solidFill>
                      <a:srgbClr val="7F7F7F"/>
                    </a:solidFill>
                    <a:latin typeface="Arial"/>
                    <a:ea typeface="DengXian"/>
                  </a:rPr>
                  <a:t>Vansgaa</a:t>
                </a:r>
                <a:r>
                  <a:rPr lang="en-US" sz="900" spc="50" dirty="0">
                    <a:solidFill>
                      <a:srgbClr val="7F7F7F"/>
                    </a:solidFill>
                    <a:latin typeface="Arial"/>
                    <a:ea typeface="DengXian"/>
                  </a:rPr>
                  <a:t>rd</a:t>
                </a:r>
                <a:endParaRPr lang="en-US" sz="900" b="0" i="0" u="none" strike="noStrike" cap="none" spc="50" baseline="0" dirty="0">
                  <a:solidFill>
                    <a:srgbClr val="7F7F7F"/>
                  </a:solidFill>
                  <a:uFillTx/>
                  <a:latin typeface="Arial"/>
                  <a:ea typeface="DengXian"/>
                  <a:cs typeface="Arial"/>
                </a:endParaRPr>
              </a:p>
            </p:txBody>
          </p:sp>
          <p:pic>
            <p:nvPicPr>
              <p:cNvPr id="25" name="Graphic 174">
                <a:extLst>
                  <a:ext uri="{FF2B5EF4-FFF2-40B4-BE49-F238E27FC236}">
                    <a16:creationId xmlns:a16="http://schemas.microsoft.com/office/drawing/2014/main" id="{37256DA2-D7B4-409E-8B9D-B68816DAB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824484" y="1676716"/>
                <a:ext cx="794513" cy="76967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09540899-FD58-4912-84A0-6F21C6BFCE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59058" y="1993170"/>
              <a:ext cx="259200" cy="259200"/>
            </a:xfrm>
            <a:prstGeom prst="rect">
              <a:avLst/>
            </a:prstGeom>
          </p:spPr>
        </p:pic>
      </p:grpSp>
      <p:sp>
        <p:nvSpPr>
          <p:cNvPr id="110" name="Footer Placeholder 109">
            <a:extLst>
              <a:ext uri="{FF2B5EF4-FFF2-40B4-BE49-F238E27FC236}">
                <a16:creationId xmlns:a16="http://schemas.microsoft.com/office/drawing/2014/main" id="{D394400E-3A8D-4BFE-AAFF-B0E54A82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11" name="Slide Number Placeholder 110">
            <a:extLst>
              <a:ext uri="{FF2B5EF4-FFF2-40B4-BE49-F238E27FC236}">
                <a16:creationId xmlns:a16="http://schemas.microsoft.com/office/drawing/2014/main" id="{29C84839-201B-4263-87CF-E29237B6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2E232AE-48C2-CE19-A95B-3AD26B48EABE}"/>
              </a:ext>
            </a:extLst>
          </p:cNvPr>
          <p:cNvGrpSpPr/>
          <p:nvPr/>
        </p:nvGrpSpPr>
        <p:grpSpPr>
          <a:xfrm>
            <a:off x="1950287" y="5047689"/>
            <a:ext cx="2522488" cy="1214752"/>
            <a:chOff x="11221287" y="3750219"/>
            <a:chExt cx="3170965" cy="1214752"/>
          </a:xfrm>
        </p:grpSpPr>
        <p:sp>
          <p:nvSpPr>
            <p:cNvPr id="47" name="Rectangle: Rounded Corners 171">
              <a:extLst>
                <a:ext uri="{FF2B5EF4-FFF2-40B4-BE49-F238E27FC236}">
                  <a16:creationId xmlns:a16="http://schemas.microsoft.com/office/drawing/2014/main" id="{269DC11C-7509-DF8B-9391-06DB46F8BC4A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49" name="Rectangle: Top Corners Rounded 172">
              <a:extLst>
                <a:ext uri="{FF2B5EF4-FFF2-40B4-BE49-F238E27FC236}">
                  <a16:creationId xmlns:a16="http://schemas.microsoft.com/office/drawing/2014/main" id="{EB710657-0077-454D-532C-3704EF05D802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1243FD-D523-30DC-8DF1-FCBE4752C59A}"/>
              </a:ext>
            </a:extLst>
          </p:cNvPr>
          <p:cNvGrpSpPr/>
          <p:nvPr/>
        </p:nvGrpSpPr>
        <p:grpSpPr>
          <a:xfrm>
            <a:off x="8233668" y="3519963"/>
            <a:ext cx="2522488" cy="1214752"/>
            <a:chOff x="11221287" y="3750219"/>
            <a:chExt cx="3170965" cy="1214752"/>
          </a:xfrm>
        </p:grpSpPr>
        <p:sp>
          <p:nvSpPr>
            <p:cNvPr id="56" name="Rectangle: Rounded Corners 171">
              <a:extLst>
                <a:ext uri="{FF2B5EF4-FFF2-40B4-BE49-F238E27FC236}">
                  <a16:creationId xmlns:a16="http://schemas.microsoft.com/office/drawing/2014/main" id="{DCA888B2-CDF2-6AD0-8513-43C40BC275D1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57" name="Rectangle: Top Corners Rounded 172">
              <a:extLst>
                <a:ext uri="{FF2B5EF4-FFF2-40B4-BE49-F238E27FC236}">
                  <a16:creationId xmlns:a16="http://schemas.microsoft.com/office/drawing/2014/main" id="{1C0A373E-73C5-593A-6825-4BB15C743B17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sp>
        <p:nvSpPr>
          <p:cNvPr id="78" name="Rectangle 173">
            <a:extLst>
              <a:ext uri="{FF2B5EF4-FFF2-40B4-BE49-F238E27FC236}">
                <a16:creationId xmlns:a16="http://schemas.microsoft.com/office/drawing/2014/main" id="{4E46245B-7ECA-69CD-67D4-91F94588BF13}"/>
              </a:ext>
            </a:extLst>
          </p:cNvPr>
          <p:cNvSpPr/>
          <p:nvPr/>
        </p:nvSpPr>
        <p:spPr>
          <a:xfrm>
            <a:off x="2880169" y="5398244"/>
            <a:ext cx="1583823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50" baseline="0" dirty="0">
                <a:solidFill>
                  <a:srgbClr val="1F3E77"/>
                </a:solidFill>
                <a:uFillTx/>
                <a:latin typeface="Arial" pitchFamily="34"/>
                <a:ea typeface="DengXian"/>
                <a:cs typeface="Arial" pitchFamily="34"/>
              </a:rPr>
              <a:t>Graphic Designer</a:t>
            </a:r>
          </a:p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spc="50" dirty="0">
                <a:solidFill>
                  <a:srgbClr val="7F7F7F"/>
                </a:solidFill>
                <a:latin typeface="Arial"/>
                <a:ea typeface="DengXian"/>
              </a:rPr>
              <a:t>Isidora Silva Chiros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sp>
        <p:nvSpPr>
          <p:cNvPr id="82" name="Rectangle 173">
            <a:extLst>
              <a:ext uri="{FF2B5EF4-FFF2-40B4-BE49-F238E27FC236}">
                <a16:creationId xmlns:a16="http://schemas.microsoft.com/office/drawing/2014/main" id="{C6246A33-3107-3737-FF88-5E6CA8C89040}"/>
              </a:ext>
            </a:extLst>
          </p:cNvPr>
          <p:cNvSpPr/>
          <p:nvPr/>
        </p:nvSpPr>
        <p:spPr>
          <a:xfrm>
            <a:off x="8899389" y="3873998"/>
            <a:ext cx="1588714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Content Creator</a:t>
            </a:r>
          </a:p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900" spc="50" dirty="0">
                <a:solidFill>
                  <a:srgbClr val="7F7F7F"/>
                </a:solidFill>
                <a:latin typeface="Arial"/>
                <a:ea typeface="DengXian"/>
              </a:rPr>
              <a:t>Nerea Palacios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94" name="Graphic 174">
            <a:extLst>
              <a:ext uri="{FF2B5EF4-FFF2-40B4-BE49-F238E27FC236}">
                <a16:creationId xmlns:a16="http://schemas.microsoft.com/office/drawing/2014/main" id="{9DDD8753-EFE9-CB9C-C11E-A0FB7EA44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0169" y="5353048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A74CF77-7F21-86D1-F800-EEFEDC24C211}"/>
              </a:ext>
            </a:extLst>
          </p:cNvPr>
          <p:cNvGrpSpPr/>
          <p:nvPr/>
        </p:nvGrpSpPr>
        <p:grpSpPr>
          <a:xfrm>
            <a:off x="1942324" y="3564162"/>
            <a:ext cx="2522489" cy="1214752"/>
            <a:chOff x="467999" y="3750219"/>
            <a:chExt cx="2522489" cy="121475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BAAA2F0-8DA8-BBF5-56E9-AD91A8295870}"/>
                </a:ext>
              </a:extLst>
            </p:cNvPr>
            <p:cNvGrpSpPr/>
            <p:nvPr/>
          </p:nvGrpSpPr>
          <p:grpSpPr>
            <a:xfrm>
              <a:off x="467999" y="3750219"/>
              <a:ext cx="2522488" cy="1214752"/>
              <a:chOff x="11221287" y="3750219"/>
              <a:chExt cx="3170965" cy="1214752"/>
            </a:xfrm>
          </p:grpSpPr>
          <p:sp>
            <p:nvSpPr>
              <p:cNvPr id="3" name="Rectangle: Rounded Corners 171">
                <a:extLst>
                  <a:ext uri="{FF2B5EF4-FFF2-40B4-BE49-F238E27FC236}">
                    <a16:creationId xmlns:a16="http://schemas.microsoft.com/office/drawing/2014/main" id="{D272D6B3-1E3D-97B9-B469-C617330C0170}"/>
                  </a:ext>
                </a:extLst>
              </p:cNvPr>
              <p:cNvSpPr/>
              <p:nvPr/>
            </p:nvSpPr>
            <p:spPr>
              <a:xfrm>
                <a:off x="11221287" y="3750219"/>
                <a:ext cx="3170965" cy="1214752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5" name="Rectangle: Top Corners Rounded 172">
                <a:extLst>
                  <a:ext uri="{FF2B5EF4-FFF2-40B4-BE49-F238E27FC236}">
                    <a16:creationId xmlns:a16="http://schemas.microsoft.com/office/drawing/2014/main" id="{35474881-E6C4-2872-1A92-51D2F1A7757C}"/>
                  </a:ext>
                </a:extLst>
              </p:cNvPr>
              <p:cNvSpPr/>
              <p:nvPr/>
            </p:nvSpPr>
            <p:spPr>
              <a:xfrm>
                <a:off x="11221287" y="3750219"/>
                <a:ext cx="3170965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31" name="Rectangle 173">
              <a:extLst>
                <a:ext uri="{FF2B5EF4-FFF2-40B4-BE49-F238E27FC236}">
                  <a16:creationId xmlns:a16="http://schemas.microsoft.com/office/drawing/2014/main" id="{DCFB67E7-C210-B279-95F9-260F0DA12621}"/>
                </a:ext>
              </a:extLst>
            </p:cNvPr>
            <p:cNvSpPr/>
            <p:nvPr/>
          </p:nvSpPr>
          <p:spPr>
            <a:xfrm>
              <a:off x="1377327" y="4100774"/>
              <a:ext cx="1613161" cy="63971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Multimedia</a:t>
              </a:r>
              <a:r>
                <a:rPr lang="en-US" sz="900" b="1" i="0" u="none" strike="noStrike" kern="1200" cap="none" spc="50" baseline="0" dirty="0">
                  <a:solidFill>
                    <a:srgbClr val="1F3E77"/>
                  </a:solidFill>
                  <a:uFillTx/>
                  <a:latin typeface="Arial" pitchFamily="34"/>
                  <a:ea typeface="DengXian"/>
                  <a:cs typeface="Arial" pitchFamily="34"/>
                </a:rPr>
                <a:t> Designer</a:t>
              </a:r>
            </a:p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spc="50" dirty="0">
                  <a:solidFill>
                    <a:srgbClr val="7F7F7F"/>
                  </a:solidFill>
                  <a:latin typeface="Arial"/>
                  <a:ea typeface="DengXian"/>
                </a:rPr>
                <a:t>Andres </a:t>
              </a:r>
              <a:r>
                <a:rPr lang="en-US" sz="900" spc="50" dirty="0" err="1">
                  <a:solidFill>
                    <a:srgbClr val="7F7F7F"/>
                  </a:solidFill>
                  <a:latin typeface="Arial"/>
                  <a:ea typeface="DengXian"/>
                </a:rPr>
                <a:t>Bernadou</a:t>
              </a:r>
              <a:endParaRPr lang="en-US" sz="900" b="0" i="0" u="none" strike="noStrike" kern="1200" cap="none" spc="50" baseline="0" dirty="0" err="1">
                <a:solidFill>
                  <a:srgbClr val="7F7F7F"/>
                </a:solidFill>
                <a:uFillTx/>
                <a:latin typeface="Arial"/>
                <a:ea typeface="DengXian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9314752-E2A1-397C-988F-6575A3E424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4" t="10215" r="25986" b="44741"/>
          <a:stretch/>
        </p:blipFill>
        <p:spPr>
          <a:xfrm>
            <a:off x="8438263" y="3815242"/>
            <a:ext cx="718098" cy="718098"/>
          </a:xfrm>
          <a:prstGeom prst="ellipse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2CDD109-781B-0153-A2D6-C18AF8BA679C}"/>
              </a:ext>
            </a:extLst>
          </p:cNvPr>
          <p:cNvGrpSpPr/>
          <p:nvPr/>
        </p:nvGrpSpPr>
        <p:grpSpPr>
          <a:xfrm>
            <a:off x="1950287" y="2844941"/>
            <a:ext cx="2522488" cy="485522"/>
            <a:chOff x="1527348" y="5299980"/>
            <a:chExt cx="2522488" cy="4855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C8B15A8-167E-DE52-AAED-66C4E7F63DD2}"/>
                </a:ext>
              </a:extLst>
            </p:cNvPr>
            <p:cNvGrpSpPr/>
            <p:nvPr/>
          </p:nvGrpSpPr>
          <p:grpSpPr>
            <a:xfrm>
              <a:off x="1527348" y="5299980"/>
              <a:ext cx="2522488" cy="485522"/>
              <a:chOff x="1527348" y="5299980"/>
              <a:chExt cx="2522488" cy="485522"/>
            </a:xfrm>
          </p:grpSpPr>
          <p:sp>
            <p:nvSpPr>
              <p:cNvPr id="2" name="Rectangle: Rounded Corners 171">
                <a:extLst>
                  <a:ext uri="{FF2B5EF4-FFF2-40B4-BE49-F238E27FC236}">
                    <a16:creationId xmlns:a16="http://schemas.microsoft.com/office/drawing/2014/main" id="{ACBE87E9-D7AA-00D1-D95E-278C0A621709}"/>
                  </a:ext>
                </a:extLst>
              </p:cNvPr>
              <p:cNvSpPr/>
              <p:nvPr/>
            </p:nvSpPr>
            <p:spPr>
              <a:xfrm>
                <a:off x="1527348" y="5406073"/>
                <a:ext cx="2522488" cy="379429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10" name="Rectangle: Top Corners Rounded 172">
                <a:extLst>
                  <a:ext uri="{FF2B5EF4-FFF2-40B4-BE49-F238E27FC236}">
                    <a16:creationId xmlns:a16="http://schemas.microsoft.com/office/drawing/2014/main" id="{3F48FB06-CF49-F6B6-A47B-2FC35F333351}"/>
                  </a:ext>
                </a:extLst>
              </p:cNvPr>
              <p:cNvSpPr/>
              <p:nvPr/>
            </p:nvSpPr>
            <p:spPr>
              <a:xfrm>
                <a:off x="1527348" y="5299980"/>
                <a:ext cx="2522488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60EC1D-A8B7-1AFD-9A42-7B28FE0C66DB}"/>
                </a:ext>
              </a:extLst>
            </p:cNvPr>
            <p:cNvSpPr txBox="1"/>
            <p:nvPr/>
          </p:nvSpPr>
          <p:spPr>
            <a:xfrm>
              <a:off x="1527348" y="5435532"/>
              <a:ext cx="2522488" cy="314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DESIGN HUB</a:t>
              </a:r>
              <a:endPara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81FE8F-90A6-6BC3-5409-975961F8BD47}"/>
              </a:ext>
            </a:extLst>
          </p:cNvPr>
          <p:cNvGrpSpPr/>
          <p:nvPr/>
        </p:nvGrpSpPr>
        <p:grpSpPr>
          <a:xfrm>
            <a:off x="5248481" y="2841461"/>
            <a:ext cx="2522488" cy="485522"/>
            <a:chOff x="1527348" y="5299980"/>
            <a:chExt cx="2522488" cy="48552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AA3D5C3-BCB2-29D9-AAE1-C8BB0C4B0EFB}"/>
                </a:ext>
              </a:extLst>
            </p:cNvPr>
            <p:cNvGrpSpPr/>
            <p:nvPr/>
          </p:nvGrpSpPr>
          <p:grpSpPr>
            <a:xfrm>
              <a:off x="1527348" y="5299980"/>
              <a:ext cx="2522488" cy="485522"/>
              <a:chOff x="1527348" y="5299980"/>
              <a:chExt cx="2522488" cy="485522"/>
            </a:xfrm>
          </p:grpSpPr>
          <p:sp>
            <p:nvSpPr>
              <p:cNvPr id="19" name="Rectangle: Rounded Corners 171">
                <a:extLst>
                  <a:ext uri="{FF2B5EF4-FFF2-40B4-BE49-F238E27FC236}">
                    <a16:creationId xmlns:a16="http://schemas.microsoft.com/office/drawing/2014/main" id="{F20E36E8-346F-0D0E-8A40-AFD4E2110032}"/>
                  </a:ext>
                </a:extLst>
              </p:cNvPr>
              <p:cNvSpPr/>
              <p:nvPr/>
            </p:nvSpPr>
            <p:spPr>
              <a:xfrm>
                <a:off x="1527348" y="5406073"/>
                <a:ext cx="2522488" cy="379429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0" name="Rectangle: Top Corners Rounded 172">
                <a:extLst>
                  <a:ext uri="{FF2B5EF4-FFF2-40B4-BE49-F238E27FC236}">
                    <a16:creationId xmlns:a16="http://schemas.microsoft.com/office/drawing/2014/main" id="{42FBE9CD-B934-2BC8-56CD-3AA027778EA6}"/>
                  </a:ext>
                </a:extLst>
              </p:cNvPr>
              <p:cNvSpPr/>
              <p:nvPr/>
            </p:nvSpPr>
            <p:spPr>
              <a:xfrm>
                <a:off x="1527348" y="5299980"/>
                <a:ext cx="2522488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470DE8-8E40-6094-0750-9F7DCD329D3C}"/>
                </a:ext>
              </a:extLst>
            </p:cNvPr>
            <p:cNvSpPr txBox="1"/>
            <p:nvPr/>
          </p:nvSpPr>
          <p:spPr>
            <a:xfrm>
              <a:off x="1527348" y="5435532"/>
              <a:ext cx="2522488" cy="314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DIGITAL MARKETING</a:t>
              </a:r>
              <a:endPara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117A42-4376-22F0-7E05-70391040DE04}"/>
              </a:ext>
            </a:extLst>
          </p:cNvPr>
          <p:cNvGrpSpPr/>
          <p:nvPr/>
        </p:nvGrpSpPr>
        <p:grpSpPr>
          <a:xfrm>
            <a:off x="5257043" y="3486023"/>
            <a:ext cx="2522488" cy="1214752"/>
            <a:chOff x="11221287" y="3750219"/>
            <a:chExt cx="3170965" cy="1214752"/>
          </a:xfrm>
        </p:grpSpPr>
        <p:sp>
          <p:nvSpPr>
            <p:cNvPr id="28" name="Rectangle: Rounded Corners 171">
              <a:extLst>
                <a:ext uri="{FF2B5EF4-FFF2-40B4-BE49-F238E27FC236}">
                  <a16:creationId xmlns:a16="http://schemas.microsoft.com/office/drawing/2014/main" id="{7C74C5F1-59D4-E42F-0E3B-D96B35CAA394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29" name="Rectangle: Top Corners Rounded 172">
              <a:extLst>
                <a:ext uri="{FF2B5EF4-FFF2-40B4-BE49-F238E27FC236}">
                  <a16:creationId xmlns:a16="http://schemas.microsoft.com/office/drawing/2014/main" id="{0B780320-21E3-389E-F56D-306D41AD7646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sp>
        <p:nvSpPr>
          <p:cNvPr id="30" name="Rectangle 173">
            <a:extLst>
              <a:ext uri="{FF2B5EF4-FFF2-40B4-BE49-F238E27FC236}">
                <a16:creationId xmlns:a16="http://schemas.microsoft.com/office/drawing/2014/main" id="{950F6EAB-B7B0-8EAF-204A-C1FD495B3149}"/>
              </a:ext>
            </a:extLst>
          </p:cNvPr>
          <p:cNvSpPr/>
          <p:nvPr/>
        </p:nvSpPr>
        <p:spPr>
          <a:xfrm>
            <a:off x="6199311" y="3836578"/>
            <a:ext cx="1567543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Digital Marketing Platforms Specialist</a:t>
            </a:r>
          </a:p>
          <a:p>
            <a:pPr algn="ctr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900" spc="50">
                <a:solidFill>
                  <a:srgbClr val="7F7F7F"/>
                </a:solidFill>
                <a:latin typeface="Arial"/>
                <a:ea typeface="DengXian"/>
              </a:rPr>
              <a:t>Matt Evans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32" name="Graphic 174">
            <a:extLst>
              <a:ext uri="{FF2B5EF4-FFF2-40B4-BE49-F238E27FC236}">
                <a16:creationId xmlns:a16="http://schemas.microsoft.com/office/drawing/2014/main" id="{E440B5E5-2C84-608D-90A2-8AA05650B0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777" y="3791382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BF6205EA-7310-37C2-453D-C8978D347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7271" y="5186345"/>
            <a:ext cx="272336" cy="272336"/>
          </a:xfrm>
          <a:prstGeom prst="rect">
            <a:avLst/>
          </a:prstGeom>
        </p:spPr>
      </p:pic>
      <p:pic>
        <p:nvPicPr>
          <p:cNvPr id="6" name="Graphic 174">
            <a:extLst>
              <a:ext uri="{FF2B5EF4-FFF2-40B4-BE49-F238E27FC236}">
                <a16:creationId xmlns:a16="http://schemas.microsoft.com/office/drawing/2014/main" id="{1B86EABE-54D3-B0D3-8D6B-B062E6F4E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7854" y="3885827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5C576AA-390B-ACC9-C19D-80FAE2FB1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6421" y="3707033"/>
            <a:ext cx="259200" cy="259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F79BA78-FA89-5BC8-1A0D-6CBF4ED99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3509" y="3703572"/>
            <a:ext cx="259200" cy="2592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1937479A-74FF-5438-66CF-2D5E9D86E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9561" y="3629218"/>
            <a:ext cx="259200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1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2FA1-237B-277B-17EA-BF6F9282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6623A-1FA0-8A6D-A960-0560DE934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3C2E21-5D13-6F38-73FA-8389309BB11A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934E32-4396-7DE1-A855-926015E9A0A7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1AEFD1-70B3-6124-7E08-BA5B2870DFE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6BBE5B3-78FD-07BB-E1EA-25CE655E5C88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D57719-6E81-C16F-A9BF-86A05D708A45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3FBD38D-431F-FD5D-0C34-52DA80274BD3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0AFFEAC-3ABE-B376-F1FE-74809285E1EC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88C7317-94AB-947D-0BBD-5461B155EB70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5E0DA27-F6C5-054E-FF5A-ADE6DF5AE0AB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95362B8-A566-099B-518B-681D71BE2D14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BB00531-6730-CB4B-D960-4C06146B39C4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632FD17-D0E2-DA31-62DC-323488508C26}"/>
              </a:ext>
            </a:extLst>
          </p:cNvPr>
          <p:cNvSpPr/>
          <p:nvPr/>
        </p:nvSpPr>
        <p:spPr>
          <a:xfrm>
            <a:off x="450790" y="477079"/>
            <a:ext cx="3242611" cy="5924184"/>
          </a:xfrm>
          <a:prstGeom prst="roundRect">
            <a:avLst>
              <a:gd name="adj" fmla="val 525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80000" rIns="144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4A3C93-D4A7-1386-9F51-E1C5BFF5626C}"/>
              </a:ext>
            </a:extLst>
          </p:cNvPr>
          <p:cNvSpPr/>
          <p:nvPr/>
        </p:nvSpPr>
        <p:spPr>
          <a:xfrm>
            <a:off x="659587" y="1377073"/>
            <a:ext cx="2860245" cy="47089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BioMar Marketing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Global Marketing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 manages the BioMar brand creates the positioning for all product concepts and services and runs a centralised Design and Digital Shared Services agency. 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Product Marketing Management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manages their segment and develops the product range in their product portfolio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Local Marketing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launches its product range and runs marketing initiatives to support its businesses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7AD22CE2-90A1-62A8-4102-2AA3EC356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299" y="5870611"/>
            <a:ext cx="288000" cy="28800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D11B6360-CDB4-3E4C-7F46-DA8F1B83D10E}"/>
              </a:ext>
            </a:extLst>
          </p:cNvPr>
          <p:cNvSpPr/>
          <p:nvPr/>
        </p:nvSpPr>
        <p:spPr>
          <a:xfrm>
            <a:off x="1067663" y="5897001"/>
            <a:ext cx="249886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= Location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61" name="Gráfico 60">
            <a:extLst>
              <a:ext uri="{FF2B5EF4-FFF2-40B4-BE49-F238E27FC236}">
                <a16:creationId xmlns:a16="http://schemas.microsoft.com/office/drawing/2014/main" id="{09D72812-933C-32CA-F248-56950B439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4599" y="223363"/>
            <a:ext cx="6428403" cy="6403773"/>
          </a:xfrm>
          <a:prstGeom prst="rect">
            <a:avLst/>
          </a:prstGeom>
        </p:spPr>
      </p:pic>
      <p:sp>
        <p:nvSpPr>
          <p:cNvPr id="62" name="Oval 98">
            <a:extLst>
              <a:ext uri="{FF2B5EF4-FFF2-40B4-BE49-F238E27FC236}">
                <a16:creationId xmlns:a16="http://schemas.microsoft.com/office/drawing/2014/main" id="{9CDBA20F-80CD-41F4-8CE4-FFBFD134B1D3}"/>
              </a:ext>
            </a:extLst>
          </p:cNvPr>
          <p:cNvSpPr/>
          <p:nvPr/>
        </p:nvSpPr>
        <p:spPr>
          <a:xfrm>
            <a:off x="6604474" y="2410924"/>
            <a:ext cx="2028654" cy="20286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Global Marketing</a:t>
            </a:r>
            <a:endParaRPr kumimoji="0" lang="en-DK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3" name="Rectangle 56">
            <a:extLst>
              <a:ext uri="{FF2B5EF4-FFF2-40B4-BE49-F238E27FC236}">
                <a16:creationId xmlns:a16="http://schemas.microsoft.com/office/drawing/2014/main" id="{56E42CF4-C6A8-7F77-BFC9-733FCAB6D13C}"/>
              </a:ext>
            </a:extLst>
          </p:cNvPr>
          <p:cNvSpPr/>
          <p:nvPr/>
        </p:nvSpPr>
        <p:spPr>
          <a:xfrm rot="16200000">
            <a:off x="5117464" y="3347748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LATAM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8" name="Rectangle 57">
            <a:extLst>
              <a:ext uri="{FF2B5EF4-FFF2-40B4-BE49-F238E27FC236}">
                <a16:creationId xmlns:a16="http://schemas.microsoft.com/office/drawing/2014/main" id="{9F5F70E5-8DA7-A27F-2989-EA6E2F9076CD}"/>
              </a:ext>
            </a:extLst>
          </p:cNvPr>
          <p:cNvSpPr/>
          <p:nvPr/>
        </p:nvSpPr>
        <p:spPr>
          <a:xfrm rot="5400000">
            <a:off x="8810755" y="3371150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Asia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69" name="Graphic 48">
            <a:extLst>
              <a:ext uri="{FF2B5EF4-FFF2-40B4-BE49-F238E27FC236}">
                <a16:creationId xmlns:a16="http://schemas.microsoft.com/office/drawing/2014/main" id="{BDB200C1-AC0B-0A1C-E4A5-BF9972F31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630494" y="3333494"/>
            <a:ext cx="581331" cy="144869"/>
          </a:xfrm>
          <a:prstGeom prst="rect">
            <a:avLst/>
          </a:prstGeom>
        </p:spPr>
      </p:pic>
      <p:pic>
        <p:nvPicPr>
          <p:cNvPr id="70" name="Graphic 5">
            <a:extLst>
              <a:ext uri="{FF2B5EF4-FFF2-40B4-BE49-F238E27FC236}">
                <a16:creationId xmlns:a16="http://schemas.microsoft.com/office/drawing/2014/main" id="{DA947C46-A443-7B23-8AD2-334579B2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507724">
            <a:off x="8585438" y="2709282"/>
            <a:ext cx="412023" cy="222609"/>
          </a:xfrm>
          <a:prstGeom prst="rect">
            <a:avLst/>
          </a:prstGeom>
        </p:spPr>
      </p:pic>
      <p:pic>
        <p:nvPicPr>
          <p:cNvPr id="71" name="Graphic 3">
            <a:extLst>
              <a:ext uri="{FF2B5EF4-FFF2-40B4-BE49-F238E27FC236}">
                <a16:creationId xmlns:a16="http://schemas.microsoft.com/office/drawing/2014/main" id="{1500B8A9-7955-9C82-EF2B-DE8FE4832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501043">
            <a:off x="6266527" y="3999855"/>
            <a:ext cx="398249" cy="197153"/>
          </a:xfrm>
          <a:prstGeom prst="rect">
            <a:avLst/>
          </a:prstGeom>
        </p:spPr>
      </p:pic>
      <p:pic>
        <p:nvPicPr>
          <p:cNvPr id="72" name="Graphic 1024">
            <a:extLst>
              <a:ext uri="{FF2B5EF4-FFF2-40B4-BE49-F238E27FC236}">
                <a16:creationId xmlns:a16="http://schemas.microsoft.com/office/drawing/2014/main" id="{74D613E3-CB70-ECEC-33A0-5C4459C30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125435">
            <a:off x="6203082" y="2705775"/>
            <a:ext cx="408496" cy="257053"/>
          </a:xfrm>
          <a:prstGeom prst="rect">
            <a:avLst/>
          </a:prstGeom>
        </p:spPr>
      </p:pic>
      <p:pic>
        <p:nvPicPr>
          <p:cNvPr id="73" name="Graphic 60">
            <a:extLst>
              <a:ext uri="{FF2B5EF4-FFF2-40B4-BE49-F238E27FC236}">
                <a16:creationId xmlns:a16="http://schemas.microsoft.com/office/drawing/2014/main" id="{1B648493-6D27-D469-C4EE-870079295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960671">
            <a:off x="6027473" y="3389271"/>
            <a:ext cx="647037" cy="223974"/>
          </a:xfrm>
          <a:prstGeom prst="rect">
            <a:avLst/>
          </a:prstGeom>
        </p:spPr>
      </p:pic>
      <p:pic>
        <p:nvPicPr>
          <p:cNvPr id="74" name="Graphic 1031">
            <a:extLst>
              <a:ext uri="{FF2B5EF4-FFF2-40B4-BE49-F238E27FC236}">
                <a16:creationId xmlns:a16="http://schemas.microsoft.com/office/drawing/2014/main" id="{EE357B75-48F1-4555-5DDC-ACC13E8CB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6787159">
            <a:off x="8547349" y="3924786"/>
            <a:ext cx="503150" cy="231235"/>
          </a:xfrm>
          <a:prstGeom prst="rect">
            <a:avLst/>
          </a:prstGeom>
        </p:spPr>
      </p:pic>
      <p:sp>
        <p:nvSpPr>
          <p:cNvPr id="75" name="Rectangle 198">
            <a:extLst>
              <a:ext uri="{FF2B5EF4-FFF2-40B4-BE49-F238E27FC236}">
                <a16:creationId xmlns:a16="http://schemas.microsoft.com/office/drawing/2014/main" id="{6768DC5E-4A17-7D71-F5AB-E8D604181E50}"/>
              </a:ext>
            </a:extLst>
          </p:cNvPr>
          <p:cNvSpPr/>
          <p:nvPr/>
        </p:nvSpPr>
        <p:spPr>
          <a:xfrm rot="5400000">
            <a:off x="8630539" y="3270235"/>
            <a:ext cx="1129581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Xinru Wang</a:t>
            </a:r>
          </a:p>
        </p:txBody>
      </p:sp>
      <p:sp>
        <p:nvSpPr>
          <p:cNvPr id="76" name="Rectangle 198">
            <a:extLst>
              <a:ext uri="{FF2B5EF4-FFF2-40B4-BE49-F238E27FC236}">
                <a16:creationId xmlns:a16="http://schemas.microsoft.com/office/drawing/2014/main" id="{5F9F6C67-BD5B-73D7-B03F-94FA592D6C49}"/>
              </a:ext>
            </a:extLst>
          </p:cNvPr>
          <p:cNvSpPr/>
          <p:nvPr/>
        </p:nvSpPr>
        <p:spPr>
          <a:xfrm rot="16200000">
            <a:off x="5505362" y="3268271"/>
            <a:ext cx="1129581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Daniela Vera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77" name="Rectangle 55">
            <a:extLst>
              <a:ext uri="{FF2B5EF4-FFF2-40B4-BE49-F238E27FC236}">
                <a16:creationId xmlns:a16="http://schemas.microsoft.com/office/drawing/2014/main" id="{FB1CFEF6-7C06-466E-83A7-487E44437E31}"/>
              </a:ext>
            </a:extLst>
          </p:cNvPr>
          <p:cNvSpPr/>
          <p:nvPr/>
        </p:nvSpPr>
        <p:spPr>
          <a:xfrm>
            <a:off x="6971053" y="1469652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EMEA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78" name="Graphic 3">
            <a:extLst>
              <a:ext uri="{FF2B5EF4-FFF2-40B4-BE49-F238E27FC236}">
                <a16:creationId xmlns:a16="http://schemas.microsoft.com/office/drawing/2014/main" id="{28391676-12E3-07B9-615C-420C6A1721C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1059" y="1984024"/>
            <a:ext cx="323959" cy="186336"/>
          </a:xfrm>
          <a:prstGeom prst="rect">
            <a:avLst/>
          </a:prstGeom>
        </p:spPr>
      </p:pic>
      <p:pic>
        <p:nvPicPr>
          <p:cNvPr id="79" name="Graphic 20">
            <a:extLst>
              <a:ext uri="{FF2B5EF4-FFF2-40B4-BE49-F238E27FC236}">
                <a16:creationId xmlns:a16="http://schemas.microsoft.com/office/drawing/2014/main" id="{4AF08029-A91C-4C45-BC2B-BE091CB90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397577">
            <a:off x="6799095" y="2051575"/>
            <a:ext cx="577262" cy="225427"/>
          </a:xfrm>
          <a:prstGeom prst="rect">
            <a:avLst/>
          </a:prstGeom>
        </p:spPr>
      </p:pic>
      <p:pic>
        <p:nvPicPr>
          <p:cNvPr id="80" name="Graphic 32">
            <a:extLst>
              <a:ext uri="{FF2B5EF4-FFF2-40B4-BE49-F238E27FC236}">
                <a16:creationId xmlns:a16="http://schemas.microsoft.com/office/drawing/2014/main" id="{4FCA3EB2-425C-809C-567E-B3E2CE244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192383">
            <a:off x="7989415" y="2017845"/>
            <a:ext cx="492239" cy="261727"/>
          </a:xfrm>
          <a:prstGeom prst="rect">
            <a:avLst/>
          </a:prstGeom>
        </p:spPr>
      </p:pic>
      <p:sp>
        <p:nvSpPr>
          <p:cNvPr id="81" name="Rectangle 115">
            <a:extLst>
              <a:ext uri="{FF2B5EF4-FFF2-40B4-BE49-F238E27FC236}">
                <a16:creationId xmlns:a16="http://schemas.microsoft.com/office/drawing/2014/main" id="{E92F7378-19E6-0DE0-E917-A34B118B5125}"/>
              </a:ext>
            </a:extLst>
          </p:cNvPr>
          <p:cNvSpPr/>
          <p:nvPr/>
        </p:nvSpPr>
        <p:spPr>
          <a:xfrm>
            <a:off x="6971053" y="5074278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Salmon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82" name="Graphic 15">
            <a:extLst>
              <a:ext uri="{FF2B5EF4-FFF2-40B4-BE49-F238E27FC236}">
                <a16:creationId xmlns:a16="http://schemas.microsoft.com/office/drawing/2014/main" id="{C257D642-D807-423F-DEDE-52D37B615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97521" y="4613785"/>
            <a:ext cx="485913" cy="210719"/>
          </a:xfrm>
          <a:prstGeom prst="rect">
            <a:avLst/>
          </a:prstGeom>
        </p:spPr>
      </p:pic>
      <p:pic>
        <p:nvPicPr>
          <p:cNvPr id="83" name="Graphic 16">
            <a:extLst>
              <a:ext uri="{FF2B5EF4-FFF2-40B4-BE49-F238E27FC236}">
                <a16:creationId xmlns:a16="http://schemas.microsoft.com/office/drawing/2014/main" id="{76189B07-05C2-7C3E-DD5C-AC2312E08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117291">
            <a:off x="8040242" y="4502330"/>
            <a:ext cx="514969" cy="219373"/>
          </a:xfrm>
          <a:prstGeom prst="rect">
            <a:avLst/>
          </a:prstGeom>
        </p:spPr>
      </p:pic>
      <p:pic>
        <p:nvPicPr>
          <p:cNvPr id="84" name="Graphic 13">
            <a:extLst>
              <a:ext uri="{FF2B5EF4-FFF2-40B4-BE49-F238E27FC236}">
                <a16:creationId xmlns:a16="http://schemas.microsoft.com/office/drawing/2014/main" id="{7E27D759-6260-D871-62F0-A75A632D2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798534">
            <a:off x="6737196" y="4513215"/>
            <a:ext cx="506619" cy="177561"/>
          </a:xfrm>
          <a:prstGeom prst="rect">
            <a:avLst/>
          </a:prstGeom>
        </p:spPr>
      </p:pic>
      <p:sp>
        <p:nvSpPr>
          <p:cNvPr id="85" name="Rectangle 198">
            <a:extLst>
              <a:ext uri="{FF2B5EF4-FFF2-40B4-BE49-F238E27FC236}">
                <a16:creationId xmlns:a16="http://schemas.microsoft.com/office/drawing/2014/main" id="{9F9ED9F4-7BA3-3732-85D9-8936AF77618D}"/>
              </a:ext>
            </a:extLst>
          </p:cNvPr>
          <p:cNvSpPr/>
          <p:nvPr/>
        </p:nvSpPr>
        <p:spPr>
          <a:xfrm>
            <a:off x="7029544" y="4721219"/>
            <a:ext cx="1320739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Joana Silva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86" name="Rectangle 198">
            <a:extLst>
              <a:ext uri="{FF2B5EF4-FFF2-40B4-BE49-F238E27FC236}">
                <a16:creationId xmlns:a16="http://schemas.microsoft.com/office/drawing/2014/main" id="{09CCB556-5CC1-193E-0CDE-E810406EC741}"/>
              </a:ext>
            </a:extLst>
          </p:cNvPr>
          <p:cNvSpPr/>
          <p:nvPr/>
        </p:nvSpPr>
        <p:spPr>
          <a:xfrm rot="4228133">
            <a:off x="9147745" y="2200661"/>
            <a:ext cx="1938032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Marketing Assistant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Thu Minh Dang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87" name="Rectangle 198">
            <a:extLst>
              <a:ext uri="{FF2B5EF4-FFF2-40B4-BE49-F238E27FC236}">
                <a16:creationId xmlns:a16="http://schemas.microsoft.com/office/drawing/2014/main" id="{068C0E04-E8FA-2C21-4768-2C8F2C14E7B7}"/>
              </a:ext>
            </a:extLst>
          </p:cNvPr>
          <p:cNvSpPr/>
          <p:nvPr/>
        </p:nvSpPr>
        <p:spPr>
          <a:xfrm rot="6725836">
            <a:off x="9378619" y="4232570"/>
            <a:ext cx="1476287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Marketing M</a:t>
            </a: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anager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 Teng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88" name="Graphic 120">
            <a:extLst>
              <a:ext uri="{FF2B5EF4-FFF2-40B4-BE49-F238E27FC236}">
                <a16:creationId xmlns:a16="http://schemas.microsoft.com/office/drawing/2014/main" id="{5869DEFB-8A0F-DA92-3A1D-2365738DE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3933741">
            <a:off x="9598848" y="2434355"/>
            <a:ext cx="288000" cy="288000"/>
          </a:xfrm>
          <a:prstGeom prst="rect">
            <a:avLst/>
          </a:prstGeom>
        </p:spPr>
      </p:pic>
      <p:pic>
        <p:nvPicPr>
          <p:cNvPr id="89" name="Graphic 121">
            <a:extLst>
              <a:ext uri="{FF2B5EF4-FFF2-40B4-BE49-F238E27FC236}">
                <a16:creationId xmlns:a16="http://schemas.microsoft.com/office/drawing/2014/main" id="{26B1825E-C16A-63F8-9A75-2DD0DE020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6922271">
            <a:off x="9669972" y="4153955"/>
            <a:ext cx="288000" cy="288000"/>
          </a:xfrm>
          <a:prstGeom prst="rect">
            <a:avLst/>
          </a:prstGeom>
        </p:spPr>
      </p:pic>
      <p:sp>
        <p:nvSpPr>
          <p:cNvPr id="90" name="Rectangle 198">
            <a:extLst>
              <a:ext uri="{FF2B5EF4-FFF2-40B4-BE49-F238E27FC236}">
                <a16:creationId xmlns:a16="http://schemas.microsoft.com/office/drawing/2014/main" id="{9B6A615E-158F-1175-B1D8-81CE37015EFF}"/>
              </a:ext>
            </a:extLst>
          </p:cNvPr>
          <p:cNvSpPr/>
          <p:nvPr/>
        </p:nvSpPr>
        <p:spPr>
          <a:xfrm rot="17394383">
            <a:off x="4163788" y="2242282"/>
            <a:ext cx="1942236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Marketing M</a:t>
            </a: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anager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Valeria Triviño Alvarez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91" name="Graphic 119">
            <a:extLst>
              <a:ext uri="{FF2B5EF4-FFF2-40B4-BE49-F238E27FC236}">
                <a16:creationId xmlns:a16="http://schemas.microsoft.com/office/drawing/2014/main" id="{B835DC20-BA5E-CAC7-800E-345D0227D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 rot="17534652">
            <a:off x="5300639" y="2476692"/>
            <a:ext cx="296012" cy="296012"/>
          </a:xfrm>
          <a:prstGeom prst="rect">
            <a:avLst/>
          </a:prstGeom>
        </p:spPr>
      </p:pic>
      <p:sp>
        <p:nvSpPr>
          <p:cNvPr id="92" name="Rectangle 198">
            <a:extLst>
              <a:ext uri="{FF2B5EF4-FFF2-40B4-BE49-F238E27FC236}">
                <a16:creationId xmlns:a16="http://schemas.microsoft.com/office/drawing/2014/main" id="{2E2A23AB-24CA-F519-F212-74876FAF5F5C}"/>
              </a:ext>
            </a:extLst>
          </p:cNvPr>
          <p:cNvSpPr/>
          <p:nvPr/>
        </p:nvSpPr>
        <p:spPr>
          <a:xfrm rot="14463435">
            <a:off x="4172064" y="4167458"/>
            <a:ext cx="1942236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Marketing Responsible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Steven Leon Ulloa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98" name="Imagen 9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E80A69E-6BC1-CB26-E0A2-5EBFA533F7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67826">
            <a:off x="5323063" y="4102532"/>
            <a:ext cx="295200" cy="2952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9792334D-E5CF-D8DF-484A-ABC06956902A}"/>
              </a:ext>
            </a:extLst>
          </p:cNvPr>
          <p:cNvGrpSpPr/>
          <p:nvPr/>
        </p:nvGrpSpPr>
        <p:grpSpPr>
          <a:xfrm rot="623347">
            <a:off x="7508656" y="525767"/>
            <a:ext cx="1218760" cy="739677"/>
            <a:chOff x="7034089" y="593731"/>
            <a:chExt cx="1218760" cy="739677"/>
          </a:xfrm>
        </p:grpSpPr>
        <p:sp>
          <p:nvSpPr>
            <p:cNvPr id="106" name="Rectangle 198">
              <a:extLst>
                <a:ext uri="{FF2B5EF4-FFF2-40B4-BE49-F238E27FC236}">
                  <a16:creationId xmlns:a16="http://schemas.microsoft.com/office/drawing/2014/main" id="{9CBAA668-334D-7FD2-8D22-E90EFBBF0EA0}"/>
                </a:ext>
              </a:extLst>
            </p:cNvPr>
            <p:cNvSpPr/>
            <p:nvPr/>
          </p:nvSpPr>
          <p:spPr>
            <a:xfrm>
              <a:off x="7034089" y="593731"/>
              <a:ext cx="121876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Cathrine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Weirbach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7" name="Graphic 116">
              <a:extLst>
                <a:ext uri="{FF2B5EF4-FFF2-40B4-BE49-F238E27FC236}">
                  <a16:creationId xmlns:a16="http://schemas.microsoft.com/office/drawing/2014/main" id="{76DC7CAB-E243-B8DB-15B8-6DB7B1D78A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98151" y="1045408"/>
              <a:ext cx="288000" cy="288000"/>
            </a:xfrm>
            <a:prstGeom prst="rect">
              <a:avLst/>
            </a:prstGeom>
          </p:spPr>
        </p:pic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09D4A660-03BB-C556-A3D2-EF2D7C8D692F}"/>
              </a:ext>
            </a:extLst>
          </p:cNvPr>
          <p:cNvGrpSpPr/>
          <p:nvPr/>
        </p:nvGrpSpPr>
        <p:grpSpPr>
          <a:xfrm>
            <a:off x="5491390" y="900810"/>
            <a:ext cx="1314200" cy="645102"/>
            <a:chOff x="5686445" y="813468"/>
            <a:chExt cx="1314200" cy="645102"/>
          </a:xfrm>
        </p:grpSpPr>
        <p:sp>
          <p:nvSpPr>
            <p:cNvPr id="103" name="Rectangle 198">
              <a:extLst>
                <a:ext uri="{FF2B5EF4-FFF2-40B4-BE49-F238E27FC236}">
                  <a16:creationId xmlns:a16="http://schemas.microsoft.com/office/drawing/2014/main" id="{E291161D-7DB0-E745-5309-73AD07B1A1C6}"/>
                </a:ext>
              </a:extLst>
            </p:cNvPr>
            <p:cNvSpPr/>
            <p:nvPr/>
          </p:nvSpPr>
          <p:spPr>
            <a:xfrm rot="19870542">
              <a:off x="5686445" y="813468"/>
              <a:ext cx="131420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Assistant</a:t>
              </a:r>
              <a:b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</a:b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Christina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 err="1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Kravariti</a:t>
              </a: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 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12" name="Graphic 4">
              <a:extLst>
                <a:ext uri="{FF2B5EF4-FFF2-40B4-BE49-F238E27FC236}">
                  <a16:creationId xmlns:a16="http://schemas.microsoft.com/office/drawing/2014/main" id="{94D373A4-8DF6-4C84-F221-F68A6685D0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9795118">
              <a:off x="6383366" y="1164103"/>
              <a:ext cx="294467" cy="294467"/>
            </a:xfrm>
            <a:prstGeom prst="rect">
              <a:avLst/>
            </a:prstGeom>
          </p:spPr>
        </p:pic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4BE6923F-A868-B23F-C5E3-EB0C3B047A85}"/>
              </a:ext>
            </a:extLst>
          </p:cNvPr>
          <p:cNvGrpSpPr/>
          <p:nvPr/>
        </p:nvGrpSpPr>
        <p:grpSpPr>
          <a:xfrm rot="393855">
            <a:off x="8320422" y="888190"/>
            <a:ext cx="1512729" cy="635565"/>
            <a:chOff x="8322569" y="888313"/>
            <a:chExt cx="1512729" cy="635565"/>
          </a:xfrm>
        </p:grpSpPr>
        <p:sp>
          <p:nvSpPr>
            <p:cNvPr id="101" name="Rectangle 198">
              <a:extLst>
                <a:ext uri="{FF2B5EF4-FFF2-40B4-BE49-F238E27FC236}">
                  <a16:creationId xmlns:a16="http://schemas.microsoft.com/office/drawing/2014/main" id="{43DE2983-635A-4892-E3C2-AAE8C9768E6D}"/>
                </a:ext>
              </a:extLst>
            </p:cNvPr>
            <p:cNvSpPr/>
            <p:nvPr/>
          </p:nvSpPr>
          <p:spPr>
            <a:xfrm rot="1608858">
              <a:off x="8322569" y="888313"/>
              <a:ext cx="1512729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Iris </a:t>
              </a:r>
              <a:b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</a:b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Hernandez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13" name="Picture 2" descr="Image result for flag icon spain">
              <a:extLst>
                <a:ext uri="{FF2B5EF4-FFF2-40B4-BE49-F238E27FC236}">
                  <a16:creationId xmlns:a16="http://schemas.microsoft.com/office/drawing/2014/main" id="{B3DED68D-9FA7-FF0C-8B75-AC8FDABD68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70381">
              <a:off x="8739348" y="1338512"/>
              <a:ext cx="277302" cy="1853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9" name="Rectangle 198">
            <a:extLst>
              <a:ext uri="{FF2B5EF4-FFF2-40B4-BE49-F238E27FC236}">
                <a16:creationId xmlns:a16="http://schemas.microsoft.com/office/drawing/2014/main" id="{1FB1861A-9619-48F8-5EB0-8C0B76043E9A}"/>
              </a:ext>
            </a:extLst>
          </p:cNvPr>
          <p:cNvSpPr/>
          <p:nvPr/>
        </p:nvSpPr>
        <p:spPr>
          <a:xfrm rot="21145354">
            <a:off x="6457584" y="484595"/>
            <a:ext cx="1314200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Manager</a:t>
            </a:r>
            <a:b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</a:br>
            <a:r>
              <a:rPr lang="en-US" sz="800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Kseniya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Akkaya</a:t>
            </a:r>
          </a:p>
        </p:txBody>
      </p:sp>
      <p:pic>
        <p:nvPicPr>
          <p:cNvPr id="124" name="Imagen 123" descr="Icono&#10;&#10;El contenido generado por IA puede ser incorrecto.">
            <a:extLst>
              <a:ext uri="{FF2B5EF4-FFF2-40B4-BE49-F238E27FC236}">
                <a16:creationId xmlns:a16="http://schemas.microsoft.com/office/drawing/2014/main" id="{D1B6E219-DA4C-3131-B1B4-20C9E0D9701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12140">
            <a:off x="7035373" y="952851"/>
            <a:ext cx="295200" cy="295200"/>
          </a:xfrm>
          <a:prstGeom prst="rect">
            <a:avLst/>
          </a:prstGeom>
        </p:spPr>
      </p:pic>
      <p:grpSp>
        <p:nvGrpSpPr>
          <p:cNvPr id="1028" name="Grupo 1027">
            <a:extLst>
              <a:ext uri="{FF2B5EF4-FFF2-40B4-BE49-F238E27FC236}">
                <a16:creationId xmlns:a16="http://schemas.microsoft.com/office/drawing/2014/main" id="{016C29E6-F0CF-7CE0-F0AF-6E086346EEA2}"/>
              </a:ext>
            </a:extLst>
          </p:cNvPr>
          <p:cNvGrpSpPr/>
          <p:nvPr/>
        </p:nvGrpSpPr>
        <p:grpSpPr>
          <a:xfrm rot="21373959">
            <a:off x="8400027" y="5274930"/>
            <a:ext cx="1314200" cy="629538"/>
            <a:chOff x="8400027" y="5274930"/>
            <a:chExt cx="1314200" cy="629538"/>
          </a:xfrm>
        </p:grpSpPr>
        <p:sp>
          <p:nvSpPr>
            <p:cNvPr id="126" name="Rectangle 198">
              <a:extLst>
                <a:ext uri="{FF2B5EF4-FFF2-40B4-BE49-F238E27FC236}">
                  <a16:creationId xmlns:a16="http://schemas.microsoft.com/office/drawing/2014/main" id="{BC2978D7-99F9-9DEB-AEBD-A26AD691D6FF}"/>
                </a:ext>
              </a:extLst>
            </p:cNvPr>
            <p:cNvSpPr/>
            <p:nvPr/>
          </p:nvSpPr>
          <p:spPr>
            <a:xfrm rot="19800000">
              <a:off x="8400027" y="5478502"/>
              <a:ext cx="131420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Manager</a:t>
              </a:r>
              <a:endPara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Victoria</a:t>
              </a: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Valdenegro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24" name="Graphic 58">
              <a:extLst>
                <a:ext uri="{FF2B5EF4-FFF2-40B4-BE49-F238E27FC236}">
                  <a16:creationId xmlns:a16="http://schemas.microsoft.com/office/drawing/2014/main" id="{53A089E7-2E37-70FF-AABE-5642D1DA9A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rot="19891089">
              <a:off x="8722060" y="5274930"/>
              <a:ext cx="288000" cy="291017"/>
            </a:xfrm>
            <a:prstGeom prst="rect">
              <a:avLst/>
            </a:prstGeom>
          </p:spPr>
        </p:pic>
      </p:grpSp>
      <p:grpSp>
        <p:nvGrpSpPr>
          <p:cNvPr id="1029" name="Grupo 1028">
            <a:extLst>
              <a:ext uri="{FF2B5EF4-FFF2-40B4-BE49-F238E27FC236}">
                <a16:creationId xmlns:a16="http://schemas.microsoft.com/office/drawing/2014/main" id="{83AFF558-F541-BF86-2180-3C1EC9EF41DF}"/>
              </a:ext>
            </a:extLst>
          </p:cNvPr>
          <p:cNvGrpSpPr/>
          <p:nvPr/>
        </p:nvGrpSpPr>
        <p:grpSpPr>
          <a:xfrm rot="20931792">
            <a:off x="7586642" y="5576794"/>
            <a:ext cx="1038902" cy="717552"/>
            <a:chOff x="7136530" y="5576024"/>
            <a:chExt cx="1038902" cy="717552"/>
          </a:xfrm>
        </p:grpSpPr>
        <p:sp>
          <p:nvSpPr>
            <p:cNvPr id="127" name="Rectangle 198">
              <a:extLst>
                <a:ext uri="{FF2B5EF4-FFF2-40B4-BE49-F238E27FC236}">
                  <a16:creationId xmlns:a16="http://schemas.microsoft.com/office/drawing/2014/main" id="{990EED1F-A196-BC00-CACA-6BC6DB66A3B1}"/>
                </a:ext>
              </a:extLst>
            </p:cNvPr>
            <p:cNvSpPr/>
            <p:nvPr/>
          </p:nvSpPr>
          <p:spPr>
            <a:xfrm>
              <a:off x="7136530" y="5867610"/>
              <a:ext cx="1038902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Manager</a:t>
              </a:r>
              <a:endPara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  <a:p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kern="0" spc="50">
                  <a:solidFill>
                    <a:srgbClr val="1F3E77"/>
                  </a:solidFill>
                  <a:latin typeface="Arial"/>
                  <a:ea typeface="DengXian"/>
                  <a:cs typeface="Arial"/>
                </a:rPr>
                <a:t>Claudio </a:t>
              </a:r>
              <a:endParaRPr lang="en-US" sz="800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endParaRPr>
            </a:p>
            <a:p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kern="0" spc="50">
                  <a:solidFill>
                    <a:srgbClr val="1F3E77"/>
                  </a:solidFill>
                  <a:latin typeface="Arial"/>
                  <a:ea typeface="DengXian"/>
                  <a:cs typeface="Arial"/>
                </a:rPr>
                <a:t>Muñoz</a:t>
              </a:r>
              <a:endParaRPr lang="en-US" sz="800" b="0" i="0" u="none" strike="noStrike" kern="0" cap="none" spc="50" normalizeH="0" baseline="0" noProof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25" name="Graphic 103">
              <a:extLst>
                <a:ext uri="{FF2B5EF4-FFF2-40B4-BE49-F238E27FC236}">
                  <a16:creationId xmlns:a16="http://schemas.microsoft.com/office/drawing/2014/main" id="{D802B231-4127-CDA8-BD3E-699640B0E6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484072" y="5576024"/>
              <a:ext cx="288000" cy="291278"/>
            </a:xfrm>
            <a:prstGeom prst="rect">
              <a:avLst/>
            </a:prstGeom>
          </p:spPr>
        </p:pic>
      </p:grpSp>
      <p:grpSp>
        <p:nvGrpSpPr>
          <p:cNvPr id="1030" name="Grupo 1029">
            <a:extLst>
              <a:ext uri="{FF2B5EF4-FFF2-40B4-BE49-F238E27FC236}">
                <a16:creationId xmlns:a16="http://schemas.microsoft.com/office/drawing/2014/main" id="{13BAFE7E-E430-DD36-12AD-FE8F7C81212A}"/>
              </a:ext>
            </a:extLst>
          </p:cNvPr>
          <p:cNvGrpSpPr/>
          <p:nvPr/>
        </p:nvGrpSpPr>
        <p:grpSpPr>
          <a:xfrm rot="455853">
            <a:off x="5675847" y="5209641"/>
            <a:ext cx="1038902" cy="673449"/>
            <a:chOff x="5703230" y="5236311"/>
            <a:chExt cx="1038902" cy="673449"/>
          </a:xfrm>
        </p:grpSpPr>
        <p:sp>
          <p:nvSpPr>
            <p:cNvPr id="125" name="Rectangle 198">
              <a:extLst>
                <a:ext uri="{FF2B5EF4-FFF2-40B4-BE49-F238E27FC236}">
                  <a16:creationId xmlns:a16="http://schemas.microsoft.com/office/drawing/2014/main" id="{6D9D22F0-5D69-7A85-C7C1-298ED3B81B80}"/>
                </a:ext>
              </a:extLst>
            </p:cNvPr>
            <p:cNvSpPr/>
            <p:nvPr/>
          </p:nvSpPr>
          <p:spPr>
            <a:xfrm rot="1610878">
              <a:off x="5703230" y="5483794"/>
              <a:ext cx="1038902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Thomas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Hansen</a:t>
              </a:r>
            </a:p>
          </p:txBody>
        </p:sp>
        <p:pic>
          <p:nvPicPr>
            <p:cNvPr id="1027" name="Graphic 104">
              <a:extLst>
                <a:ext uri="{FF2B5EF4-FFF2-40B4-BE49-F238E27FC236}">
                  <a16:creationId xmlns:a16="http://schemas.microsoft.com/office/drawing/2014/main" id="{CF6B03D9-14BF-B754-C670-FBAFDC6E6D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rot="1616619">
              <a:off x="6231114" y="5236311"/>
              <a:ext cx="288000" cy="290805"/>
            </a:xfrm>
            <a:prstGeom prst="rect">
              <a:avLst/>
            </a:prstGeom>
          </p:spPr>
        </p:pic>
      </p:grpSp>
      <p:sp>
        <p:nvSpPr>
          <p:cNvPr id="1031" name="Rectangle 198">
            <a:extLst>
              <a:ext uri="{FF2B5EF4-FFF2-40B4-BE49-F238E27FC236}">
                <a16:creationId xmlns:a16="http://schemas.microsoft.com/office/drawing/2014/main" id="{9CC1491A-BE6F-B33A-274D-15C21F550B00}"/>
              </a:ext>
            </a:extLst>
          </p:cNvPr>
          <p:cNvSpPr/>
          <p:nvPr/>
        </p:nvSpPr>
        <p:spPr>
          <a:xfrm rot="884275">
            <a:off x="6595233" y="5816406"/>
            <a:ext cx="1038902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Responsible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pc="50">
                <a:solidFill>
                  <a:srgbClr val="1F3E77"/>
                </a:solidFill>
                <a:latin typeface="Arial"/>
                <a:ea typeface="DengXian"/>
                <a:cs typeface="Arial"/>
              </a:rPr>
              <a:t>Andrew</a:t>
            </a:r>
            <a:endParaRPr lang="en-US" sz="800" spc="50">
              <a:solidFill>
                <a:srgbClr val="1F3E77"/>
              </a:solidFill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50">
                <a:solidFill>
                  <a:srgbClr val="1F3E77"/>
                </a:solidFill>
                <a:latin typeface="Arial"/>
                <a:ea typeface="DengXian"/>
                <a:cs typeface="Arial"/>
              </a:rPr>
              <a:t>Richardson</a:t>
            </a:r>
            <a:endParaRPr lang="en-US" sz="800" b="0" i="0" u="none" strike="noStrike" kern="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1033" name="Imagen 1032" descr="Logotipo&#10;&#10;El contenido generado por IA puede ser incorrecto.">
            <a:extLst>
              <a:ext uri="{FF2B5EF4-FFF2-40B4-BE49-F238E27FC236}">
                <a16:creationId xmlns:a16="http://schemas.microsoft.com/office/drawing/2014/main" id="{FD5D56F7-A00B-DD95-90E4-85ECF8C66F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74307">
            <a:off x="7040968" y="5573846"/>
            <a:ext cx="295200" cy="2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0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FB507-8DD3-80ED-2E56-169CB197E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18000" tIns="90000" rIns="91440" bIns="36000" rtlCol="0" anchor="t">
            <a:normAutofit/>
          </a:bodyPr>
          <a:lstStyle/>
          <a:p>
            <a:r>
              <a:rPr lang="da-DK">
                <a:cs typeface="Arial"/>
              </a:rPr>
              <a:t>2026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FF2187-7FE9-9E68-0294-50E2ECFF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Global Marketing Plan 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91716D-04A9-9C9A-A829-24289D6AE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0D65EE-7C0F-A8AA-626C-AA8A7BFC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484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C7116A9-9A11-4195-817B-C58BFB2A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0F01A0E-D079-6F2C-82AE-5ECDF8A57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>
                <a:cs typeface="Arial"/>
              </a:rPr>
              <a:t>Group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9B5E2-A57E-4551-AADD-3C171291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Global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A7243F-8728-E497-AFF9-2C75A223F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06071"/>
              </p:ext>
            </p:extLst>
          </p:nvPr>
        </p:nvGraphicFramePr>
        <p:xfrm>
          <a:off x="298515" y="1076228"/>
          <a:ext cx="11583180" cy="5256096"/>
        </p:xfrm>
        <a:graphic>
          <a:graphicData uri="http://schemas.openxmlformats.org/drawingml/2006/table">
            <a:tbl>
              <a:tblPr/>
              <a:tblGrid>
                <a:gridCol w="1300187">
                  <a:extLst>
                    <a:ext uri="{9D8B030D-6E8A-4147-A177-3AD203B41FA5}">
                      <a16:colId xmlns:a16="http://schemas.microsoft.com/office/drawing/2014/main" val="70487688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328239146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273078585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2861554578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934408468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847207132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154409384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900072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998007058"/>
                    </a:ext>
                  </a:extLst>
                </a:gridCol>
                <a:gridCol w="83029">
                  <a:extLst>
                    <a:ext uri="{9D8B030D-6E8A-4147-A177-3AD203B41FA5}">
                      <a16:colId xmlns:a16="http://schemas.microsoft.com/office/drawing/2014/main" val="2985976672"/>
                    </a:ext>
                  </a:extLst>
                </a:gridCol>
                <a:gridCol w="31597">
                  <a:extLst>
                    <a:ext uri="{9D8B030D-6E8A-4147-A177-3AD203B41FA5}">
                      <a16:colId xmlns:a16="http://schemas.microsoft.com/office/drawing/2014/main" val="1824106546"/>
                    </a:ext>
                  </a:extLst>
                </a:gridCol>
                <a:gridCol w="869527">
                  <a:extLst>
                    <a:ext uri="{9D8B030D-6E8A-4147-A177-3AD203B41FA5}">
                      <a16:colId xmlns:a16="http://schemas.microsoft.com/office/drawing/2014/main" val="725424946"/>
                    </a:ext>
                  </a:extLst>
                </a:gridCol>
                <a:gridCol w="37794">
                  <a:extLst>
                    <a:ext uri="{9D8B030D-6E8A-4147-A177-3AD203B41FA5}">
                      <a16:colId xmlns:a16="http://schemas.microsoft.com/office/drawing/2014/main" val="524227394"/>
                    </a:ext>
                  </a:extLst>
                </a:gridCol>
                <a:gridCol w="31597">
                  <a:extLst>
                    <a:ext uri="{9D8B030D-6E8A-4147-A177-3AD203B41FA5}">
                      <a16:colId xmlns:a16="http://schemas.microsoft.com/office/drawing/2014/main" val="2462934964"/>
                    </a:ext>
                  </a:extLst>
                </a:gridCol>
                <a:gridCol w="911703">
                  <a:extLst>
                    <a:ext uri="{9D8B030D-6E8A-4147-A177-3AD203B41FA5}">
                      <a16:colId xmlns:a16="http://schemas.microsoft.com/office/drawing/2014/main" val="1520276194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22100132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048772800"/>
                    </a:ext>
                  </a:extLst>
                </a:gridCol>
              </a:tblGrid>
              <a:tr h="325456"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January</a:t>
                      </a: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February</a:t>
                      </a: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March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April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May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June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July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August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September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October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November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December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244866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Events &amp; </a:t>
                      </a:r>
                      <a:r>
                        <a:rPr lang="da-DK" sz="800" b="1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Sponsorship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42626"/>
                  </a:ext>
                </a:extLst>
              </a:tr>
              <a:tr h="377529">
                <a:tc>
                  <a:txBody>
                    <a:bodyPr/>
                    <a:lstStyle/>
                    <a:p>
                      <a:pPr algn="l" fontAlgn="ctr"/>
                      <a:endParaRPr lang="da-DK" sz="800" b="0" i="0" u="none" strike="noStrike">
                        <a:solidFill>
                          <a:srgbClr val="1F3E7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53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Arial"/>
                        </a:rPr>
                        <a:t>NASF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Blue Food Innovation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Summit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/>
                        </a:rPr>
                        <a:t>Barcelona Show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TARS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Arial"/>
                        </a:rPr>
                        <a:t>GSF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511328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Digital Marketing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46965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Biomar.com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Gated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Content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United Customer Journey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noProof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34307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Customer Portal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Forecast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Data Exchange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265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Feeding</a:t>
                      </a:r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Tool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Feeding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Tool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3253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Discover</a:t>
                      </a:r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Seafood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Discover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Seafood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685517"/>
                  </a:ext>
                </a:extLst>
              </a:tr>
              <a:tr h="273384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Marketing Automation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WhatsApp Channel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Newsletter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Market Roll-out Newsletter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Market Roll-out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Newsletter 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The Pond 3.0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213540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1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Campaigns</a:t>
                      </a:r>
                      <a:r>
                        <a:rPr lang="da-DK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da-DK" sz="800" b="1" i="0" u="none" strike="noStrike" dirty="0" err="1">
                        <a:solidFill>
                          <a:srgbClr val="1F3E77"/>
                        </a:solidFill>
                        <a:effectLst/>
                        <a:latin typeface="Calibri"/>
                      </a:endParaRP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87815"/>
                  </a:ext>
                </a:extLst>
              </a:tr>
              <a:tr h="37752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Vision 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Manufactoring Excellence Award</a:t>
                      </a:r>
                      <a:endParaRPr lang="en-US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563585"/>
                  </a:ext>
                </a:extLst>
              </a:tr>
              <a:tr h="7290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Brand Image 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Health videos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Health videos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Swoosh</a:t>
                      </a:r>
                      <a:endParaRPr lang="da-DK" sz="70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BFBFBF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rgbClr val="FFFFFF"/>
                          </a:solidFill>
                          <a:effectLst/>
                          <a:highlight>
                            <a:srgbClr val="0070C0"/>
                          </a:highlight>
                          <a:latin typeface="Arial"/>
                          <a:cs typeface="Arial"/>
                        </a:rPr>
                        <a:t>BFBFBF</a:t>
                      </a:r>
                      <a:endParaRPr lang="en-US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600" b="0" i="0" u="none" strike="noStrike" baseline="0" noProof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6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502836"/>
                  </a:ext>
                </a:extLst>
              </a:tr>
              <a:tr h="27338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Commercial 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SmartCare</a:t>
                      </a:r>
                      <a:endParaRPr lang="en-US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SmartCare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Grower Campaign</a:t>
                      </a:r>
                      <a:endParaRPr lang="en-US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a-DK" sz="700" b="0" i="0" u="none" strike="noStrike" noProof="0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700" b="0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>
                          <a:solidFill>
                            <a:schemeClr val="bg1"/>
                          </a:solidFill>
                          <a:latin typeface="Arial"/>
                        </a:rPr>
                        <a:t>Formulation</a:t>
                      </a:r>
                      <a:r>
                        <a:rPr lang="da-DK" sz="700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r>
                        <a:rPr lang="da-DK" sz="700">
                          <a:solidFill>
                            <a:schemeClr val="bg1"/>
                          </a:solidFill>
                          <a:latin typeface="Arial"/>
                        </a:rPr>
                        <a:t>Concept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Formulation Concept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21717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Social Media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682192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Vision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err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Launch + CA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CA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CR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EP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da-DK" sz="700" b="0" i="0" u="none" strike="noStrike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004362"/>
                  </a:ext>
                </a:extLst>
              </a:tr>
              <a:tr h="65126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Brand Image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BioFarm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Round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BioFarm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Round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buClr>
                          <a:srgbClr val="575756"/>
                        </a:buClr>
                        <a:buNone/>
                      </a:pPr>
                      <a:endParaRPr lang="da-DK" sz="700" b="0" i="0" u="none" strike="noStrike" noProof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ISFNF (Driven by Innovation)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Community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Behind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the Feed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Behind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the Feed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Sustainable Nutrition </a:t>
                      </a: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da-DK" sz="700" b="0" i="0" u="none" strike="noStrike" noProof="0" dirty="0">
                        <a:solidFill>
                          <a:srgbClr val="575756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Sustainable Nutrition </a:t>
                      </a: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da-DK" sz="700" b="0" i="0" u="none" strike="noStrike" noProof="0" dirty="0">
                        <a:solidFill>
                          <a:srgbClr val="575756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772940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Commercial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International Women Day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endParaRPr lang="da-DK" sz="700" b="0" i="0" u="none" strike="noStrike" baseline="0" noProof="0" dirty="0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International Day of the Child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36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841167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