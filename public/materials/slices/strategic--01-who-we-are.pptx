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56" r:id="rId5"/>
    <p:sldId id="2147471927" r:id="rId6"/>
    <p:sldId id="214747193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C3C0CD7C-0951-D4F9-AF83-69ECCA028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E3AE518-2B9B-408B-9C56-A5749647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anchor="b">
            <a:normAutofit/>
          </a:bodyPr>
          <a:lstStyle/>
          <a:p>
            <a:r>
              <a:rPr lang="es-ES" sz="4100" err="1"/>
              <a:t>Design</a:t>
            </a:r>
            <a:r>
              <a:rPr lang="es-ES" sz="4100"/>
              <a:t> Hub: </a:t>
            </a:r>
            <a:r>
              <a:rPr lang="en-US" sz="4100"/>
              <a:t>Who We Are, How We Work &amp; How We Support the Business</a:t>
            </a:r>
            <a:endParaRPr lang="en-GB" sz="4100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76EEC49A-A807-232E-ADB9-17F85203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40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96823D9-E1F0-2B87-47F5-7154B7B92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F853834-C81A-BA46-FBA8-0503B1D7A74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</a:rPr>
              <a:t>A Centralized Creative &amp; Brand Support Function</a:t>
            </a:r>
          </a:p>
          <a:p>
            <a:r>
              <a:rPr lang="en-US"/>
              <a:t>Supports both global and local communication needs</a:t>
            </a:r>
          </a:p>
          <a:p>
            <a:r>
              <a:rPr lang="en-US"/>
              <a:t>Ensures brand consistency across markets and channels</a:t>
            </a:r>
          </a:p>
          <a:p>
            <a:r>
              <a:rPr lang="en-US"/>
              <a:t>Provides strategic and operational design support</a:t>
            </a:r>
          </a:p>
          <a:p>
            <a:r>
              <a:rPr lang="en-US"/>
              <a:t>Cross-functional collaboration with marketing, sustainability, corporate, product and technical teams, as well as external partners</a:t>
            </a:r>
          </a:p>
          <a:p>
            <a:r>
              <a:rPr lang="en-US"/>
              <a:t>Combines creative execution, brand governance and technical technology-based knowledge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E7A77D-9E3C-271D-DF3E-910E54F83F4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981F80C-B6D5-B035-CF1B-0925E1E85ABF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544A888-3159-2195-490A-0B7EF304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What</a:t>
            </a:r>
            <a:r>
              <a:rPr lang="es-ES"/>
              <a:t> </a:t>
            </a:r>
            <a:r>
              <a:rPr lang="es-ES" err="1"/>
              <a:t>is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Design</a:t>
            </a:r>
            <a:r>
              <a:rPr lang="es-ES"/>
              <a:t> Hub?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61DB4B71-9849-3309-5BB0-4F4A8F43A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848530"/>
              </p:ext>
            </p:extLst>
          </p:nvPr>
        </p:nvGraphicFramePr>
        <p:xfrm>
          <a:off x="453200" y="1101886"/>
          <a:ext cx="5236006" cy="465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069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2E6567F-91A0-8FA3-6DAF-AA364A6FF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7892" y="3453738"/>
            <a:ext cx="5592000" cy="29722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000"/>
              <a:t>2 Years at </a:t>
            </a:r>
            <a:r>
              <a:rPr lang="es-ES" sz="2000" err="1"/>
              <a:t>BioMar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Video &amp; digital Design (</a:t>
            </a:r>
            <a:r>
              <a:rPr lang="es-ES" sz="2000" err="1"/>
              <a:t>External</a:t>
            </a:r>
            <a:r>
              <a:rPr lang="es-ES" sz="2000"/>
              <a:t> and </a:t>
            </a:r>
            <a:r>
              <a:rPr lang="es-ES" sz="2000" err="1"/>
              <a:t>Internal</a:t>
            </a:r>
            <a:r>
              <a:rPr lang="es-ES" sz="2000"/>
              <a:t>)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Supporting</a:t>
            </a:r>
            <a:r>
              <a:rPr lang="es-ES" sz="2000"/>
              <a:t> </a:t>
            </a:r>
            <a:r>
              <a:rPr lang="es-ES" sz="2000" err="1"/>
              <a:t>storytelling</a:t>
            </a:r>
            <a:r>
              <a:rPr lang="es-ES" sz="2000"/>
              <a:t> and concept </a:t>
            </a:r>
            <a:r>
              <a:rPr lang="es-ES" sz="2000" err="1"/>
              <a:t>creation</a:t>
            </a:r>
            <a:r>
              <a:rPr lang="es-ES" sz="2000"/>
              <a:t> </a:t>
            </a:r>
            <a:r>
              <a:rPr lang="es-ES" sz="2000" err="1"/>
              <a:t>Across</a:t>
            </a:r>
            <a:r>
              <a:rPr lang="es-ES" sz="2000"/>
              <a:t> </a:t>
            </a:r>
            <a:r>
              <a:rPr lang="es-ES" sz="2000" err="1"/>
              <a:t>Markets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Working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Campaigns</a:t>
            </a:r>
            <a:r>
              <a:rPr lang="es-ES" sz="2000"/>
              <a:t> &amp; </a:t>
            </a:r>
            <a:r>
              <a:rPr lang="es-ES" sz="2000" err="1"/>
              <a:t>Corporate</a:t>
            </a:r>
            <a:r>
              <a:rPr lang="es-ES" sz="2000"/>
              <a:t> </a:t>
            </a:r>
            <a:r>
              <a:rPr lang="es-ES" sz="2000" err="1"/>
              <a:t>Communication</a:t>
            </a:r>
            <a:endParaRPr lang="es-ES" sz="20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2FC9F8-E443-8641-9AA7-1B8DF0FB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2D1997D0-F40E-F383-6D03-365401CD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Who </a:t>
            </a:r>
            <a:r>
              <a:rPr lang="es-ES" err="1"/>
              <a:t>we</a:t>
            </a:r>
            <a:r>
              <a:rPr lang="es-ES"/>
              <a:t> are</a:t>
            </a:r>
          </a:p>
        </p:txBody>
      </p:sp>
      <p:pic>
        <p:nvPicPr>
          <p:cNvPr id="2" name="Imagen 1" descr="Profile image">
            <a:extLst>
              <a:ext uri="{FF2B5EF4-FFF2-40B4-BE49-F238E27FC236}">
                <a16:creationId xmlns:a16="http://schemas.microsoft.com/office/drawing/2014/main" id="{78607702-04F8-FA1E-0164-4F5CC4338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78" y="1618478"/>
            <a:ext cx="1620614" cy="1620614"/>
          </a:xfrm>
          <a:prstGeom prst="ellipse">
            <a:avLst/>
          </a:prstGeom>
        </p:spPr>
      </p:pic>
      <p:sp>
        <p:nvSpPr>
          <p:cNvPr id="4" name="Marcador de contenido 7">
            <a:extLst>
              <a:ext uri="{FF2B5EF4-FFF2-40B4-BE49-F238E27FC236}">
                <a16:creationId xmlns:a16="http://schemas.microsoft.com/office/drawing/2014/main" id="{9D755087-990D-2169-8C97-176D182CBE67}"/>
              </a:ext>
            </a:extLst>
          </p:cNvPr>
          <p:cNvSpPr txBox="1">
            <a:spLocks/>
          </p:cNvSpPr>
          <p:nvPr/>
        </p:nvSpPr>
        <p:spPr>
          <a:xfrm>
            <a:off x="2520549" y="1440000"/>
            <a:ext cx="3575451" cy="1799092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S" sz="3200" b="1"/>
              <a:t>Isidora Silva Ch.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err="1">
                <a:solidFill>
                  <a:schemeClr val="bg2"/>
                </a:solidFill>
              </a:rPr>
              <a:t>Graphic</a:t>
            </a:r>
            <a:r>
              <a:rPr lang="es-ES" sz="2000">
                <a:solidFill>
                  <a:schemeClr val="bg2"/>
                </a:solidFill>
              </a:rPr>
              <a:t> </a:t>
            </a:r>
            <a:r>
              <a:rPr lang="es-ES" sz="2000" err="1">
                <a:solidFill>
                  <a:schemeClr val="bg2"/>
                </a:solidFill>
              </a:rPr>
              <a:t>Designer</a:t>
            </a:r>
            <a:endParaRPr lang="es-ES" sz="2000">
              <a:solidFill>
                <a:schemeClr val="bg2"/>
              </a:solidFill>
            </a:endParaRPr>
          </a:p>
        </p:txBody>
      </p:sp>
      <p:sp>
        <p:nvSpPr>
          <p:cNvPr id="6" name="Marcador de contenido 7">
            <a:extLst>
              <a:ext uri="{FF2B5EF4-FFF2-40B4-BE49-F238E27FC236}">
                <a16:creationId xmlns:a16="http://schemas.microsoft.com/office/drawing/2014/main" id="{AC4751E1-C454-40F0-7D3D-BFD5F7CD15AB}"/>
              </a:ext>
            </a:extLst>
          </p:cNvPr>
          <p:cNvSpPr txBox="1">
            <a:spLocks/>
          </p:cNvSpPr>
          <p:nvPr/>
        </p:nvSpPr>
        <p:spPr>
          <a:xfrm>
            <a:off x="8264505" y="1440000"/>
            <a:ext cx="3723279" cy="1799092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S" sz="3200" b="1"/>
              <a:t>Andres Bernadou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>
                <a:solidFill>
                  <a:schemeClr val="bg2"/>
                </a:solidFill>
              </a:rPr>
              <a:t>Multimedia </a:t>
            </a:r>
            <a:r>
              <a:rPr lang="es-ES" sz="2000" err="1">
                <a:solidFill>
                  <a:schemeClr val="bg2"/>
                </a:solidFill>
              </a:rPr>
              <a:t>Designer</a:t>
            </a:r>
            <a:endParaRPr lang="es-ES" sz="2000">
              <a:solidFill>
                <a:schemeClr val="bg2"/>
              </a:solidFill>
            </a:endParaRPr>
          </a:p>
        </p:txBody>
      </p:sp>
      <p:sp>
        <p:nvSpPr>
          <p:cNvPr id="10" name="Marcador de contenido 7">
            <a:extLst>
              <a:ext uri="{FF2B5EF4-FFF2-40B4-BE49-F238E27FC236}">
                <a16:creationId xmlns:a16="http://schemas.microsoft.com/office/drawing/2014/main" id="{F89C0B20-EE84-9F0B-A16C-15681FC4F88B}"/>
              </a:ext>
            </a:extLst>
          </p:cNvPr>
          <p:cNvSpPr txBox="1">
            <a:spLocks/>
          </p:cNvSpPr>
          <p:nvPr/>
        </p:nvSpPr>
        <p:spPr>
          <a:xfrm>
            <a:off x="656400" y="3581400"/>
            <a:ext cx="5592000" cy="2972262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s-ES" sz="2000"/>
              <a:t>3 Years at </a:t>
            </a:r>
            <a:r>
              <a:rPr lang="es-ES" sz="2000" err="1"/>
              <a:t>BioMar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Graphic</a:t>
            </a:r>
            <a:r>
              <a:rPr lang="es-ES" sz="2000"/>
              <a:t> &amp; </a:t>
            </a:r>
            <a:r>
              <a:rPr lang="es-ES" sz="2000" err="1"/>
              <a:t>Print</a:t>
            </a:r>
            <a:r>
              <a:rPr lang="es-ES" sz="2000"/>
              <a:t> Design (</a:t>
            </a:r>
            <a:r>
              <a:rPr lang="es-ES" sz="2000" err="1"/>
              <a:t>External</a:t>
            </a:r>
            <a:r>
              <a:rPr lang="es-ES" sz="2000"/>
              <a:t> and </a:t>
            </a:r>
            <a:r>
              <a:rPr lang="es-ES" sz="2000" err="1"/>
              <a:t>Internal</a:t>
            </a:r>
            <a:r>
              <a:rPr lang="es-ES" sz="2000"/>
              <a:t>)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Supporting</a:t>
            </a:r>
            <a:r>
              <a:rPr lang="es-ES" sz="2000"/>
              <a:t> Brand </a:t>
            </a:r>
            <a:r>
              <a:rPr lang="es-ES" sz="2000" err="1"/>
              <a:t>Consistency</a:t>
            </a:r>
            <a:r>
              <a:rPr lang="es-ES" sz="2000"/>
              <a:t> </a:t>
            </a:r>
            <a:r>
              <a:rPr lang="es-ES" sz="2000" err="1"/>
              <a:t>Across</a:t>
            </a:r>
            <a:r>
              <a:rPr lang="es-ES" sz="2000"/>
              <a:t> </a:t>
            </a:r>
            <a:r>
              <a:rPr lang="es-ES" sz="2000" err="1"/>
              <a:t>Markets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Working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Campaigns</a:t>
            </a:r>
            <a:r>
              <a:rPr lang="es-ES" sz="2000"/>
              <a:t> &amp; </a:t>
            </a:r>
            <a:r>
              <a:rPr lang="es-ES" sz="2000" err="1"/>
              <a:t>Corporate</a:t>
            </a:r>
            <a:r>
              <a:rPr lang="es-ES" sz="2000"/>
              <a:t> </a:t>
            </a:r>
            <a:r>
              <a:rPr lang="es-ES" sz="2000" err="1"/>
              <a:t>Communication</a:t>
            </a:r>
            <a:endParaRPr lang="es-ES" sz="2000"/>
          </a:p>
        </p:txBody>
      </p:sp>
      <p:pic>
        <p:nvPicPr>
          <p:cNvPr id="15" name="Imagen 1">
            <a:extLst>
              <a:ext uri="{FF2B5EF4-FFF2-40B4-BE49-F238E27FC236}">
                <a16:creationId xmlns:a16="http://schemas.microsoft.com/office/drawing/2014/main" id="{C8238E99-A4C0-5651-63FB-433796BDC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" t="843" r="22053" b="43846"/>
          <a:stretch>
            <a:fillRect/>
          </a:stretch>
        </p:blipFill>
        <p:spPr>
          <a:xfrm>
            <a:off x="6497892" y="1679014"/>
            <a:ext cx="1547462" cy="154746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857575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