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2"/>
  </p:notesMasterIdLst>
  <p:sldIdLst>
    <p:sldId id="391" r:id="rId29"/>
    <p:sldId id="403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2929"/>
    <a:srgbClr val="F6F6F5"/>
    <a:srgbClr val="9D9D9C"/>
    <a:srgbClr val="1F3E77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8" autoAdjust="0"/>
    <p:restoredTop sz="93931" autoAdjust="0"/>
  </p:normalViewPr>
  <p:slideViewPr>
    <p:cSldViewPr snapToGrid="0">
      <p:cViewPr varScale="1">
        <p:scale>
          <a:sx n="67" d="100"/>
          <a:sy n="67" d="100"/>
        </p:scale>
        <p:origin x="72" y="14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36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idora Silva Chiros" userId="0c986419-ce68-48bd-b705-f5a03ec14101" providerId="ADAL" clId="{BCD2818F-01C6-4AA5-A3AE-DDBFA260FF8C}"/>
    <pc:docChg chg="undo custSel addSld delSld modSld sldOrd">
      <pc:chgData name="Isidora Silva Chiros" userId="0c986419-ce68-48bd-b705-f5a03ec14101" providerId="ADAL" clId="{BCD2818F-01C6-4AA5-A3AE-DDBFA260FF8C}" dt="2026-07-23T13:26:52.047" v="4710" actId="47"/>
      <pc:docMkLst>
        <pc:docMk/>
      </pc:docMkLst>
      <pc:sldChg chg="modSp mod">
        <pc:chgData name="Isidora Silva Chiros" userId="0c986419-ce68-48bd-b705-f5a03ec14101" providerId="ADAL" clId="{BCD2818F-01C6-4AA5-A3AE-DDBFA260FF8C}" dt="2026-07-13T16:09:23.340" v="2722" actId="20577"/>
        <pc:sldMkLst>
          <pc:docMk/>
          <pc:sldMk cId="826948893" sldId="258"/>
        </pc:sldMkLst>
        <pc:spChg chg="mod">
          <ac:chgData name="Isidora Silva Chiros" userId="0c986419-ce68-48bd-b705-f5a03ec14101" providerId="ADAL" clId="{BCD2818F-01C6-4AA5-A3AE-DDBFA260FF8C}" dt="2026-07-13T16:09:23.340" v="2722" actId="20577"/>
          <ac:spMkLst>
            <pc:docMk/>
            <pc:sldMk cId="826948893" sldId="258"/>
            <ac:spMk id="6" creationId="{5D55E325-72FC-B37E-7916-9C7E4CCC276A}"/>
          </ac:spMkLst>
        </pc:spChg>
        <pc:spChg chg="mod">
          <ac:chgData name="Isidora Silva Chiros" userId="0c986419-ce68-48bd-b705-f5a03ec14101" providerId="ADAL" clId="{BCD2818F-01C6-4AA5-A3AE-DDBFA260FF8C}" dt="2026-07-13T16:09:10.564" v="2714" actId="20577"/>
          <ac:spMkLst>
            <pc:docMk/>
            <pc:sldMk cId="826948893" sldId="258"/>
            <ac:spMk id="10" creationId="{C06FDFFA-5351-9810-4FDA-57CDB38A95D7}"/>
          </ac:spMkLst>
        </pc:spChg>
      </pc:sldChg>
      <pc:sldChg chg="addSp delSp modSp mod modClrScheme chgLayout">
        <pc:chgData name="Isidora Silva Chiros" userId="0c986419-ce68-48bd-b705-f5a03ec14101" providerId="ADAL" clId="{BCD2818F-01C6-4AA5-A3AE-DDBFA260FF8C}" dt="2026-07-13T15:10:16.104" v="2446" actId="207"/>
        <pc:sldMkLst>
          <pc:docMk/>
          <pc:sldMk cId="2164166890" sldId="259"/>
        </pc:sldMkLst>
        <pc:spChg chg="mod ord">
          <ac:chgData name="Isidora Silva Chiros" userId="0c986419-ce68-48bd-b705-f5a03ec14101" providerId="ADAL" clId="{BCD2818F-01C6-4AA5-A3AE-DDBFA260FF8C}" dt="2026-07-13T15:10:16.104" v="2446" actId="207"/>
          <ac:spMkLst>
            <pc:docMk/>
            <pc:sldMk cId="2164166890" sldId="259"/>
            <ac:spMk id="2" creationId="{46AC298D-F950-B9A7-EBF3-FC594640F5BC}"/>
          </ac:spMkLst>
        </pc:spChg>
        <pc:spChg chg="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3" creationId="{D3C8FC7E-7A81-5117-B098-81D61DDCC74E}"/>
          </ac:spMkLst>
        </pc:spChg>
        <pc:spChg chg="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4" creationId="{B2775502-F0D5-BA23-D920-360A4C08A58F}"/>
          </ac:spMkLst>
        </pc:spChg>
        <pc:spChg chg="add 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5" creationId="{591E7441-811F-4057-C106-CAB12FECD3CB}"/>
          </ac:spMkLst>
        </pc:spChg>
        <pc:spChg chg="add 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6" creationId="{22F1F8F0-3C9E-EECB-7CCE-25F95E9AF23B}"/>
          </ac:spMkLst>
        </pc:spChg>
        <pc:picChg chg="add mod">
          <ac:chgData name="Isidora Silva Chiros" userId="0c986419-ce68-48bd-b705-f5a03ec14101" providerId="ADAL" clId="{BCD2818F-01C6-4AA5-A3AE-DDBFA260FF8C}" dt="2026-07-13T15:07:27.850" v="2442" actId="1076"/>
          <ac:picMkLst>
            <pc:docMk/>
            <pc:sldMk cId="2164166890" sldId="259"/>
            <ac:picMk id="10" creationId="{436A50AF-39E9-CDF9-EB66-7D2498BD1682}"/>
          </ac:picMkLst>
        </pc:picChg>
      </pc:sldChg>
      <pc:sldChg chg="addSp modSp mod modClrScheme modAnim chgLayout">
        <pc:chgData name="Isidora Silva Chiros" userId="0c986419-ce68-48bd-b705-f5a03ec14101" providerId="ADAL" clId="{BCD2818F-01C6-4AA5-A3AE-DDBFA260FF8C}" dt="2026-07-13T15:39:29.433" v="2528"/>
        <pc:sldMkLst>
          <pc:docMk/>
          <pc:sldMk cId="4171185269" sldId="260"/>
        </pc:sldMkLst>
        <pc:spChg chg="mod ord">
          <ac:chgData name="Isidora Silva Chiros" userId="0c986419-ce68-48bd-b705-f5a03ec14101" providerId="ADAL" clId="{BCD2818F-01C6-4AA5-A3AE-DDBFA260FF8C}" dt="2026-07-13T15:31:01.589" v="2488" actId="255"/>
          <ac:spMkLst>
            <pc:docMk/>
            <pc:sldMk cId="4171185269" sldId="260"/>
            <ac:spMk id="2" creationId="{131B77E5-B783-3C93-9C03-135EA16DEA25}"/>
          </ac:spMkLst>
        </pc:spChg>
        <pc:spChg chg="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3" creationId="{B29E65B8-EAEB-652E-5275-7DBF4BC83C0A}"/>
          </ac:spMkLst>
        </pc:spChg>
        <pc:spChg chg="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4" creationId="{65439F95-18C7-A570-09EA-2EE3B1CBA87D}"/>
          </ac:spMkLst>
        </pc:spChg>
        <pc:spChg chg="add 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5" creationId="{BD342B5B-0B05-10DE-A8FA-C197C1F7509B}"/>
          </ac:spMkLst>
        </pc:spChg>
        <pc:spChg chg="add 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6" creationId="{8F9FD07F-7D9A-74CB-6E3A-7DF69AE798B4}"/>
          </ac:spMkLst>
        </pc:spChg>
        <pc:spChg chg="add mod">
          <ac:chgData name="Isidora Silva Chiros" userId="0c986419-ce68-48bd-b705-f5a03ec14101" providerId="ADAL" clId="{BCD2818F-01C6-4AA5-A3AE-DDBFA260FF8C}" dt="2026-07-13T15:37:03.857" v="2500" actId="1076"/>
          <ac:spMkLst>
            <pc:docMk/>
            <pc:sldMk cId="4171185269" sldId="260"/>
            <ac:spMk id="11" creationId="{EB45E45B-5D97-16A1-5613-C89C2C043B85}"/>
          </ac:spMkLst>
        </pc:spChg>
        <pc:spChg chg="add mod">
          <ac:chgData name="Isidora Silva Chiros" userId="0c986419-ce68-48bd-b705-f5a03ec14101" providerId="ADAL" clId="{BCD2818F-01C6-4AA5-A3AE-DDBFA260FF8C}" dt="2026-07-13T15:37:07.633" v="2501" actId="571"/>
          <ac:spMkLst>
            <pc:docMk/>
            <pc:sldMk cId="4171185269" sldId="260"/>
            <ac:spMk id="12" creationId="{819C539D-89EA-3E83-F068-2116B52C6DD9}"/>
          </ac:spMkLst>
        </pc:spChg>
        <pc:spChg chg="add mod">
          <ac:chgData name="Isidora Silva Chiros" userId="0c986419-ce68-48bd-b705-f5a03ec14101" providerId="ADAL" clId="{BCD2818F-01C6-4AA5-A3AE-DDBFA260FF8C}" dt="2026-07-13T15:38:10.873" v="2514" actId="207"/>
          <ac:spMkLst>
            <pc:docMk/>
            <pc:sldMk cId="4171185269" sldId="260"/>
            <ac:spMk id="14" creationId="{AF908618-E765-A5F9-866E-AC3C477DE523}"/>
          </ac:spMkLst>
        </pc:spChg>
        <pc:spChg chg="add mod">
          <ac:chgData name="Isidora Silva Chiros" userId="0c986419-ce68-48bd-b705-f5a03ec14101" providerId="ADAL" clId="{BCD2818F-01C6-4AA5-A3AE-DDBFA260FF8C}" dt="2026-07-13T15:38:04.668" v="2512" actId="1035"/>
          <ac:spMkLst>
            <pc:docMk/>
            <pc:sldMk cId="4171185269" sldId="260"/>
            <ac:spMk id="15" creationId="{219FB3BB-14E6-CE9C-6415-16C67303D5C7}"/>
          </ac:spMkLst>
        </pc:spChg>
        <pc:spChg chg="add mod">
          <ac:chgData name="Isidora Silva Chiros" userId="0c986419-ce68-48bd-b705-f5a03ec14101" providerId="ADAL" clId="{BCD2818F-01C6-4AA5-A3AE-DDBFA260FF8C}" dt="2026-07-13T15:38:07.475" v="2513" actId="571"/>
          <ac:spMkLst>
            <pc:docMk/>
            <pc:sldMk cId="4171185269" sldId="260"/>
            <ac:spMk id="16" creationId="{2F05E113-FAB6-CF6B-1C1D-E4752D904EDF}"/>
          </ac:spMkLst>
        </pc:spChg>
        <pc:spChg chg="add mod">
          <ac:chgData name="Isidora Silva Chiros" userId="0c986419-ce68-48bd-b705-f5a03ec14101" providerId="ADAL" clId="{BCD2818F-01C6-4AA5-A3AE-DDBFA260FF8C}" dt="2026-07-13T15:38:16.472" v="2516" actId="207"/>
          <ac:spMkLst>
            <pc:docMk/>
            <pc:sldMk cId="4171185269" sldId="260"/>
            <ac:spMk id="17" creationId="{8E513C7F-340B-71F4-31E4-609EEDBC1C1E}"/>
          </ac:spMkLst>
        </pc:spChg>
        <pc:spChg chg="add mod">
          <ac:chgData name="Isidora Silva Chiros" userId="0c986419-ce68-48bd-b705-f5a03ec14101" providerId="ADAL" clId="{BCD2818F-01C6-4AA5-A3AE-DDBFA260FF8C}" dt="2026-07-13T15:38:23.537" v="2517" actId="571"/>
          <ac:spMkLst>
            <pc:docMk/>
            <pc:sldMk cId="4171185269" sldId="260"/>
            <ac:spMk id="18" creationId="{A2FB304C-E186-7F80-B06C-D9AEC78888C0}"/>
          </ac:spMkLst>
        </pc:spChg>
        <pc:spChg chg="add mod">
          <ac:chgData name="Isidora Silva Chiros" userId="0c986419-ce68-48bd-b705-f5a03ec14101" providerId="ADAL" clId="{BCD2818F-01C6-4AA5-A3AE-DDBFA260FF8C}" dt="2026-07-13T15:38:25.852" v="2518" actId="571"/>
          <ac:spMkLst>
            <pc:docMk/>
            <pc:sldMk cId="4171185269" sldId="260"/>
            <ac:spMk id="19" creationId="{70F6CE12-6BE8-37B3-757A-525F498342AA}"/>
          </ac:spMkLst>
        </pc:spChg>
        <pc:spChg chg="add mod">
          <ac:chgData name="Isidora Silva Chiros" userId="0c986419-ce68-48bd-b705-f5a03ec14101" providerId="ADAL" clId="{BCD2818F-01C6-4AA5-A3AE-DDBFA260FF8C}" dt="2026-07-13T15:38:28.553" v="2519" actId="571"/>
          <ac:spMkLst>
            <pc:docMk/>
            <pc:sldMk cId="4171185269" sldId="260"/>
            <ac:spMk id="20" creationId="{BE97C96A-806A-F5E5-C5C6-EAF4F7C1E6BD}"/>
          </ac:spMkLst>
        </pc:spChg>
        <pc:spChg chg="add mod">
          <ac:chgData name="Isidora Silva Chiros" userId="0c986419-ce68-48bd-b705-f5a03ec14101" providerId="ADAL" clId="{BCD2818F-01C6-4AA5-A3AE-DDBFA260FF8C}" dt="2026-07-13T15:38:44.810" v="2521" actId="207"/>
          <ac:spMkLst>
            <pc:docMk/>
            <pc:sldMk cId="4171185269" sldId="260"/>
            <ac:spMk id="21" creationId="{E32FAE34-B5A8-9A3B-3665-4D4355D67E0F}"/>
          </ac:spMkLst>
        </pc:spChg>
        <pc:spChg chg="add mod">
          <ac:chgData name="Isidora Silva Chiros" userId="0c986419-ce68-48bd-b705-f5a03ec14101" providerId="ADAL" clId="{BCD2818F-01C6-4AA5-A3AE-DDBFA260FF8C}" dt="2026-07-13T15:38:50.786" v="2522" actId="571"/>
          <ac:spMkLst>
            <pc:docMk/>
            <pc:sldMk cId="4171185269" sldId="260"/>
            <ac:spMk id="22" creationId="{33259CC9-D15F-0CAF-2877-F9FEFFFE6DEA}"/>
          </ac:spMkLst>
        </pc:spChg>
        <pc:spChg chg="add mod">
          <ac:chgData name="Isidora Silva Chiros" userId="0c986419-ce68-48bd-b705-f5a03ec14101" providerId="ADAL" clId="{BCD2818F-01C6-4AA5-A3AE-DDBFA260FF8C}" dt="2026-07-13T15:38:53.891" v="2523" actId="571"/>
          <ac:spMkLst>
            <pc:docMk/>
            <pc:sldMk cId="4171185269" sldId="260"/>
            <ac:spMk id="23" creationId="{982F733D-DA45-5DC0-9CBA-F1E80BAE41DB}"/>
          </ac:spMkLst>
        </pc:spChg>
        <pc:spChg chg="add mod">
          <ac:chgData name="Isidora Silva Chiros" userId="0c986419-ce68-48bd-b705-f5a03ec14101" providerId="ADAL" clId="{BCD2818F-01C6-4AA5-A3AE-DDBFA260FF8C}" dt="2026-07-13T15:39:00.154" v="2524" actId="571"/>
          <ac:spMkLst>
            <pc:docMk/>
            <pc:sldMk cId="4171185269" sldId="260"/>
            <ac:spMk id="24" creationId="{D76C9E3B-1578-53CF-A24B-1157192B9944}"/>
          </ac:spMkLst>
        </pc:spChg>
        <pc:picChg chg="add mod">
          <ac:chgData name="Isidora Silva Chiros" userId="0c986419-ce68-48bd-b705-f5a03ec14101" providerId="ADAL" clId="{BCD2818F-01C6-4AA5-A3AE-DDBFA260FF8C}" dt="2026-07-13T15:36:11.738" v="2496" actId="1076"/>
          <ac:picMkLst>
            <pc:docMk/>
            <pc:sldMk cId="4171185269" sldId="260"/>
            <ac:picMk id="8" creationId="{FA527E05-3F3D-4644-0865-A526EC034C4C}"/>
          </ac:picMkLst>
        </pc:picChg>
        <pc:picChg chg="add mod">
          <ac:chgData name="Isidora Silva Chiros" userId="0c986419-ce68-48bd-b705-f5a03ec14101" providerId="ADAL" clId="{BCD2818F-01C6-4AA5-A3AE-DDBFA260FF8C}" dt="2026-07-13T15:36:11.738" v="2496" actId="1076"/>
          <ac:picMkLst>
            <pc:docMk/>
            <pc:sldMk cId="4171185269" sldId="260"/>
            <ac:picMk id="10" creationId="{29E8867F-EC62-C7C6-5242-2C46CF6FEA1E}"/>
          </ac:picMkLst>
        </pc:picChg>
      </pc:sldChg>
      <pc:sldChg chg="addSp delSp modSp mod modClrScheme chgLayout">
        <pc:chgData name="Isidora Silva Chiros" userId="0c986419-ce68-48bd-b705-f5a03ec14101" providerId="ADAL" clId="{BCD2818F-01C6-4AA5-A3AE-DDBFA260FF8C}" dt="2026-07-13T16:19:24.595" v="2785" actId="478"/>
        <pc:sldMkLst>
          <pc:docMk/>
          <pc:sldMk cId="2120678631" sldId="262"/>
        </pc:sldMkLst>
        <pc:spChg chg="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3" creationId="{22278239-429E-7FC3-78E5-E185AC1198A7}"/>
          </ac:spMkLst>
        </pc:spChg>
        <pc:spChg chg="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4" creationId="{DAD25907-56BE-6E49-9890-C6F3FF9DBDFF}"/>
          </ac:spMkLst>
        </pc:spChg>
        <pc:spChg chg="add 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7" creationId="{20F31098-1D6E-D77B-CD0C-B853189D3302}"/>
          </ac:spMkLst>
        </pc:spChg>
        <pc:spChg chg="add mod">
          <ac:chgData name="Isidora Silva Chiros" userId="0c986419-ce68-48bd-b705-f5a03ec14101" providerId="ADAL" clId="{BCD2818F-01C6-4AA5-A3AE-DDBFA260FF8C}" dt="2026-07-13T16:14:31.719" v="2773" actId="207"/>
          <ac:spMkLst>
            <pc:docMk/>
            <pc:sldMk cId="2120678631" sldId="262"/>
            <ac:spMk id="8" creationId="{B45BA03A-CD57-713E-0E6C-27FB6CC5594C}"/>
          </ac:spMkLst>
        </pc:spChg>
        <pc:spChg chg="add mod">
          <ac:chgData name="Isidora Silva Chiros" userId="0c986419-ce68-48bd-b705-f5a03ec14101" providerId="ADAL" clId="{BCD2818F-01C6-4AA5-A3AE-DDBFA260FF8C}" dt="2026-07-13T16:19:20.288" v="2784" actId="207"/>
          <ac:spMkLst>
            <pc:docMk/>
            <pc:sldMk cId="2120678631" sldId="262"/>
            <ac:spMk id="9" creationId="{A710AF31-8626-19AE-2F06-0F27982E559A}"/>
          </ac:spMkLst>
        </pc:spChg>
        <pc:picChg chg="add mod">
          <ac:chgData name="Isidora Silva Chiros" userId="0c986419-ce68-48bd-b705-f5a03ec14101" providerId="ADAL" clId="{BCD2818F-01C6-4AA5-A3AE-DDBFA260FF8C}" dt="2026-07-13T16:13:49.538" v="2767" actId="14100"/>
          <ac:picMkLst>
            <pc:docMk/>
            <pc:sldMk cId="2120678631" sldId="262"/>
            <ac:picMk id="6" creationId="{528B2605-3BAF-B783-BB43-D440EE42F086}"/>
          </ac:picMkLst>
        </pc:picChg>
      </pc:sldChg>
      <pc:sldChg chg="addSp delSp modSp new mod modClrScheme chgLayout">
        <pc:chgData name="Isidora Silva Chiros" userId="0c986419-ce68-48bd-b705-f5a03ec14101" providerId="ADAL" clId="{BCD2818F-01C6-4AA5-A3AE-DDBFA260FF8C}" dt="2026-07-21T15:36:02.262" v="3333" actId="207"/>
        <pc:sldMkLst>
          <pc:docMk/>
          <pc:sldMk cId="3971146032" sldId="266"/>
        </pc:sldMkLst>
        <pc:spChg chg="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2" creationId="{1546C458-1E1D-8585-1330-75C1F11283BB}"/>
          </ac:spMkLst>
        </pc:spChg>
        <pc:spChg chg="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3" creationId="{DBF27F0D-CE09-0E48-9DA9-15D56CB9DBAC}"/>
          </ac:spMkLst>
        </pc:spChg>
        <pc:spChg chg="mod ord">
          <ac:chgData name="Isidora Silva Chiros" userId="0c986419-ce68-48bd-b705-f5a03ec14101" providerId="ADAL" clId="{BCD2818F-01C6-4AA5-A3AE-DDBFA260FF8C}" dt="2026-07-21T15:33:51.853" v="3302" actId="27636"/>
          <ac:spMkLst>
            <pc:docMk/>
            <pc:sldMk cId="3971146032" sldId="266"/>
            <ac:spMk id="4" creationId="{FC192060-7A88-68C2-7D7A-223F7E5C93BA}"/>
          </ac:spMkLst>
        </pc:spChg>
        <pc:spChg chg="add 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5" creationId="{4AF5326C-2ECE-435F-CDF2-03A02C0CC217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9" creationId="{A814FF22-D4FD-C274-F573-F544B8AEEE3D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10" creationId="{C3FD4869-46F0-0FDD-C8A5-E856AC3FC0BB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11" creationId="{828428E8-0AB5-E7FC-B1F4-87AD2BF50E62}"/>
          </ac:spMkLst>
        </pc:spChg>
        <pc:spChg chg="add mod">
          <ac:chgData name="Isidora Silva Chiros" userId="0c986419-ce68-48bd-b705-f5a03ec14101" providerId="ADAL" clId="{BCD2818F-01C6-4AA5-A3AE-DDBFA260FF8C}" dt="2026-07-21T15:35:55.523" v="3332" actId="14100"/>
          <ac:spMkLst>
            <pc:docMk/>
            <pc:sldMk cId="3971146032" sldId="266"/>
            <ac:spMk id="12" creationId="{8C5A3A0A-0FBD-4389-59CC-AE3AA5461FEA}"/>
          </ac:spMkLst>
        </pc:spChg>
        <pc:spChg chg="add mod ord">
          <ac:chgData name="Isidora Silva Chiros" userId="0c986419-ce68-48bd-b705-f5a03ec14101" providerId="ADAL" clId="{BCD2818F-01C6-4AA5-A3AE-DDBFA260FF8C}" dt="2026-07-21T15:36:02.262" v="3333" actId="207"/>
          <ac:spMkLst>
            <pc:docMk/>
            <pc:sldMk cId="3971146032" sldId="266"/>
            <ac:spMk id="13" creationId="{FB8E416B-ECB8-59FC-6E41-3CCB684FCF93}"/>
          </ac:spMkLst>
        </pc:spChg>
        <pc:spChg chg="add mod">
          <ac:chgData name="Isidora Silva Chiros" userId="0c986419-ce68-48bd-b705-f5a03ec14101" providerId="ADAL" clId="{BCD2818F-01C6-4AA5-A3AE-DDBFA260FF8C}" dt="2026-07-21T15:35:52.029" v="3331" actId="242"/>
          <ac:spMkLst>
            <pc:docMk/>
            <pc:sldMk cId="3971146032" sldId="266"/>
            <ac:spMk id="14" creationId="{D6ED4B17-BA47-F5C8-1F70-339F94757BDB}"/>
          </ac:spMkLst>
        </pc:spChg>
        <pc:spChg chg="add mod">
          <ac:chgData name="Isidora Silva Chiros" userId="0c986419-ce68-48bd-b705-f5a03ec14101" providerId="ADAL" clId="{BCD2818F-01C6-4AA5-A3AE-DDBFA260FF8C}" dt="2026-07-21T15:35:52.029" v="3331" actId="242"/>
          <ac:spMkLst>
            <pc:docMk/>
            <pc:sldMk cId="3971146032" sldId="266"/>
            <ac:spMk id="15" creationId="{F808C77C-3B07-A97A-69EA-E05914417629}"/>
          </ac:spMkLst>
        </pc:s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6" creationId="{E0095EEB-3327-C5CE-B55F-6D69517F1119}"/>
          </ac:grpSpMkLst>
        </pc:gr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7" creationId="{E570A357-9CE6-5357-0DD8-D660A9E8A0B6}"/>
          </ac:grpSpMkLst>
        </pc:gr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8" creationId="{EC6E8714-FAB8-E3F1-421B-BC4438EF4A8A}"/>
          </ac:grpSpMkLst>
        </pc:grp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6" creationId="{53701BFD-3B71-9E95-FA47-B0DB76A53CEE}"/>
          </ac:picMkLst>
        </pc:pic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7" creationId="{03991C83-6407-1573-0759-C3FF2F16AAA1}"/>
          </ac:picMkLst>
        </pc:pic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8" creationId="{4F9CFFCE-6BFD-FCA0-3C95-9E52237041D9}"/>
          </ac:picMkLst>
        </pc:picChg>
      </pc:sldChg>
      <pc:sldChg chg="addSp modSp new mod">
        <pc:chgData name="Isidora Silva Chiros" userId="0c986419-ce68-48bd-b705-f5a03ec14101" providerId="ADAL" clId="{BCD2818F-01C6-4AA5-A3AE-DDBFA260FF8C}" dt="2026-07-23T13:20:48.952" v="4707" actId="20577"/>
        <pc:sldMkLst>
          <pc:docMk/>
          <pc:sldMk cId="1945863902" sldId="267"/>
        </pc:sldMkLst>
        <pc:spChg chg="mod">
          <ac:chgData name="Isidora Silva Chiros" userId="0c986419-ce68-48bd-b705-f5a03ec14101" providerId="ADAL" clId="{BCD2818F-01C6-4AA5-A3AE-DDBFA260FF8C}" dt="2026-07-10T16:25:34.860" v="1669" actId="113"/>
          <ac:spMkLst>
            <pc:docMk/>
            <pc:sldMk cId="1945863902" sldId="267"/>
            <ac:spMk id="2" creationId="{13711EB9-AAC6-5FDB-B70F-6446C52CC3AC}"/>
          </ac:spMkLst>
        </pc:spChg>
        <pc:spChg chg="mod">
          <ac:chgData name="Isidora Silva Chiros" userId="0c986419-ce68-48bd-b705-f5a03ec14101" providerId="ADAL" clId="{BCD2818F-01C6-4AA5-A3AE-DDBFA260FF8C}" dt="2026-07-10T16:20:26.488" v="830" actId="20577"/>
          <ac:spMkLst>
            <pc:docMk/>
            <pc:sldMk cId="1945863902" sldId="267"/>
            <ac:spMk id="4" creationId="{5F82FD66-47B0-3F75-12A6-FFFC84B92402}"/>
          </ac:spMkLst>
        </pc:spChg>
        <pc:spChg chg="add mod">
          <ac:chgData name="Isidora Silva Chiros" userId="0c986419-ce68-48bd-b705-f5a03ec14101" providerId="ADAL" clId="{BCD2818F-01C6-4AA5-A3AE-DDBFA260FF8C}" dt="2026-07-10T16:25:49.527" v="1673" actId="113"/>
          <ac:spMkLst>
            <pc:docMk/>
            <pc:sldMk cId="1945863902" sldId="267"/>
            <ac:spMk id="5" creationId="{F14740D5-E1B5-1B87-0381-A2E2103632C7}"/>
          </ac:spMkLst>
        </pc:spChg>
        <pc:spChg chg="add mod">
          <ac:chgData name="Isidora Silva Chiros" userId="0c986419-ce68-48bd-b705-f5a03ec14101" providerId="ADAL" clId="{BCD2818F-01C6-4AA5-A3AE-DDBFA260FF8C}" dt="2026-07-23T13:20:48.952" v="4707" actId="20577"/>
          <ac:spMkLst>
            <pc:docMk/>
            <pc:sldMk cId="1945863902" sldId="267"/>
            <ac:spMk id="6" creationId="{F7D6A6A5-826B-FD68-07C7-B0A257BAE6B7}"/>
          </ac:spMkLst>
        </pc:spChg>
      </pc:sldChg>
      <pc:sldChg chg="addSp delSp modSp new mod modClrScheme chgLayout">
        <pc:chgData name="Isidora Silva Chiros" userId="0c986419-ce68-48bd-b705-f5a03ec14101" providerId="ADAL" clId="{BCD2818F-01C6-4AA5-A3AE-DDBFA260FF8C}" dt="2026-07-21T16:05:31.179" v="3346" actId="12789"/>
        <pc:sldMkLst>
          <pc:docMk/>
          <pc:sldMk cId="2136406839" sldId="268"/>
        </pc:sldMkLst>
        <pc:spChg chg="mod ord">
          <ac:chgData name="Isidora Silva Chiros" userId="0c986419-ce68-48bd-b705-f5a03ec14101" providerId="ADAL" clId="{BCD2818F-01C6-4AA5-A3AE-DDBFA260FF8C}" dt="2026-07-21T16:04:36.263" v="3341" actId="20577"/>
          <ac:spMkLst>
            <pc:docMk/>
            <pc:sldMk cId="2136406839" sldId="268"/>
            <ac:spMk id="2" creationId="{F082C0B9-D788-C575-F7BE-5CD10B9B8894}"/>
          </ac:spMkLst>
        </pc:spChg>
        <pc:spChg chg="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3" creationId="{AC7DC412-F67D-8FC6-1321-ED8352ECCC39}"/>
          </ac:spMkLst>
        </pc:spChg>
        <pc:spChg chg="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4" creationId="{DD56E6CC-4846-885E-D76F-94A3E97B7FDE}"/>
          </ac:spMkLst>
        </pc:spChg>
        <pc:spChg chg="add 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5" creationId="{2A7D893B-C2A1-4DB1-2F3B-D611F3F34241}"/>
          </ac:spMkLst>
        </pc:spChg>
        <pc:spChg chg="add mod ord">
          <ac:chgData name="Isidora Silva Chiros" userId="0c986419-ce68-48bd-b705-f5a03ec14101" providerId="ADAL" clId="{BCD2818F-01C6-4AA5-A3AE-DDBFA260FF8C}" dt="2026-07-21T16:04:27.774" v="3340" actId="207"/>
          <ac:spMkLst>
            <pc:docMk/>
            <pc:sldMk cId="2136406839" sldId="268"/>
            <ac:spMk id="6" creationId="{7BDF4AAE-CE00-3D82-565D-5A400C8C1447}"/>
          </ac:spMkLst>
        </pc:spChg>
        <pc:picChg chg="add mod modCrop">
          <ac:chgData name="Isidora Silva Chiros" userId="0c986419-ce68-48bd-b705-f5a03ec14101" providerId="ADAL" clId="{BCD2818F-01C6-4AA5-A3AE-DDBFA260FF8C}" dt="2026-07-21T16:05:31.179" v="3346" actId="12789"/>
          <ac:picMkLst>
            <pc:docMk/>
            <pc:sldMk cId="2136406839" sldId="268"/>
            <ac:picMk id="9" creationId="{B5697264-27F6-1616-C7D0-BB28D1597F01}"/>
          </ac:picMkLst>
        </pc:picChg>
      </pc:sldChg>
      <pc:sldChg chg="addSp delSp modSp add mod modClrScheme modAnim chgLayout">
        <pc:chgData name="Isidora Silva Chiros" userId="0c986419-ce68-48bd-b705-f5a03ec14101" providerId="ADAL" clId="{BCD2818F-01C6-4AA5-A3AE-DDBFA260FF8C}" dt="2026-07-21T16:11:09.188" v="3354"/>
        <pc:sldMkLst>
          <pc:docMk/>
          <pc:sldMk cId="3916922291" sldId="270"/>
        </pc:sldMkLst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2" creationId="{1249F211-74FA-EE6C-9D14-453B70A89D91}"/>
          </ac:spMkLst>
        </pc:spChg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3" creationId="{0E8C3D59-686E-8D80-D8D7-4E6D960DD49D}"/>
          </ac:spMkLst>
        </pc:spChg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4" creationId="{8386AF0A-7BC7-EAF6-EA8F-8507E1903698}"/>
          </ac:spMkLst>
        </pc:spChg>
        <pc:spChg chg="add 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5" creationId="{1269FEC4-F17B-8DEC-A78D-AE83610B4E84}"/>
          </ac:spMkLst>
        </pc:spChg>
        <pc:picChg chg="add mod">
          <ac:chgData name="Isidora Silva Chiros" userId="0c986419-ce68-48bd-b705-f5a03ec14101" providerId="ADAL" clId="{BCD2818F-01C6-4AA5-A3AE-DDBFA260FF8C}" dt="2026-07-21T16:10:23.350" v="3350" actId="1076"/>
          <ac:picMkLst>
            <pc:docMk/>
            <pc:sldMk cId="3916922291" sldId="270"/>
            <ac:picMk id="7" creationId="{0A6B2DC7-A774-C3CC-884A-F179D803B343}"/>
          </ac:picMkLst>
        </pc:picChg>
      </pc:sldChg>
      <pc:sldChg chg="modSp add mod">
        <pc:chgData name="Isidora Silva Chiros" userId="0c986419-ce68-48bd-b705-f5a03ec14101" providerId="ADAL" clId="{BCD2818F-01C6-4AA5-A3AE-DDBFA260FF8C}" dt="2026-07-13T14:52:46.882" v="2001" actId="20577"/>
        <pc:sldMkLst>
          <pc:docMk/>
          <pc:sldMk cId="2719258263" sldId="271"/>
        </pc:sldMkLst>
        <pc:spChg chg="mod">
          <ac:chgData name="Isidora Silva Chiros" userId="0c986419-ce68-48bd-b705-f5a03ec14101" providerId="ADAL" clId="{BCD2818F-01C6-4AA5-A3AE-DDBFA260FF8C}" dt="2026-07-13T14:52:46.882" v="2001" actId="20577"/>
          <ac:spMkLst>
            <pc:docMk/>
            <pc:sldMk cId="2719258263" sldId="271"/>
            <ac:spMk id="6" creationId="{074EDEFB-8651-3F08-D93A-2F2E8A588CE8}"/>
          </ac:spMkLst>
        </pc:spChg>
      </pc:sldChg>
      <pc:sldChg chg="add">
        <pc:chgData name="Isidora Silva Chiros" userId="0c986419-ce68-48bd-b705-f5a03ec14101" providerId="ADAL" clId="{BCD2818F-01C6-4AA5-A3AE-DDBFA260FF8C}" dt="2026-07-13T14:56:34.719" v="2317"/>
        <pc:sldMkLst>
          <pc:docMk/>
          <pc:sldMk cId="2672140074" sldId="386"/>
        </pc:sldMkLst>
      </pc:sldChg>
      <pc:sldChg chg="add">
        <pc:chgData name="Isidora Silva Chiros" userId="0c986419-ce68-48bd-b705-f5a03ec14101" providerId="ADAL" clId="{BCD2818F-01C6-4AA5-A3AE-DDBFA260FF8C}" dt="2026-07-13T14:57:27.431" v="2320"/>
        <pc:sldMkLst>
          <pc:docMk/>
          <pc:sldMk cId="4005372060" sldId="387"/>
        </pc:sldMkLst>
      </pc:sldChg>
      <pc:sldChg chg="modSp add del mod">
        <pc:chgData name="Isidora Silva Chiros" userId="0c986419-ce68-48bd-b705-f5a03ec14101" providerId="ADAL" clId="{BCD2818F-01C6-4AA5-A3AE-DDBFA260FF8C}" dt="2026-07-23T13:26:52.047" v="4710" actId="47"/>
        <pc:sldMkLst>
          <pc:docMk/>
          <pc:sldMk cId="3004409506" sldId="388"/>
        </pc:sldMkLst>
        <pc:spChg chg="mod">
          <ac:chgData name="Isidora Silva Chiros" userId="0c986419-ce68-48bd-b705-f5a03ec14101" providerId="ADAL" clId="{BCD2818F-01C6-4AA5-A3AE-DDBFA260FF8C}" dt="2026-07-13T15:03:17.238" v="2429" actId="20577"/>
          <ac:spMkLst>
            <pc:docMk/>
            <pc:sldMk cId="3004409506" sldId="388"/>
            <ac:spMk id="4" creationId="{B56FA365-162F-6889-2B15-70CB127A4A25}"/>
          </ac:spMkLst>
        </pc:spChg>
      </pc:sldChg>
      <pc:sldChg chg="addSp delSp modSp new mod">
        <pc:chgData name="Isidora Silva Chiros" userId="0c986419-ce68-48bd-b705-f5a03ec14101" providerId="ADAL" clId="{BCD2818F-01C6-4AA5-A3AE-DDBFA260FF8C}" dt="2026-07-21T16:22:20.700" v="3846" actId="20577"/>
        <pc:sldMkLst>
          <pc:docMk/>
          <pc:sldMk cId="2553902162" sldId="389"/>
        </pc:sldMkLst>
        <pc:spChg chg="mod">
          <ac:chgData name="Isidora Silva Chiros" userId="0c986419-ce68-48bd-b705-f5a03ec14101" providerId="ADAL" clId="{BCD2818F-01C6-4AA5-A3AE-DDBFA260FF8C}" dt="2026-07-21T16:20:46.086" v="3577" actId="20577"/>
          <ac:spMkLst>
            <pc:docMk/>
            <pc:sldMk cId="2553902162" sldId="389"/>
            <ac:spMk id="2" creationId="{0926E3E9-D431-6CE3-F6F2-892F325E9054}"/>
          </ac:spMkLst>
        </pc:spChg>
        <pc:spChg chg="mod">
          <ac:chgData name="Isidora Silva Chiros" userId="0c986419-ce68-48bd-b705-f5a03ec14101" providerId="ADAL" clId="{BCD2818F-01C6-4AA5-A3AE-DDBFA260FF8C}" dt="2026-07-13T14:58:50.784" v="2374" actId="1076"/>
          <ac:spMkLst>
            <pc:docMk/>
            <pc:sldMk cId="2553902162" sldId="389"/>
            <ac:spMk id="4" creationId="{DB383FB3-7A68-532D-12C2-1BF3B8E56CC0}"/>
          </ac:spMkLst>
        </pc:spChg>
        <pc:spChg chg="add mod">
          <ac:chgData name="Isidora Silva Chiros" userId="0c986419-ce68-48bd-b705-f5a03ec14101" providerId="ADAL" clId="{BCD2818F-01C6-4AA5-A3AE-DDBFA260FF8C}" dt="2026-07-21T16:22:20.700" v="3846" actId="20577"/>
          <ac:spMkLst>
            <pc:docMk/>
            <pc:sldMk cId="2553902162" sldId="389"/>
            <ac:spMk id="6" creationId="{02628A1C-670D-E7FE-129B-05C151BB9CC4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7" creationId="{680435D7-5476-6B2F-90D3-F7FEAF09352D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8" creationId="{B82EA89E-D589-00DF-4FC3-F98523963BF2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9" creationId="{AC0E6A67-21D4-72E4-F2C4-6A48C5C07FAF}"/>
          </ac:spMkLst>
        </pc:spChg>
        <pc:grpChg chg="add mod">
          <ac:chgData name="Isidora Silva Chiros" userId="0c986419-ce68-48bd-b705-f5a03ec14101" providerId="ADAL" clId="{BCD2818F-01C6-4AA5-A3AE-DDBFA260FF8C}" dt="2026-07-21T16:21:01.636" v="3578" actId="164"/>
          <ac:grpSpMkLst>
            <pc:docMk/>
            <pc:sldMk cId="2553902162" sldId="389"/>
            <ac:grpSpMk id="10" creationId="{ED526C44-93AC-72C9-C29F-23A4F52C8A52}"/>
          </ac:grpSpMkLst>
        </pc:grpChg>
        <pc:picChg chg="add mod modCrop">
          <ac:chgData name="Isidora Silva Chiros" userId="0c986419-ce68-48bd-b705-f5a03ec14101" providerId="ADAL" clId="{BCD2818F-01C6-4AA5-A3AE-DDBFA260FF8C}" dt="2026-07-21T16:21:01.636" v="3578" actId="164"/>
          <ac:picMkLst>
            <pc:docMk/>
            <pc:sldMk cId="2553902162" sldId="389"/>
            <ac:picMk id="5" creationId="{0AA0486D-AAAE-CFF5-C783-29EF5DA2E5FE}"/>
          </ac:picMkLst>
        </pc:picChg>
      </pc:sldChg>
      <pc:sldChg chg="addSp delSp modSp add mod modClrScheme delAnim modAnim chgLayout">
        <pc:chgData name="Isidora Silva Chiros" userId="0c986419-ce68-48bd-b705-f5a03ec14101" providerId="ADAL" clId="{BCD2818F-01C6-4AA5-A3AE-DDBFA260FF8C}" dt="2026-07-21T16:30:29.530" v="4131"/>
        <pc:sldMkLst>
          <pc:docMk/>
          <pc:sldMk cId="1336918099" sldId="390"/>
        </pc:sldMkLst>
        <pc:spChg chg="mod ord">
          <ac:chgData name="Isidora Silva Chiros" userId="0c986419-ce68-48bd-b705-f5a03ec14101" providerId="ADAL" clId="{BCD2818F-01C6-4AA5-A3AE-DDBFA260FF8C}" dt="2026-07-21T16:29:56.114" v="4127" actId="20577"/>
          <ac:spMkLst>
            <pc:docMk/>
            <pc:sldMk cId="1336918099" sldId="390"/>
            <ac:spMk id="2" creationId="{7AB2AC86-6555-00CF-06A3-EEB1521686AC}"/>
          </ac:spMkLst>
        </pc:spChg>
        <pc:spChg chg="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3" creationId="{BF57C408-C65F-1DF1-A55E-72775786BE4F}"/>
          </ac:spMkLst>
        </pc:spChg>
        <pc:spChg chg="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4" creationId="{6ADED52A-E08D-6035-1731-BC1F3E89CF96}"/>
          </ac:spMkLst>
        </pc:spChg>
        <pc:spChg chg="add 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7" creationId="{29724A4B-70B8-24FD-0A5D-C2924A02A739}"/>
          </ac:spMkLst>
        </pc:spChg>
        <pc:spChg chg="add mod ord">
          <ac:chgData name="Isidora Silva Chiros" userId="0c986419-ce68-48bd-b705-f5a03ec14101" providerId="ADAL" clId="{BCD2818F-01C6-4AA5-A3AE-DDBFA260FF8C}" dt="2026-07-21T16:27:10.739" v="3934" actId="207"/>
          <ac:spMkLst>
            <pc:docMk/>
            <pc:sldMk cId="1336918099" sldId="390"/>
            <ac:spMk id="8" creationId="{F6DE26EE-3FE8-41FE-57BA-C88BF5B535C8}"/>
          </ac:spMkLst>
        </pc:spChg>
        <pc:picChg chg="add mod">
          <ac:chgData name="Isidora Silva Chiros" userId="0c986419-ce68-48bd-b705-f5a03ec14101" providerId="ADAL" clId="{BCD2818F-01C6-4AA5-A3AE-DDBFA260FF8C}" dt="2026-07-21T16:27:08.857" v="3933"/>
          <ac:picMkLst>
            <pc:docMk/>
            <pc:sldMk cId="1336918099" sldId="390"/>
            <ac:picMk id="9" creationId="{19023CC5-7402-B109-FCBE-B1B6B963D792}"/>
          </ac:picMkLst>
        </pc:picChg>
      </pc:sldChg>
      <pc:sldChg chg="add">
        <pc:chgData name="Isidora Silva Chiros" userId="0c986419-ce68-48bd-b705-f5a03ec14101" providerId="ADAL" clId="{BCD2818F-01C6-4AA5-A3AE-DDBFA260FF8C}" dt="2026-07-13T15:03:09.605" v="2413"/>
        <pc:sldMkLst>
          <pc:docMk/>
          <pc:sldMk cId="1061943542" sldId="391"/>
        </pc:sldMkLst>
      </pc:sldChg>
      <pc:sldChg chg="addSp delSp modSp add mod modClrScheme delAnim chgLayout">
        <pc:chgData name="Isidora Silva Chiros" userId="0c986419-ce68-48bd-b705-f5a03ec14101" providerId="ADAL" clId="{BCD2818F-01C6-4AA5-A3AE-DDBFA260FF8C}" dt="2026-07-13T16:12:20.451" v="2754" actId="1035"/>
        <pc:sldMkLst>
          <pc:docMk/>
          <pc:sldMk cId="2398688509" sldId="392"/>
        </pc:sldMkLst>
        <pc:spChg chg="mod ord">
          <ac:chgData name="Isidora Silva Chiros" userId="0c986419-ce68-48bd-b705-f5a03ec14101" providerId="ADAL" clId="{BCD2818F-01C6-4AA5-A3AE-DDBFA260FF8C}" dt="2026-07-13T16:12:20.451" v="2754" actId="1035"/>
          <ac:spMkLst>
            <pc:docMk/>
            <pc:sldMk cId="2398688509" sldId="392"/>
            <ac:spMk id="2" creationId="{671CB322-3C0F-65D5-4532-04AA9DD2CAF8}"/>
          </ac:spMkLst>
        </pc:spChg>
        <pc:spChg chg="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3" creationId="{92012BE8-6806-278E-6148-27278A111315}"/>
          </ac:spMkLst>
        </pc:spChg>
        <pc:spChg chg="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4" creationId="{F2FEA110-BA03-4731-4B11-9FD2DA21B2DC}"/>
          </ac:spMkLst>
        </pc:spChg>
        <pc:spChg chg="add 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7" creationId="{940569EA-95DF-2497-C405-E4580EEBF541}"/>
          </ac:spMkLst>
        </pc:spChg>
        <pc:spChg chg="add 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9" creationId="{6678F2EC-5150-0061-9A54-B859BA9F5A15}"/>
          </ac:spMkLst>
        </pc:spChg>
        <pc:spChg chg="add mod">
          <ac:chgData name="Isidora Silva Chiros" userId="0c986419-ce68-48bd-b705-f5a03ec14101" providerId="ADAL" clId="{BCD2818F-01C6-4AA5-A3AE-DDBFA260FF8C}" dt="2026-07-13T16:12:20.451" v="2754" actId="1035"/>
          <ac:spMkLst>
            <pc:docMk/>
            <pc:sldMk cId="2398688509" sldId="392"/>
            <ac:spMk id="13" creationId="{A8AE26A5-1272-A94D-EE40-FFC645EE3D76}"/>
          </ac:spMkLst>
        </pc:spChg>
        <pc:spChg chg="add mod">
          <ac:chgData name="Isidora Silva Chiros" userId="0c986419-ce68-48bd-b705-f5a03ec14101" providerId="ADAL" clId="{BCD2818F-01C6-4AA5-A3AE-DDBFA260FF8C}" dt="2026-07-13T16:10:45.420" v="2734" actId="1076"/>
          <ac:spMkLst>
            <pc:docMk/>
            <pc:sldMk cId="2398688509" sldId="392"/>
            <ac:spMk id="29" creationId="{B26AEBA7-4583-77DC-32D4-EA4D4FA4E99F}"/>
          </ac:spMkLst>
        </pc:spChg>
        <pc:picChg chg="add mod">
          <ac:chgData name="Isidora Silva Chiros" userId="0c986419-ce68-48bd-b705-f5a03ec14101" providerId="ADAL" clId="{BCD2818F-01C6-4AA5-A3AE-DDBFA260FF8C}" dt="2026-07-13T16:08:46.905" v="2706" actId="1076"/>
          <ac:picMkLst>
            <pc:docMk/>
            <pc:sldMk cId="2398688509" sldId="392"/>
            <ac:picMk id="28" creationId="{D2178D22-B691-77B0-EA9D-632E800783AC}"/>
          </ac:picMkLst>
        </pc:picChg>
      </pc:sldChg>
      <pc:sldChg chg="modSp add mod modTransition">
        <pc:chgData name="Isidora Silva Chiros" userId="0c986419-ce68-48bd-b705-f5a03ec14101" providerId="ADAL" clId="{BCD2818F-01C6-4AA5-A3AE-DDBFA260FF8C}" dt="2026-07-13T16:20:16.587" v="2799" actId="14100"/>
        <pc:sldMkLst>
          <pc:docMk/>
          <pc:sldMk cId="2714695735" sldId="393"/>
        </pc:sldMkLst>
        <pc:spChg chg="mod">
          <ac:chgData name="Isidora Silva Chiros" userId="0c986419-ce68-48bd-b705-f5a03ec14101" providerId="ADAL" clId="{BCD2818F-01C6-4AA5-A3AE-DDBFA260FF8C}" dt="2026-07-13T16:19:44.889" v="2790" actId="14100"/>
          <ac:spMkLst>
            <pc:docMk/>
            <pc:sldMk cId="2714695735" sldId="393"/>
            <ac:spMk id="8" creationId="{38BEC0D1-A5B5-A677-98C2-16C2F4C5104B}"/>
          </ac:spMkLst>
        </pc:spChg>
        <pc:spChg chg="mod">
          <ac:chgData name="Isidora Silva Chiros" userId="0c986419-ce68-48bd-b705-f5a03ec14101" providerId="ADAL" clId="{BCD2818F-01C6-4AA5-A3AE-DDBFA260FF8C}" dt="2026-07-13T16:20:16.587" v="2799" actId="14100"/>
          <ac:spMkLst>
            <pc:docMk/>
            <pc:sldMk cId="2714695735" sldId="393"/>
            <ac:spMk id="9" creationId="{44A649BE-730B-C8DD-B10C-55CED6DAB870}"/>
          </ac:spMkLst>
        </pc:spChg>
      </pc:sldChg>
      <pc:sldChg chg="add">
        <pc:chgData name="Isidora Silva Chiros" userId="0c986419-ce68-48bd-b705-f5a03ec14101" providerId="ADAL" clId="{BCD2818F-01C6-4AA5-A3AE-DDBFA260FF8C}" dt="2026-07-13T16:35:17.330" v="2921"/>
        <pc:sldMkLst>
          <pc:docMk/>
          <pc:sldMk cId="1287402726" sldId="396"/>
        </pc:sldMkLst>
      </pc:sldChg>
      <pc:sldChg chg="modSp add mod">
        <pc:chgData name="Isidora Silva Chiros" userId="0c986419-ce68-48bd-b705-f5a03ec14101" providerId="ADAL" clId="{BCD2818F-01C6-4AA5-A3AE-DDBFA260FF8C}" dt="2026-07-13T16:36:07.283" v="2940" actId="1076"/>
        <pc:sldMkLst>
          <pc:docMk/>
          <pc:sldMk cId="1004742103" sldId="398"/>
        </pc:sldMkLst>
        <pc:spChg chg="mod">
          <ac:chgData name="Isidora Silva Chiros" userId="0c986419-ce68-48bd-b705-f5a03ec14101" providerId="ADAL" clId="{BCD2818F-01C6-4AA5-A3AE-DDBFA260FF8C}" dt="2026-07-13T16:35:32.812" v="2927" actId="14100"/>
          <ac:spMkLst>
            <pc:docMk/>
            <pc:sldMk cId="1004742103" sldId="398"/>
            <ac:spMk id="8" creationId="{D371350C-2C62-5DA1-F49E-D497EBB10F10}"/>
          </ac:spMkLst>
        </pc:spChg>
        <pc:spChg chg="mod">
          <ac:chgData name="Isidora Silva Chiros" userId="0c986419-ce68-48bd-b705-f5a03ec14101" providerId="ADAL" clId="{BCD2818F-01C6-4AA5-A3AE-DDBFA260FF8C}" dt="2026-07-13T16:36:07.283" v="2940" actId="1076"/>
          <ac:spMkLst>
            <pc:docMk/>
            <pc:sldMk cId="1004742103" sldId="398"/>
            <ac:spMk id="9" creationId="{2254B7DE-5FAE-AC7E-30BC-D7DEFBC9B0CA}"/>
          </ac:spMkLst>
        </pc:spChg>
      </pc:sldChg>
      <pc:sldChg chg="addSp delSp modSp add mod">
        <pc:chgData name="Isidora Silva Chiros" userId="0c986419-ce68-48bd-b705-f5a03ec14101" providerId="ADAL" clId="{BCD2818F-01C6-4AA5-A3AE-DDBFA260FF8C}" dt="2026-07-13T16:46:02.991" v="3104" actId="478"/>
        <pc:sldMkLst>
          <pc:docMk/>
          <pc:sldMk cId="2522851686" sldId="399"/>
        </pc:sldMkLst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" creationId="{E3D77C8B-B371-060D-111E-9AFC349BE6D6}"/>
          </ac:spMkLst>
        </pc:spChg>
        <pc:spChg chg="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5" creationId="{29BAF0E6-9B37-4989-50E4-3CE060C0780A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9" creationId="{9E217EB8-EFAA-D5F9-3118-6ABBD07DE561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20" creationId="{3B09A350-9387-EE75-41C2-3C581FEBC41E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22" creationId="{75D2E6D0-6FC7-6192-8D99-9C7EB654F8FF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4" creationId="{7D5A029F-21D3-93C6-DBE8-03A44AEEBF6D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6" creationId="{91C85210-D2AD-046F-D159-698E946C018A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8" creationId="{BD8D787F-C979-555B-ABB3-281CBE9DFAA0}"/>
          </ac:spMkLst>
        </pc:spChg>
        <pc:spChg chg="add mod">
          <ac:chgData name="Isidora Silva Chiros" userId="0c986419-ce68-48bd-b705-f5a03ec14101" providerId="ADAL" clId="{BCD2818F-01C6-4AA5-A3AE-DDBFA260FF8C}" dt="2026-07-13T16:44:24.422" v="3080" actId="14100"/>
          <ac:spMkLst>
            <pc:docMk/>
            <pc:sldMk cId="2522851686" sldId="399"/>
            <ac:spMk id="30" creationId="{8BC97FC0-DC14-9AEA-9FCF-39E561345678}"/>
          </ac:spMkLst>
        </pc:spChg>
        <pc:grpChg chg="mod">
          <ac:chgData name="Isidora Silva Chiros" userId="0c986419-ce68-48bd-b705-f5a03ec14101" providerId="ADAL" clId="{BCD2818F-01C6-4AA5-A3AE-DDBFA260FF8C}" dt="2026-07-13T16:44:03.692" v="3076" actId="1076"/>
          <ac:grpSpMkLst>
            <pc:docMk/>
            <pc:sldMk cId="2522851686" sldId="399"/>
            <ac:grpSpMk id="17" creationId="{81F9DD76-22EF-24BB-7289-1E92CA293725}"/>
          </ac:grpSpMkLst>
        </pc:grpChg>
      </pc:sldChg>
      <pc:sldChg chg="addSp delSp modSp add mod">
        <pc:chgData name="Isidora Silva Chiros" userId="0c986419-ce68-48bd-b705-f5a03ec14101" providerId="ADAL" clId="{BCD2818F-01C6-4AA5-A3AE-DDBFA260FF8C}" dt="2026-07-13T16:45:54.472" v="3102"/>
        <pc:sldMkLst>
          <pc:docMk/>
          <pc:sldMk cId="1924994515" sldId="400"/>
        </pc:sldMkLst>
        <pc:spChg chg="mod">
          <ac:chgData name="Isidora Silva Chiros" userId="0c986419-ce68-48bd-b705-f5a03ec14101" providerId="ADAL" clId="{BCD2818F-01C6-4AA5-A3AE-DDBFA260FF8C}" dt="2026-07-13T16:45:11.750" v="3090" actId="14100"/>
          <ac:spMkLst>
            <pc:docMk/>
            <pc:sldMk cId="1924994515" sldId="400"/>
            <ac:spMk id="12" creationId="{0E6D7443-9C43-0BC3-02D0-5A515B084851}"/>
          </ac:spMkLst>
        </pc:spChg>
        <pc:spChg chg="mod">
          <ac:chgData name="Isidora Silva Chiros" userId="0c986419-ce68-48bd-b705-f5a03ec14101" providerId="ADAL" clId="{BCD2818F-01C6-4AA5-A3AE-DDBFA260FF8C}" dt="2026-07-13T16:45:11.750" v="3090" actId="14100"/>
          <ac:spMkLst>
            <pc:docMk/>
            <pc:sldMk cId="1924994515" sldId="400"/>
            <ac:spMk id="18" creationId="{F25CD090-4054-1E91-3DDB-186C07173E2F}"/>
          </ac:spMkLst>
        </pc:spChg>
        <pc:spChg chg="add mod">
          <ac:chgData name="Isidora Silva Chiros" userId="0c986419-ce68-48bd-b705-f5a03ec14101" providerId="ADAL" clId="{BCD2818F-01C6-4AA5-A3AE-DDBFA260FF8C}" dt="2026-07-13T16:44:42.806" v="3082"/>
          <ac:spMkLst>
            <pc:docMk/>
            <pc:sldMk cId="1924994515" sldId="400"/>
            <ac:spMk id="22" creationId="{3F1A2E9B-6942-B6B8-11C6-561F4364C1CD}"/>
          </ac:spMkLst>
        </pc:spChg>
        <pc:spChg chg="add mod">
          <ac:chgData name="Isidora Silva Chiros" userId="0c986419-ce68-48bd-b705-f5a03ec14101" providerId="ADAL" clId="{BCD2818F-01C6-4AA5-A3AE-DDBFA260FF8C}" dt="2026-07-13T16:45:54.472" v="3102"/>
          <ac:spMkLst>
            <pc:docMk/>
            <pc:sldMk cId="1924994515" sldId="400"/>
            <ac:spMk id="27" creationId="{EDE5429D-DF5B-2DB0-9A6C-52830616E23A}"/>
          </ac:spMkLst>
        </pc:spChg>
        <pc:spChg chg="add mod">
          <ac:chgData name="Isidora Silva Chiros" userId="0c986419-ce68-48bd-b705-f5a03ec14101" providerId="ADAL" clId="{BCD2818F-01C6-4AA5-A3AE-DDBFA260FF8C}" dt="2026-07-13T16:45:26.658" v="3094" actId="208"/>
          <ac:spMkLst>
            <pc:docMk/>
            <pc:sldMk cId="1924994515" sldId="400"/>
            <ac:spMk id="28" creationId="{B85404AB-AABC-DE0C-FCE5-AEA9F4B98DF0}"/>
          </ac:spMkLst>
        </pc:spChg>
        <pc:spChg chg="add mod">
          <ac:chgData name="Isidora Silva Chiros" userId="0c986419-ce68-48bd-b705-f5a03ec14101" providerId="ADAL" clId="{BCD2818F-01C6-4AA5-A3AE-DDBFA260FF8C}" dt="2026-07-13T16:45:37.082" v="3097" actId="208"/>
          <ac:spMkLst>
            <pc:docMk/>
            <pc:sldMk cId="1924994515" sldId="400"/>
            <ac:spMk id="29" creationId="{967669C2-7342-C135-D84A-5F733F18BA7F}"/>
          </ac:spMkLst>
        </pc:spChg>
        <pc:grpChg chg="add mod">
          <ac:chgData name="Isidora Silva Chiros" userId="0c986419-ce68-48bd-b705-f5a03ec14101" providerId="ADAL" clId="{BCD2818F-01C6-4AA5-A3AE-DDBFA260FF8C}" dt="2026-07-13T16:44:42.806" v="3082"/>
          <ac:grpSpMkLst>
            <pc:docMk/>
            <pc:sldMk cId="1924994515" sldId="400"/>
            <ac:grpSpMk id="8" creationId="{4982B810-EBBA-F0E6-3A1C-A611B0CE423C}"/>
          </ac:grpSpMkLst>
        </pc:grp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9" creationId="{C8EBC798-E36B-1ADA-FABA-6B6C9CB6A836}"/>
          </ac:picMkLst>
        </pc:pic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10" creationId="{5F957502-E131-BD0E-7CED-3F8A2F5F7838}"/>
          </ac:picMkLst>
        </pc:pic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20" creationId="{92B78BD6-E698-4F96-06E3-6D0BF2ABFD6F}"/>
          </ac:picMkLst>
        </pc:picChg>
      </pc:sldChg>
      <pc:sldChg chg="addSp delSp modSp add mod">
        <pc:chgData name="Isidora Silva Chiros" userId="0c986419-ce68-48bd-b705-f5a03ec14101" providerId="ADAL" clId="{BCD2818F-01C6-4AA5-A3AE-DDBFA260FF8C}" dt="2026-07-21T15:33:30.758" v="3300"/>
        <pc:sldMkLst>
          <pc:docMk/>
          <pc:sldMk cId="4195091957" sldId="401"/>
        </pc:sldMkLst>
        <pc:spChg chg="add mod topLvl">
          <ac:chgData name="Isidora Silva Chiros" userId="0c986419-ce68-48bd-b705-f5a03ec14101" providerId="ADAL" clId="{BCD2818F-01C6-4AA5-A3AE-DDBFA260FF8C}" dt="2026-07-21T15:26:53.705" v="3127" actId="207"/>
          <ac:spMkLst>
            <pc:docMk/>
            <pc:sldMk cId="4195091957" sldId="401"/>
            <ac:spMk id="9" creationId="{851A6632-D58A-C6B2-A102-894ED3D5CD67}"/>
          </ac:spMkLst>
        </pc:spChg>
        <pc:spChg chg="add mod topLvl">
          <ac:chgData name="Isidora Silva Chiros" userId="0c986419-ce68-48bd-b705-f5a03ec14101" providerId="ADAL" clId="{BCD2818F-01C6-4AA5-A3AE-DDBFA260FF8C}" dt="2026-07-21T15:26:57.645" v="3128" actId="207"/>
          <ac:spMkLst>
            <pc:docMk/>
            <pc:sldMk cId="4195091957" sldId="401"/>
            <ac:spMk id="10" creationId="{E50DD29A-9625-1A32-926A-A81C070255BC}"/>
          </ac:spMkLst>
        </pc:spChg>
        <pc:spChg chg="add mod topLvl">
          <ac:chgData name="Isidora Silva Chiros" userId="0c986419-ce68-48bd-b705-f5a03ec14101" providerId="ADAL" clId="{BCD2818F-01C6-4AA5-A3AE-DDBFA260FF8C}" dt="2026-07-21T15:27:02.760" v="3129" actId="207"/>
          <ac:spMkLst>
            <pc:docMk/>
            <pc:sldMk cId="4195091957" sldId="401"/>
            <ac:spMk id="11" creationId="{93382588-BCEA-912A-EF6B-41B42556EC59}"/>
          </ac:spMkLst>
        </pc:spChg>
        <pc:spChg chg="add mod">
          <ac:chgData name="Isidora Silva Chiros" userId="0c986419-ce68-48bd-b705-f5a03ec14101" providerId="ADAL" clId="{BCD2818F-01C6-4AA5-A3AE-DDBFA260FF8C}" dt="2026-07-21T15:32:10.461" v="3274" actId="20577"/>
          <ac:spMkLst>
            <pc:docMk/>
            <pc:sldMk cId="4195091957" sldId="401"/>
            <ac:spMk id="13" creationId="{2E6FF8EE-57AB-A231-1F86-EF178B84144E}"/>
          </ac:spMkLst>
        </pc:spChg>
        <pc:spChg chg="add mod">
          <ac:chgData name="Isidora Silva Chiros" userId="0c986419-ce68-48bd-b705-f5a03ec14101" providerId="ADAL" clId="{BCD2818F-01C6-4AA5-A3AE-DDBFA260FF8C}" dt="2026-07-21T15:32:27.078" v="3278" actId="1076"/>
          <ac:spMkLst>
            <pc:docMk/>
            <pc:sldMk cId="4195091957" sldId="401"/>
            <ac:spMk id="20" creationId="{208ADBB4-4873-57C4-CF14-BD67FEE7925B}"/>
          </ac:spMkLst>
        </pc:spChg>
        <pc:spChg chg="add mod">
          <ac:chgData name="Isidora Silva Chiros" userId="0c986419-ce68-48bd-b705-f5a03ec14101" providerId="ADAL" clId="{BCD2818F-01C6-4AA5-A3AE-DDBFA260FF8C}" dt="2026-07-21T15:33:30.758" v="3300"/>
          <ac:spMkLst>
            <pc:docMk/>
            <pc:sldMk cId="4195091957" sldId="401"/>
            <ac:spMk id="22" creationId="{A850010F-3FD8-88C4-FD74-C2B679DF6ECF}"/>
          </ac:spMkLst>
        </pc:spChg>
        <pc:picChg chg="add mod">
          <ac:chgData name="Isidora Silva Chiros" userId="0c986419-ce68-48bd-b705-f5a03ec14101" providerId="ADAL" clId="{BCD2818F-01C6-4AA5-A3AE-DDBFA260FF8C}" dt="2026-07-21T15:31:21.043" v="3239" actId="1076"/>
          <ac:picMkLst>
            <pc:docMk/>
            <pc:sldMk cId="4195091957" sldId="401"/>
            <ac:picMk id="15" creationId="{FEC9D7A0-9E14-070A-512B-A1D3340F0A65}"/>
          </ac:picMkLst>
        </pc:picChg>
        <pc:picChg chg="add mod">
          <ac:chgData name="Isidora Silva Chiros" userId="0c986419-ce68-48bd-b705-f5a03ec14101" providerId="ADAL" clId="{BCD2818F-01C6-4AA5-A3AE-DDBFA260FF8C}" dt="2026-07-21T15:31:06.033" v="3236" actId="555"/>
          <ac:picMkLst>
            <pc:docMk/>
            <pc:sldMk cId="4195091957" sldId="401"/>
            <ac:picMk id="17" creationId="{34340E00-5C1F-A998-A2FD-A911E1F55AA4}"/>
          </ac:picMkLst>
        </pc:picChg>
        <pc:picChg chg="add mod">
          <ac:chgData name="Isidora Silva Chiros" userId="0c986419-ce68-48bd-b705-f5a03ec14101" providerId="ADAL" clId="{BCD2818F-01C6-4AA5-A3AE-DDBFA260FF8C}" dt="2026-07-21T15:31:06.033" v="3236" actId="555"/>
          <ac:picMkLst>
            <pc:docMk/>
            <pc:sldMk cId="4195091957" sldId="401"/>
            <ac:picMk id="19" creationId="{CCCB8D51-EC90-C0D9-D09C-BF0F7C4D50DF}"/>
          </ac:picMkLst>
        </pc:picChg>
      </pc:sldChg>
      <pc:sldChg chg="addSp delSp modSp add mod delAnim modAnim">
        <pc:chgData name="Isidora Silva Chiros" userId="0c986419-ce68-48bd-b705-f5a03ec14101" providerId="ADAL" clId="{BCD2818F-01C6-4AA5-A3AE-DDBFA260FF8C}" dt="2026-07-21T18:21:32.205" v="4229"/>
        <pc:sldMkLst>
          <pc:docMk/>
          <pc:sldMk cId="2243968560" sldId="402"/>
        </pc:sldMkLst>
        <pc:spChg chg="mod">
          <ac:chgData name="Isidora Silva Chiros" userId="0c986419-ce68-48bd-b705-f5a03ec14101" providerId="ADAL" clId="{BCD2818F-01C6-4AA5-A3AE-DDBFA260FF8C}" dt="2026-07-21T16:26:58.380" v="3930" actId="207"/>
          <ac:spMkLst>
            <pc:docMk/>
            <pc:sldMk cId="2243968560" sldId="402"/>
            <ac:spMk id="8" creationId="{1A269E84-17CF-7A43-F617-DC18FC4872A3}"/>
          </ac:spMkLst>
        </pc:spChg>
        <pc:spChg chg="add mod">
          <ac:chgData name="Isidora Silva Chiros" userId="0c986419-ce68-48bd-b705-f5a03ec14101" providerId="ADAL" clId="{BCD2818F-01C6-4AA5-A3AE-DDBFA260FF8C}" dt="2026-07-21T18:21:00.217" v="4223" actId="20577"/>
          <ac:spMkLst>
            <pc:docMk/>
            <pc:sldMk cId="2243968560" sldId="402"/>
            <ac:spMk id="11" creationId="{E104E6F0-B760-17F5-FC67-5D2C0D412788}"/>
          </ac:spMkLst>
        </pc:spChg>
        <pc:picChg chg="add mod">
          <ac:chgData name="Isidora Silva Chiros" userId="0c986419-ce68-48bd-b705-f5a03ec14101" providerId="ADAL" clId="{BCD2818F-01C6-4AA5-A3AE-DDBFA260FF8C}" dt="2026-07-21T18:21:15.668" v="4226" actId="1076"/>
          <ac:picMkLst>
            <pc:docMk/>
            <pc:sldMk cId="2243968560" sldId="402"/>
            <ac:picMk id="12" creationId="{B0B30F02-7321-C270-A3BE-02DB5EBDA323}"/>
          </ac:picMkLst>
        </pc:picChg>
      </pc:sldChg>
      <pc:sldChg chg="addSp delSp modSp new mod ord modClrScheme chgLayout">
        <pc:chgData name="Isidora Silva Chiros" userId="0c986419-ce68-48bd-b705-f5a03ec14101" providerId="ADAL" clId="{BCD2818F-01C6-4AA5-A3AE-DDBFA260FF8C}" dt="2026-07-23T13:26:50.814" v="4709"/>
        <pc:sldMkLst>
          <pc:docMk/>
          <pc:sldMk cId="3412066388" sldId="403"/>
        </pc:sldMkLst>
        <pc:spChg chg="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4" creationId="{8470BD6B-29C6-C13F-6DDA-9089CDD6D27F}"/>
          </ac:spMkLst>
        </pc:spChg>
        <pc:spChg chg="add mod ord">
          <ac:chgData name="Isidora Silva Chiros" userId="0c986419-ce68-48bd-b705-f5a03ec14101" providerId="ADAL" clId="{BCD2818F-01C6-4AA5-A3AE-DDBFA260FF8C}" dt="2026-07-21T18:34:06.092" v="4266" actId="403"/>
          <ac:spMkLst>
            <pc:docMk/>
            <pc:sldMk cId="3412066388" sldId="403"/>
            <ac:spMk id="5" creationId="{09992BF4-94E8-B2E9-48D0-FD49B53E9487}"/>
          </ac:spMkLst>
        </pc:spChg>
        <pc:spChg chg="add 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8" creationId="{37CA639D-9F17-82A8-9F79-EF324E75E5AF}"/>
          </ac:spMkLst>
        </pc:spChg>
        <pc:spChg chg="add 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9" creationId="{D01570D9-DA57-3435-C0E8-DDA86456C65F}"/>
          </ac:spMkLst>
        </pc:spChg>
        <pc:spChg chg="add mod ord">
          <ac:chgData name="Isidora Silva Chiros" userId="0c986419-ce68-48bd-b705-f5a03ec14101" providerId="ADAL" clId="{BCD2818F-01C6-4AA5-A3AE-DDBFA260FF8C}" dt="2026-07-21T18:55:22.871" v="4691" actId="20577"/>
          <ac:spMkLst>
            <pc:docMk/>
            <pc:sldMk cId="3412066388" sldId="403"/>
            <ac:spMk id="10" creationId="{DDAD9E32-24AA-10F3-0538-AC89EAFEF324}"/>
          </ac:spMkLst>
        </pc:spChg>
        <pc:spChg chg="add mod">
          <ac:chgData name="Isidora Silva Chiros" userId="0c986419-ce68-48bd-b705-f5a03ec14101" providerId="ADAL" clId="{BCD2818F-01C6-4AA5-A3AE-DDBFA260FF8C}" dt="2026-07-21T18:41:29.961" v="4345" actId="20577"/>
          <ac:spMkLst>
            <pc:docMk/>
            <pc:sldMk cId="3412066388" sldId="403"/>
            <ac:spMk id="11" creationId="{1083BC74-E48C-74A0-40E9-8DAFFF2B7288}"/>
          </ac:spMkLst>
        </pc:spChg>
        <pc:spChg chg="add mod">
          <ac:chgData name="Isidora Silva Chiros" userId="0c986419-ce68-48bd-b705-f5a03ec14101" providerId="ADAL" clId="{BCD2818F-01C6-4AA5-A3AE-DDBFA260FF8C}" dt="2026-07-21T18:46:11.513" v="4482" actId="20577"/>
          <ac:spMkLst>
            <pc:docMk/>
            <pc:sldMk cId="3412066388" sldId="403"/>
            <ac:spMk id="12" creationId="{CD5FCD26-635B-ED32-07CB-6ACB5CD2805C}"/>
          </ac:spMkLst>
        </pc:spChg>
        <pc:spChg chg="add mod">
          <ac:chgData name="Isidora Silva Chiros" userId="0c986419-ce68-48bd-b705-f5a03ec14101" providerId="ADAL" clId="{BCD2818F-01C6-4AA5-A3AE-DDBFA260FF8C}" dt="2026-07-21T18:46:13.912" v="4484" actId="20577"/>
          <ac:spMkLst>
            <pc:docMk/>
            <pc:sldMk cId="3412066388" sldId="403"/>
            <ac:spMk id="13" creationId="{748AF561-7AEC-520F-DE0C-B775FD17A068}"/>
          </ac:spMkLst>
        </pc:spChg>
        <pc:spChg chg="add mod">
          <ac:chgData name="Isidora Silva Chiros" userId="0c986419-ce68-48bd-b705-f5a03ec14101" providerId="ADAL" clId="{BCD2818F-01C6-4AA5-A3AE-DDBFA260FF8C}" dt="2026-07-21T18:48:48.325" v="4591" actId="6549"/>
          <ac:spMkLst>
            <pc:docMk/>
            <pc:sldMk cId="3412066388" sldId="403"/>
            <ac:spMk id="14" creationId="{0E8566A9-AF5F-FFAB-6443-85A50F5D79FF}"/>
          </ac:spMkLst>
        </pc:spChg>
        <pc:spChg chg="add mod">
          <ac:chgData name="Isidora Silva Chiros" userId="0c986419-ce68-48bd-b705-f5a03ec14101" providerId="ADAL" clId="{BCD2818F-01C6-4AA5-A3AE-DDBFA260FF8C}" dt="2026-07-21T18:46:27.984" v="4489" actId="20577"/>
          <ac:spMkLst>
            <pc:docMk/>
            <pc:sldMk cId="3412066388" sldId="403"/>
            <ac:spMk id="15" creationId="{957A41A0-E707-C4CE-275B-1C7D572E7138}"/>
          </ac:spMkLst>
        </pc:spChg>
        <pc:spChg chg="add mod">
          <ac:chgData name="Isidora Silva Chiros" userId="0c986419-ce68-48bd-b705-f5a03ec14101" providerId="ADAL" clId="{BCD2818F-01C6-4AA5-A3AE-DDBFA260FF8C}" dt="2026-07-21T18:47:36.502" v="4513" actId="20577"/>
          <ac:spMkLst>
            <pc:docMk/>
            <pc:sldMk cId="3412066388" sldId="403"/>
            <ac:spMk id="16" creationId="{8CA5DFCA-E761-5A1B-FD37-32E3761DB81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097A3-8DD6-420B-AB1F-30262CEC0103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3FE4B-2A11-4174-9591-0C9981A24A8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603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29021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Para </a:t>
            </a:r>
            <a:r>
              <a:rPr lang="es-ES" err="1"/>
              <a:t>PDFs</a:t>
            </a:r>
            <a:r>
              <a:rPr lang="es-ES"/>
              <a:t> por ejemplo, se les enviará el camino, o el link de la carpeta, para que puedan ver el archivo, y dejar sus comentarios en el </a:t>
            </a:r>
            <a:r>
              <a:rPr lang="es-ES" err="1"/>
              <a:t>pdf</a:t>
            </a:r>
            <a:r>
              <a:rPr lang="es-ES"/>
              <a:t>.</a:t>
            </a:r>
          </a:p>
          <a:p>
            <a:endParaRPr lang="es-ES"/>
          </a:p>
          <a:p>
            <a:r>
              <a:rPr lang="es-ES"/>
              <a:t>El proceso con las imágenes es similar.</a:t>
            </a:r>
          </a:p>
          <a:p>
            <a:endParaRPr lang="es-ES"/>
          </a:p>
          <a:p>
            <a:r>
              <a:rPr lang="es-ES"/>
              <a:t>En el caso de los videos, se les enviará el link del mismo </a:t>
            </a:r>
            <a:r>
              <a:rPr lang="es-ES" err="1"/>
              <a:t>via</a:t>
            </a:r>
            <a:r>
              <a:rPr lang="es-ES"/>
              <a:t> </a:t>
            </a:r>
            <a:r>
              <a:rPr lang="es-ES" err="1"/>
              <a:t>sharepoint</a:t>
            </a:r>
            <a:r>
              <a:rPr lang="es-ES"/>
              <a:t>, donde podrán dejar sus comentarios.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2461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noProof="0"/>
              <a:t>Haga clic para modificar el estilo de subtítulo del patrón</a:t>
            </a:r>
            <a:endParaRPr lang="en-GB" noProof="0" dirty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75C220-CE6D-47EE-AD4A-FFF4B5EBA863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C7CC-EA31-471A-9C0F-7D75EA7BEC22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9F733B2-9299-4499-9563-F289B2800722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5A7ADBFF-FA0E-4161-940E-938B32966E54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endParaRPr lang="en-GB" noProof="0" dirty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5583-A164-4A49-9BCB-405A916382AB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88901B5-C238-411B-BA65-1E591DA3563A}" type="datetime1">
              <a:rPr lang="en-GB" smtClean="0"/>
              <a:t>23/07/2026</a:t>
            </a:fld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68F2EE-FA19-4DFF-AB74-BF506FF2AD90}" type="datetime1">
              <a:rPr lang="en-GB" smtClean="0"/>
              <a:t>23/07/2026</a:t>
            </a:fld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4DEF6CD-836D-4E0D-A33E-3F010FDB910E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98F85-BCF2-4F17-BB45-DAB4C33A9AA1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96BC2D-867D-4107-BCF4-EEFB0652966E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1185D-263B-4DB9-B2FF-C09547B33D21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3F0-37AB-4348-93ED-28FCA0314038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770392D7-AA18-4C58-9CFE-0E3E55ECA2DD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8AD484E-34CD-4BF9-83F4-BC5B808B1F9D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1998B90-3991-4DF0-A8B0-9E66CDC180F6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34B40-974C-4475-9C7C-C05D3A09BB41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A180-779A-40B0-9CE8-27D1B3E91257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CD2F0-10C9-4052-BD65-A211E55834C0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C9B-274B-4C31-9353-AB131B04B55C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2D5B-2D87-47E5-9DE1-B6B79537A9CC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D2C76EFE-D5BF-451D-8785-804321CC4DB1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E1B5B-3CC7-4BE6-8337-91F44BBB1272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23551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ADC45D25-F647-42BC-AA0D-2CB88534BF0A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‹Nº›</a:t>
            </a:fld>
            <a:endParaRPr lang="en-GB" dirty="0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51" r:id="rId6"/>
    <p:sldLayoutId id="2147483669" r:id="rId7"/>
    <p:sldLayoutId id="2147483665" r:id="rId8"/>
    <p:sldLayoutId id="2147483652" r:id="rId9"/>
    <p:sldLayoutId id="2147483653" r:id="rId10"/>
    <p:sldLayoutId id="2147483664" r:id="rId11"/>
    <p:sldLayoutId id="2147483666" r:id="rId12"/>
    <p:sldLayoutId id="2147483662" r:id="rId13"/>
    <p:sldLayoutId id="2147483663" r:id="rId14"/>
    <p:sldLayoutId id="2147483674" r:id="rId15"/>
    <p:sldLayoutId id="2147483654" r:id="rId16"/>
    <p:sldLayoutId id="2147483655" r:id="rId17"/>
    <p:sldLayoutId id="2147483670" r:id="rId18"/>
    <p:sldLayoutId id="2147483672" r:id="rId19"/>
    <p:sldLayoutId id="2147483673" r:id="rId20"/>
    <p:sldLayoutId id="2147483661" r:id="rId21"/>
    <p:sldLayoutId id="2147483675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4270C-11F9-14CF-B649-EC44EA064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F905BB2-87EB-D949-4BE0-45E82A118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4252EC57-0F24-391E-CACF-E2F4637D2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Complementary Info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ACA23E4-6952-59F1-7F47-F0775CC0D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619435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DDAD9E32-24AA-10F3-0538-AC89EAFEF324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you</a:t>
            </a:r>
            <a:r>
              <a:rPr lang="es-ES" dirty="0"/>
              <a:t> </a:t>
            </a:r>
            <a:r>
              <a:rPr lang="es-ES" dirty="0" err="1"/>
              <a:t>have</a:t>
            </a:r>
            <a:r>
              <a:rPr lang="es-ES" dirty="0"/>
              <a:t> </a:t>
            </a:r>
            <a:r>
              <a:rPr lang="es-ES" dirty="0" err="1"/>
              <a:t>any</a:t>
            </a:r>
            <a:r>
              <a:rPr lang="es-ES" dirty="0"/>
              <a:t> </a:t>
            </a:r>
            <a:r>
              <a:rPr lang="es-ES" dirty="0" err="1"/>
              <a:t>questions</a:t>
            </a:r>
            <a:r>
              <a:rPr lang="es-ES" dirty="0"/>
              <a:t> </a:t>
            </a:r>
            <a:r>
              <a:rPr lang="es-ES" dirty="0" err="1"/>
              <a:t>related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specific</a:t>
            </a:r>
            <a:r>
              <a:rPr lang="es-ES" dirty="0"/>
              <a:t> </a:t>
            </a:r>
            <a:r>
              <a:rPr lang="es-ES" dirty="0" err="1"/>
              <a:t>themes</a:t>
            </a:r>
            <a:r>
              <a:rPr lang="es-ES" dirty="0"/>
              <a:t>, </a:t>
            </a:r>
            <a:r>
              <a:rPr lang="es-ES" dirty="0" err="1"/>
              <a:t>you</a:t>
            </a:r>
            <a:r>
              <a:rPr lang="es-ES" dirty="0"/>
              <a:t> can </a:t>
            </a:r>
            <a:r>
              <a:rPr lang="es-ES" dirty="0" err="1"/>
              <a:t>contact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following</a:t>
            </a:r>
            <a:r>
              <a:rPr lang="es-ES" dirty="0"/>
              <a:t> </a:t>
            </a:r>
            <a:r>
              <a:rPr lang="es-ES" dirty="0" err="1"/>
              <a:t>people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70BD6B-29C6-C13F-6DDA-9089CDD6D27F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26</a:t>
            </a:fld>
            <a:endParaRPr lang="en-GB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D01570D9-DA57-3435-C0E8-DDA86456C65F}"/>
              </a:ext>
            </a:extLst>
          </p:cNvPr>
          <p:cNvSpPr>
            <a:spLocks noGrp="1"/>
          </p:cNvSpPr>
          <p:nvPr>
            <p:ph type="pic" idx="1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7CA639D-9F17-82A8-9F79-EF324E75E5AF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r>
              <a:rPr lang="es-ES" dirty="0"/>
              <a:t>Who </a:t>
            </a:r>
            <a:r>
              <a:rPr lang="es-ES" dirty="0" err="1"/>
              <a:t>is</a:t>
            </a:r>
            <a:r>
              <a:rPr lang="es-ES" dirty="0"/>
              <a:t> in </a:t>
            </a:r>
            <a:r>
              <a:rPr lang="es-ES" dirty="0" err="1"/>
              <a:t>charge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what</a:t>
            </a:r>
            <a:endParaRPr lang="es-ES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9992BF4-94E8-B2E9-48D0-FD49B53E9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Stakeholder map </a:t>
            </a:r>
            <a:endParaRPr lang="es-ES" sz="3600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1083BC74-E48C-74A0-40E9-8DAFFF2B7288}"/>
              </a:ext>
            </a:extLst>
          </p:cNvPr>
          <p:cNvSpPr/>
          <p:nvPr/>
        </p:nvSpPr>
        <p:spPr>
          <a:xfrm>
            <a:off x="2184400" y="2562225"/>
            <a:ext cx="1733550" cy="17335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Have </a:t>
            </a:r>
            <a:r>
              <a:rPr lang="es-ES" sz="1600" b="1" dirty="0" err="1"/>
              <a:t>any</a:t>
            </a:r>
            <a:r>
              <a:rPr lang="es-ES" sz="1600" b="1" dirty="0"/>
              <a:t> </a:t>
            </a:r>
            <a:r>
              <a:rPr lang="es-ES" sz="1600" b="1" dirty="0" err="1"/>
              <a:t>questions</a:t>
            </a:r>
            <a:r>
              <a:rPr lang="es-ES" sz="1600" b="1" dirty="0"/>
              <a:t> </a:t>
            </a:r>
            <a:r>
              <a:rPr lang="es-ES" sz="1600" b="1" dirty="0" err="1"/>
              <a:t>about</a:t>
            </a:r>
            <a:r>
              <a:rPr lang="es-ES" sz="1600" b="1" dirty="0"/>
              <a:t>…?Write </a:t>
            </a:r>
            <a:r>
              <a:rPr lang="es-ES" sz="1600" b="1" dirty="0" err="1"/>
              <a:t>to</a:t>
            </a:r>
            <a:r>
              <a:rPr lang="es-ES" sz="1600" b="1" dirty="0"/>
              <a:t>…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CD5FCD26-635B-ED32-07CB-6ACB5CD2805C}"/>
              </a:ext>
            </a:extLst>
          </p:cNvPr>
          <p:cNvSpPr/>
          <p:nvPr/>
        </p:nvSpPr>
        <p:spPr>
          <a:xfrm>
            <a:off x="2184400" y="708025"/>
            <a:ext cx="1733550" cy="173355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Datasheets related? </a:t>
            </a:r>
          </a:p>
          <a:p>
            <a:pPr algn="ctr"/>
            <a:endParaRPr lang="en-US" sz="1400" dirty="0">
              <a:solidFill>
                <a:schemeClr val="tx2"/>
              </a:solidFill>
            </a:endParaRPr>
          </a:p>
          <a:p>
            <a:pPr algn="ctr"/>
            <a:r>
              <a:rPr lang="en-US" sz="1100" dirty="0">
                <a:solidFill>
                  <a:schemeClr val="tx2"/>
                </a:solidFill>
              </a:rPr>
              <a:t>Write to Kat katmi@biomar.com</a:t>
            </a:r>
            <a:endParaRPr lang="es-ES" sz="1100" dirty="0">
              <a:solidFill>
                <a:schemeClr val="tx2"/>
              </a:solidFill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748AF561-7AEC-520F-DE0C-B775FD17A068}"/>
              </a:ext>
            </a:extLst>
          </p:cNvPr>
          <p:cNvSpPr/>
          <p:nvPr/>
        </p:nvSpPr>
        <p:spPr>
          <a:xfrm>
            <a:off x="3967791" y="2105247"/>
            <a:ext cx="1733550" cy="173355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sz="1400" dirty="0">
                <a:solidFill>
                  <a:schemeClr val="tx2"/>
                </a:solidFill>
              </a:rPr>
              <a:t>R&amp;D </a:t>
            </a:r>
            <a:r>
              <a:rPr lang="es-ES" sz="1400" dirty="0" err="1">
                <a:solidFill>
                  <a:schemeClr val="tx2"/>
                </a:solidFill>
              </a:rPr>
              <a:t>related</a:t>
            </a:r>
            <a:r>
              <a:rPr lang="es-ES" sz="1400" dirty="0">
                <a:solidFill>
                  <a:schemeClr val="tx2"/>
                </a:solidFill>
              </a:rPr>
              <a:t>?</a:t>
            </a:r>
          </a:p>
          <a:p>
            <a:pPr algn="ctr"/>
            <a:endParaRPr lang="es-ES" sz="1400" dirty="0">
              <a:solidFill>
                <a:schemeClr val="tx2"/>
              </a:solidFill>
            </a:endParaRPr>
          </a:p>
          <a:p>
            <a:pPr algn="ctr"/>
            <a:r>
              <a:rPr lang="es-ES" sz="1100" dirty="0">
                <a:solidFill>
                  <a:schemeClr val="tx2"/>
                </a:solidFill>
              </a:rPr>
              <a:t>Write </a:t>
            </a:r>
            <a:r>
              <a:rPr lang="es-ES" sz="1100" dirty="0" err="1">
                <a:solidFill>
                  <a:schemeClr val="tx2"/>
                </a:solidFill>
              </a:rPr>
              <a:t>to</a:t>
            </a:r>
            <a:r>
              <a:rPr lang="es-ES" sz="1100" dirty="0">
                <a:solidFill>
                  <a:schemeClr val="tx2"/>
                </a:solidFill>
              </a:rPr>
              <a:t> Elisabeth eliaa@biomar.com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0E8566A9-AF5F-FFAB-6443-85A50F5D79FF}"/>
              </a:ext>
            </a:extLst>
          </p:cNvPr>
          <p:cNvSpPr/>
          <p:nvPr/>
        </p:nvSpPr>
        <p:spPr>
          <a:xfrm>
            <a:off x="401009" y="2105247"/>
            <a:ext cx="1733550" cy="173355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t>Technical questions?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t>Write to Iannis, Andreina, Bruno or Ewan</a:t>
            </a:r>
            <a:endParaRPr kumimoji="0" lang="es-ES" sz="1400" b="0" i="0" u="none" strike="noStrike" kern="1200" cap="none" spc="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957A41A0-E707-C4CE-275B-1C7D572E7138}"/>
              </a:ext>
            </a:extLst>
          </p:cNvPr>
          <p:cNvSpPr/>
          <p:nvPr/>
        </p:nvSpPr>
        <p:spPr>
          <a:xfrm>
            <a:off x="3175357" y="4210494"/>
            <a:ext cx="1733550" cy="173355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LARVIVA related?</a:t>
            </a:r>
          </a:p>
          <a:p>
            <a:pPr algn="ctr"/>
            <a:endParaRPr lang="en-US" sz="1400" dirty="0">
              <a:solidFill>
                <a:schemeClr val="tx2"/>
              </a:solidFill>
            </a:endParaRPr>
          </a:p>
          <a:p>
            <a:pPr algn="ctr"/>
            <a:r>
              <a:rPr lang="en-US" sz="1100" dirty="0">
                <a:solidFill>
                  <a:schemeClr val="tx2"/>
                </a:solidFill>
              </a:rPr>
              <a:t>Write to Daniela vdv@biomar.com</a:t>
            </a:r>
            <a:endParaRPr lang="es-ES" sz="1400" dirty="0">
              <a:solidFill>
                <a:schemeClr val="tx2"/>
              </a:solidFill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8CA5DFCA-E761-5A1B-FD37-32E3761DB811}"/>
              </a:ext>
            </a:extLst>
          </p:cNvPr>
          <p:cNvSpPr/>
          <p:nvPr/>
        </p:nvSpPr>
        <p:spPr>
          <a:xfrm>
            <a:off x="1117860" y="4210494"/>
            <a:ext cx="1733550" cy="173355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t>SmartCare related?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  <a:p>
            <a:pPr lvl="0" algn="ctr"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t>Write to </a:t>
            </a:r>
            <a:r>
              <a:rPr lang="en-US" sz="1100" dirty="0">
                <a:solidFill>
                  <a:srgbClr val="1F3E77"/>
                </a:solidFill>
              </a:rPr>
              <a:t>Torunn torfo@biomar.com</a:t>
            </a:r>
            <a:endParaRPr kumimoji="0" lang="es-ES" sz="1400" b="0" i="0" u="none" strike="noStrike" kern="1200" cap="none" spc="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2066388"/>
      </p:ext>
    </p:extLst>
  </p:cSld>
  <p:clrMapOvr>
    <a:masterClrMapping/>
  </p:clrMapOvr>
</p:sld>
</file>

<file path=ppt/theme/theme1.xml><?xml version="1.0" encoding="utf-8"?>
<a:theme xmlns:a="http://schemas.openxmlformats.org/drawingml/2006/main" name="BioMar">
  <a:themeElements>
    <a:clrScheme name="Personalizado 4">
      <a:dk1>
        <a:srgbClr val="575756"/>
      </a:dk1>
      <a:lt1>
        <a:srgbClr val="FFFFFF"/>
      </a:lt1>
      <a:dk2>
        <a:srgbClr val="1F3E77"/>
      </a:dk2>
      <a:lt2>
        <a:srgbClr val="0471AD"/>
      </a:lt2>
      <a:accent1>
        <a:srgbClr val="1F3E77"/>
      </a:accent1>
      <a:accent2>
        <a:srgbClr val="92CEE8"/>
      </a:accent2>
      <a:accent3>
        <a:srgbClr val="C3E4EF"/>
      </a:accent3>
      <a:accent4>
        <a:srgbClr val="EAB318"/>
      </a:accent4>
      <a:accent5>
        <a:srgbClr val="97D130"/>
      </a:accent5>
      <a:accent6>
        <a:srgbClr val="DD6928"/>
      </a:accent6>
      <a:hlink>
        <a:srgbClr val="0471AD"/>
      </a:hlink>
      <a:folHlink>
        <a:srgbClr val="C3E4EF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emplate" id="{964861F3-758B-4765-B772-DE0135CDE128}" vid="{0BFA3625-C3FD-4892-976F-D7CB13A1CF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F22A88B03891499CA2E030A787E0F8" ma:contentTypeVersion="18" ma:contentTypeDescription="Crear nuevo documento." ma:contentTypeScope="" ma:versionID="55271805713a6818c818a9dcc996f231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7c92f7a882c88d4ddd82b371d267d3cb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63B5EC7-72E2-472E-85BC-3CBA5C2A0B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cb7051-c7c6-44c0-af61-9813c784cbe1"/>
    <ds:schemaRef ds:uri="3cdbaa95-48e7-4af6-ba46-b4955525a9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EF327ED-68C2-4084-ABDB-D7CBEEFC327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F039FB-4976-470F-B657-603FB156CF26}">
  <ds:schemaRefs>
    <ds:schemaRef ds:uri="http://schemas.microsoft.com/office/2006/metadata/properties"/>
    <ds:schemaRef ds:uri="http://schemas.microsoft.com/office/infopath/2007/PartnerControls"/>
    <ds:schemaRef ds:uri="06cb7051-c7c6-44c0-af61-9813c784cbe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BioMar Widescreen Template</Template>
  <TotalTime>631</TotalTime>
  <Words>2056</Words>
  <Application>Microsoft Office PowerPoint</Application>
  <PresentationFormat>Panorámica</PresentationFormat>
  <Paragraphs>229</Paragraphs>
  <Slides>27</Slides>
  <Notes>2</Notes>
  <HiddenSlides>0</HiddenSlides>
  <MMClips>3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1" baseType="lpstr">
      <vt:lpstr>Arial</vt:lpstr>
      <vt:lpstr>Calibri</vt:lpstr>
      <vt:lpstr>Wingdings</vt:lpstr>
      <vt:lpstr>BioMar</vt:lpstr>
      <vt:lpstr>Design Hub Playbook</vt:lpstr>
      <vt:lpstr>Table of Content</vt:lpstr>
      <vt:lpstr>From Brief to Final Version</vt:lpstr>
      <vt:lpstr>Everything starts with an email</vt:lpstr>
      <vt:lpstr>Everything starts with an email</vt:lpstr>
      <vt:lpstr>Everything starts with an email</vt:lpstr>
      <vt:lpstr>Design Hub Task Manager</vt:lpstr>
      <vt:lpstr>Design Hub Task Manager</vt:lpstr>
      <vt:lpstr>Design Hub Task Manager</vt:lpstr>
      <vt:lpstr>Design Hub Task Manager</vt:lpstr>
      <vt:lpstr>Design Hub Task Manager</vt:lpstr>
      <vt:lpstr>Design Hub Task Manager</vt:lpstr>
      <vt:lpstr>Task Process Walkthrough</vt:lpstr>
      <vt:lpstr>First, where to find things? WIP</vt:lpstr>
      <vt:lpstr>File Storage</vt:lpstr>
      <vt:lpstr>File naming conventions</vt:lpstr>
      <vt:lpstr>Folders you can create for each project </vt:lpstr>
      <vt:lpstr>Versioning</vt:lpstr>
      <vt:lpstr>Sending a file to review</vt:lpstr>
      <vt:lpstr>Receiving Feedback</vt:lpstr>
      <vt:lpstr>Previous Version Folder</vt:lpstr>
      <vt:lpstr>Exporting FINAL versions</vt:lpstr>
      <vt:lpstr>Closing tasks</vt:lpstr>
      <vt:lpstr>Closing tasks</vt:lpstr>
      <vt:lpstr>Complementary Info</vt:lpstr>
      <vt:lpstr>Stakeholder map </vt:lpstr>
      <vt:lpstr>When to use what?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Isidora Silva Chiros</dc:creator>
  <cp:lastModifiedBy>Isidora Silva Chiros</cp:lastModifiedBy>
  <cp:revision>1</cp:revision>
  <dcterms:created xsi:type="dcterms:W3CDTF">2026-07-09T17:19:29Z</dcterms:created>
  <dcterms:modified xsi:type="dcterms:W3CDTF">2026-07-23T13:26:52Z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