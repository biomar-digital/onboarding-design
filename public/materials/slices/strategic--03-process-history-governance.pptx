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2"/>
  </p:notesMasterIdLst>
  <p:sldIdLst>
    <p:sldId id="406" r:id="rId13"/>
    <p:sldId id="2147471940" r:id="rId14"/>
    <p:sldId id="141168962" r:id="rId15"/>
    <p:sldId id="2147471934" r:id="rId16"/>
    <p:sldId id="2147471941" r:id="rId17"/>
    <p:sldId id="214747193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71AD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4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1" Type="http://schemas.openxmlformats.org/officeDocument/2006/relationships/customXml" Target="../customXml/item1.xml"/><Relationship Id="rId24" Type="http://schemas.openxmlformats.org/officeDocument/2006/relationships/viewProps" Target="viewProps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03T16:54:00.274" v="4011" actId="20577"/>
      <pc:docMkLst>
        <pc:docMk/>
      </pc:docMkLst>
      <pc:sldChg chg="addSp modSp mod modNotesTx">
        <pc:chgData name="Isidora Silva Chiros" userId="0c986419-ce68-48bd-b705-f5a03ec14101" providerId="ADAL" clId="{BCD2818F-01C6-4AA5-A3AE-DDBFA260FF8C}" dt="2026-07-03T16:54:00.274" v="4011" actId="20577"/>
        <pc:sldMkLst>
          <pc:docMk/>
          <pc:sldMk cId="2895296564" sldId="257"/>
        </pc:sldMkLst>
        <pc:spChg chg="mod">
          <ac:chgData name="Isidora Silva Chiros" userId="0c986419-ce68-48bd-b705-f5a03ec14101" providerId="ADAL" clId="{BCD2818F-01C6-4AA5-A3AE-DDBFA260FF8C}" dt="2026-07-03T16:54:00.274" v="4011" actId="20577"/>
          <ac:spMkLst>
            <pc:docMk/>
            <pc:sldMk cId="2895296564" sldId="257"/>
            <ac:spMk id="4" creationId="{692A734B-FA63-AA24-1F28-2D6D0F930D30}"/>
          </ac:spMkLst>
        </pc:spChg>
      </pc:sldChg>
    </pc:docChg>
  </pc:docChgLst>
  <pc:docChgLst>
    <pc:chgData name="Andres Bernadou" userId="03fff62b-e549-456b-a7f9-42d2972824e9" providerId="ADAL" clId="{0CB13D59-2190-41A4-A0AC-6FE063695352}"/>
    <pc:docChg chg="undo custSel addSld modSld sldOrd">
      <pc:chgData name="Andres Bernadou" userId="03fff62b-e549-456b-a7f9-42d2972824e9" providerId="ADAL" clId="{0CB13D59-2190-41A4-A0AC-6FE063695352}" dt="2026-06-04T08:44:59.729" v="436" actId="20577"/>
      <pc:docMkLst>
        <pc:docMk/>
      </pc:docMkLst>
      <pc:sldChg chg="addSp delSp modSp mod">
        <pc:chgData name="Andres Bernadou" userId="03fff62b-e549-456b-a7f9-42d2972824e9" providerId="ADAL" clId="{0CB13D59-2190-41A4-A0AC-6FE063695352}" dt="2026-06-03T13:52:20.486" v="415" actId="20577"/>
        <pc:sldMkLst>
          <pc:docMk/>
          <pc:sldMk cId="2895296564" sldId="257"/>
        </pc:sldMkLst>
        <pc:spChg chg="mod">
          <ac:chgData name="Andres Bernadou" userId="03fff62b-e549-456b-a7f9-42d2972824e9" providerId="ADAL" clId="{0CB13D59-2190-41A4-A0AC-6FE063695352}" dt="2026-06-03T13:51:59.495" v="379" actId="20577"/>
          <ac:spMkLst>
            <pc:docMk/>
            <pc:sldMk cId="2895296564" sldId="257"/>
            <ac:spMk id="72" creationId="{6610583F-94B3-E75B-81CD-AECAB3F94465}"/>
          </ac:spMkLst>
        </pc:spChg>
        <pc:spChg chg="mod">
          <ac:chgData name="Andres Bernadou" userId="03fff62b-e549-456b-a7f9-42d2972824e9" providerId="ADAL" clId="{0CB13D59-2190-41A4-A0AC-6FE063695352}" dt="2026-06-03T13:52:20.486" v="415" actId="20577"/>
          <ac:spMkLst>
            <pc:docMk/>
            <pc:sldMk cId="2895296564" sldId="257"/>
            <ac:spMk id="77" creationId="{D34A1679-C2C4-9901-026D-B7C8EA3340BA}"/>
          </ac:spMkLst>
        </pc:spChg>
      </pc:sldChg>
      <pc:sldChg chg="modSp mod">
        <pc:chgData name="Andres Bernadou" userId="03fff62b-e549-456b-a7f9-42d2972824e9" providerId="ADAL" clId="{0CB13D59-2190-41A4-A0AC-6FE063695352}" dt="2026-06-04T08:44:59.729" v="436" actId="20577"/>
        <pc:sldMkLst>
          <pc:docMk/>
          <pc:sldMk cId="0" sldId="141168962"/>
        </pc:sldMkLst>
        <pc:spChg chg="mod">
          <ac:chgData name="Andres Bernadou" userId="03fff62b-e549-456b-a7f9-42d2972824e9" providerId="ADAL" clId="{0CB13D59-2190-41A4-A0AC-6FE063695352}" dt="2026-06-04T08:44:59.729" v="436" actId="20577"/>
          <ac:spMkLst>
            <pc:docMk/>
            <pc:sldMk cId="0" sldId="141168962"/>
            <ac:spMk id="76" creationId="{1F3D52EF-D177-C240-EF43-0CD3420B3E3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0EBD9D-148E-4070-90BE-731438035BF5}" type="doc">
      <dgm:prSet loTypeId="urn:microsoft.com/office/officeart/2005/8/layout/radial3" loCatId="relationship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s-ES"/>
        </a:p>
      </dgm:t>
    </dgm:pt>
    <dgm:pt modelId="{1D2DFFB7-514C-4EE1-9876-CA6B5B02F3FA}">
      <dgm:prSet phldrT="[Texto]" custT="1"/>
      <dgm:spPr>
        <a:solidFill>
          <a:schemeClr val="bg2">
            <a:alpha val="50000"/>
          </a:schemeClr>
        </a:solidFill>
      </dgm:spPr>
      <dgm:t>
        <a:bodyPr lIns="0" tIns="0" rIns="0" bIns="0" anchor="ctr"/>
        <a:lstStyle/>
        <a:p>
          <a:r>
            <a:rPr lang="en-US" sz="3200" b="1">
              <a:solidFill>
                <a:schemeClr val="bg1"/>
              </a:solidFill>
            </a:rPr>
            <a:t>Design Hub </a:t>
          </a:r>
          <a:endParaRPr lang="es-ES" sz="3200">
            <a:solidFill>
              <a:schemeClr val="bg1"/>
            </a:solidFill>
          </a:endParaRPr>
        </a:p>
      </dgm:t>
    </dgm:pt>
    <dgm:pt modelId="{BD491EB6-5648-4FC2-A63F-EE1C8E6B30AC}" type="parTrans" cxnId="{6569CE11-9A7A-43FB-A443-A2F187419A69}">
      <dgm:prSet/>
      <dgm:spPr/>
      <dgm:t>
        <a:bodyPr/>
        <a:lstStyle/>
        <a:p>
          <a:endParaRPr lang="es-ES"/>
        </a:p>
      </dgm:t>
    </dgm:pt>
    <dgm:pt modelId="{8FF800CC-61E4-4B50-8CA1-4BE26C6FEE0B}" type="sibTrans" cxnId="{6569CE11-9A7A-43FB-A443-A2F187419A69}">
      <dgm:prSet/>
      <dgm:spPr/>
      <dgm:t>
        <a:bodyPr/>
        <a:lstStyle/>
        <a:p>
          <a:endParaRPr lang="es-ES"/>
        </a:p>
      </dgm:t>
    </dgm:pt>
    <dgm:pt modelId="{B02EAD6C-3815-41A2-A484-6ADCAD025AD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Global </a:t>
          </a:r>
        </a:p>
        <a:p>
          <a:r>
            <a:rPr lang="en-US" sz="1100">
              <a:solidFill>
                <a:schemeClr val="tx2"/>
              </a:solidFill>
            </a:rPr>
            <a:t>Marketing</a:t>
          </a:r>
          <a:endParaRPr lang="es-ES" sz="1100">
            <a:solidFill>
              <a:schemeClr val="tx2"/>
            </a:solidFill>
          </a:endParaRPr>
        </a:p>
      </dgm:t>
    </dgm:pt>
    <dgm:pt modelId="{77E4E640-14B9-47A7-9456-A7F12679EB6F}" type="parTrans" cxnId="{AD7BD09F-5581-4809-9B78-BA27223B8D39}">
      <dgm:prSet/>
      <dgm:spPr/>
      <dgm:t>
        <a:bodyPr/>
        <a:lstStyle/>
        <a:p>
          <a:endParaRPr lang="es-ES"/>
        </a:p>
      </dgm:t>
    </dgm:pt>
    <dgm:pt modelId="{D9B92ABD-98D4-448A-9536-F80A9411F009}" type="sibTrans" cxnId="{AD7BD09F-5581-4809-9B78-BA27223B8D39}">
      <dgm:prSet/>
      <dgm:spPr/>
      <dgm:t>
        <a:bodyPr/>
        <a:lstStyle/>
        <a:p>
          <a:endParaRPr lang="es-ES"/>
        </a:p>
      </dgm:t>
    </dgm:pt>
    <dgm:pt modelId="{1E95DE89-EA4B-4952-A3A8-E6B6106C808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Local </a:t>
          </a:r>
        </a:p>
        <a:p>
          <a:r>
            <a:rPr lang="en-US" sz="1100">
              <a:solidFill>
                <a:schemeClr val="tx2"/>
              </a:solidFill>
            </a:rPr>
            <a:t>Markets</a:t>
          </a:r>
          <a:endParaRPr lang="es-ES" sz="1100">
            <a:solidFill>
              <a:schemeClr val="tx2"/>
            </a:solidFill>
          </a:endParaRPr>
        </a:p>
      </dgm:t>
    </dgm:pt>
    <dgm:pt modelId="{742BA029-F3CE-42B7-9988-CD68122D880F}" type="parTrans" cxnId="{2CF0C69E-B7F9-4415-A727-A53F16DEBD02}">
      <dgm:prSet/>
      <dgm:spPr/>
      <dgm:t>
        <a:bodyPr/>
        <a:lstStyle/>
        <a:p>
          <a:endParaRPr lang="es-ES"/>
        </a:p>
      </dgm:t>
    </dgm:pt>
    <dgm:pt modelId="{1779618C-A672-471C-AA3F-B4D76E4F1270}" type="sibTrans" cxnId="{2CF0C69E-B7F9-4415-A727-A53F16DEBD02}">
      <dgm:prSet/>
      <dgm:spPr/>
      <dgm:t>
        <a:bodyPr/>
        <a:lstStyle/>
        <a:p>
          <a:endParaRPr lang="es-ES"/>
        </a:p>
      </dgm:t>
    </dgm:pt>
    <dgm:pt modelId="{C47C9E70-8E71-46C2-8B8A-8ACB836CDA20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External </a:t>
          </a:r>
        </a:p>
        <a:p>
          <a:r>
            <a:rPr lang="en-US" sz="1100">
              <a:solidFill>
                <a:schemeClr val="tx2"/>
              </a:solidFill>
            </a:rPr>
            <a:t>Agencies</a:t>
          </a:r>
          <a:endParaRPr lang="es-ES" sz="1100">
            <a:solidFill>
              <a:schemeClr val="tx2"/>
            </a:solidFill>
          </a:endParaRPr>
        </a:p>
      </dgm:t>
    </dgm:pt>
    <dgm:pt modelId="{12164E01-ED22-4C26-8B53-E1A4C550BD52}" type="parTrans" cxnId="{43D9B4BC-B8BB-42B8-A701-A58A6689439A}">
      <dgm:prSet/>
      <dgm:spPr/>
      <dgm:t>
        <a:bodyPr/>
        <a:lstStyle/>
        <a:p>
          <a:endParaRPr lang="es-ES"/>
        </a:p>
      </dgm:t>
    </dgm:pt>
    <dgm:pt modelId="{A6D92D84-4887-4213-925F-7AC1E98C6630}" type="sibTrans" cxnId="{43D9B4BC-B8BB-42B8-A701-A58A6689439A}">
      <dgm:prSet/>
      <dgm:spPr/>
      <dgm:t>
        <a:bodyPr/>
        <a:lstStyle/>
        <a:p>
          <a:endParaRPr lang="es-ES"/>
        </a:p>
      </dgm:t>
    </dgm:pt>
    <dgm:pt modelId="{5C826ACB-1A93-49E8-B044-4B90EF319349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Product and Technical Teams</a:t>
          </a:r>
          <a:endParaRPr lang="es-ES" sz="1100">
            <a:solidFill>
              <a:schemeClr val="tx2"/>
            </a:solidFill>
          </a:endParaRPr>
        </a:p>
      </dgm:t>
    </dgm:pt>
    <dgm:pt modelId="{5DD7791D-A1B1-45F1-A0A6-1B9ACA265A7E}" type="parTrans" cxnId="{23AAD35C-8FDD-45D2-9CEB-4912A86A9D63}">
      <dgm:prSet/>
      <dgm:spPr/>
      <dgm:t>
        <a:bodyPr/>
        <a:lstStyle/>
        <a:p>
          <a:endParaRPr lang="es-ES"/>
        </a:p>
      </dgm:t>
    </dgm:pt>
    <dgm:pt modelId="{3640765B-D5BF-4007-A381-F1A72F87D3A6}" type="sibTrans" cxnId="{23AAD35C-8FDD-45D2-9CEB-4912A86A9D63}">
      <dgm:prSet/>
      <dgm:spPr/>
      <dgm:t>
        <a:bodyPr/>
        <a:lstStyle/>
        <a:p>
          <a:endParaRPr lang="es-ES"/>
        </a:p>
      </dgm:t>
    </dgm:pt>
    <dgm:pt modelId="{CE412E83-3422-45AB-9478-782F19D7BA45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Sustainability</a:t>
          </a:r>
          <a:endParaRPr lang="es-ES" sz="1100">
            <a:solidFill>
              <a:schemeClr val="tx2"/>
            </a:solidFill>
          </a:endParaRPr>
        </a:p>
      </dgm:t>
    </dgm:pt>
    <dgm:pt modelId="{A1D0F5AA-B83C-4206-85CA-C03EBDF1203F}" type="parTrans" cxnId="{1B0532AC-132F-46F8-98B3-17C0D0CF490F}">
      <dgm:prSet/>
      <dgm:spPr/>
      <dgm:t>
        <a:bodyPr/>
        <a:lstStyle/>
        <a:p>
          <a:endParaRPr lang="es-ES"/>
        </a:p>
      </dgm:t>
    </dgm:pt>
    <dgm:pt modelId="{267C9A33-4C93-47C8-B5E4-35C3E67828C4}" type="sibTrans" cxnId="{1B0532AC-132F-46F8-98B3-17C0D0CF490F}">
      <dgm:prSet/>
      <dgm:spPr/>
      <dgm:t>
        <a:bodyPr/>
        <a:lstStyle/>
        <a:p>
          <a:endParaRPr lang="es-ES"/>
        </a:p>
      </dgm:t>
    </dgm:pt>
    <dgm:pt modelId="{5B125F0D-79AB-47C0-B1ED-0E5AE0F0DD3D}">
      <dgm:prSet phldrT="[Texto]" custT="1"/>
      <dgm:spPr/>
      <dgm:t>
        <a:bodyPr lIns="0" tIns="0" rIns="0" bIns="0"/>
        <a:lstStyle/>
        <a:p>
          <a:r>
            <a:rPr lang="en-US" sz="900">
              <a:solidFill>
                <a:schemeClr val="tx2"/>
              </a:solidFill>
            </a:rPr>
            <a:t>Corporate &amp; Internal Communications</a:t>
          </a:r>
          <a:endParaRPr lang="es-ES" sz="900">
            <a:solidFill>
              <a:schemeClr val="tx2"/>
            </a:solidFill>
          </a:endParaRPr>
        </a:p>
      </dgm:t>
    </dgm:pt>
    <dgm:pt modelId="{B862775B-F07A-4266-AE73-B6E39E13B92C}" type="parTrans" cxnId="{AD10802D-341E-4806-A0BF-735B178D0984}">
      <dgm:prSet/>
      <dgm:spPr/>
      <dgm:t>
        <a:bodyPr/>
        <a:lstStyle/>
        <a:p>
          <a:endParaRPr lang="es-ES"/>
        </a:p>
      </dgm:t>
    </dgm:pt>
    <dgm:pt modelId="{30AF9091-1001-49D8-B87D-BE9E2504BC2E}" type="sibTrans" cxnId="{AD10802D-341E-4806-A0BF-735B178D0984}">
      <dgm:prSet/>
      <dgm:spPr/>
      <dgm:t>
        <a:bodyPr/>
        <a:lstStyle/>
        <a:p>
          <a:endParaRPr lang="es-ES"/>
        </a:p>
      </dgm:t>
    </dgm:pt>
    <dgm:pt modelId="{5123B6B1-0F18-4F1A-B6BF-C83247B29B1C}">
      <dgm:prSet phldrT="[Texto]" phldr="0" custT="1"/>
      <dgm:spPr/>
      <dgm:t>
        <a:bodyPr/>
        <a:lstStyle/>
        <a:p>
          <a:r>
            <a:rPr lang="es-ES" sz="1050">
              <a:solidFill>
                <a:schemeClr val="tx2"/>
              </a:solidFill>
            </a:rPr>
            <a:t>AQ1</a:t>
          </a:r>
        </a:p>
      </dgm:t>
    </dgm:pt>
    <dgm:pt modelId="{73A5445C-F2E3-4919-B94C-3E0BECE87B34}" type="parTrans" cxnId="{2681E8F7-A2A8-4E13-9DBA-875C49EF7C6D}">
      <dgm:prSet/>
      <dgm:spPr/>
      <dgm:t>
        <a:bodyPr/>
        <a:lstStyle/>
        <a:p>
          <a:endParaRPr lang="es-ES"/>
        </a:p>
      </dgm:t>
    </dgm:pt>
    <dgm:pt modelId="{5387F1C7-96F5-4FC9-9A27-232361AD45C2}" type="sibTrans" cxnId="{2681E8F7-A2A8-4E13-9DBA-875C49EF7C6D}">
      <dgm:prSet/>
      <dgm:spPr/>
      <dgm:t>
        <a:bodyPr/>
        <a:lstStyle/>
        <a:p>
          <a:endParaRPr lang="es-ES"/>
        </a:p>
      </dgm:t>
    </dgm:pt>
    <dgm:pt modelId="{A5E7C116-E4B5-40D9-8C81-5CFD37039706}" type="pres">
      <dgm:prSet presAssocID="{2A0EBD9D-148E-4070-90BE-731438035BF5}" presName="composite" presStyleCnt="0">
        <dgm:presLayoutVars>
          <dgm:chMax val="1"/>
          <dgm:dir/>
          <dgm:resizeHandles val="exact"/>
        </dgm:presLayoutVars>
      </dgm:prSet>
      <dgm:spPr/>
    </dgm:pt>
    <dgm:pt modelId="{942B896E-785B-4D94-B219-3AA5960F45AD}" type="pres">
      <dgm:prSet presAssocID="{2A0EBD9D-148E-4070-90BE-731438035BF5}" presName="radial" presStyleCnt="0">
        <dgm:presLayoutVars>
          <dgm:animLvl val="ctr"/>
        </dgm:presLayoutVars>
      </dgm:prSet>
      <dgm:spPr/>
    </dgm:pt>
    <dgm:pt modelId="{E49261D8-CE2A-4BF6-9DDF-13218E2D77FE}" type="pres">
      <dgm:prSet presAssocID="{1D2DFFB7-514C-4EE1-9876-CA6B5B02F3FA}" presName="centerShape" presStyleLbl="vennNode1" presStyleIdx="0" presStyleCnt="8" custScaleX="75132" custScaleY="75132"/>
      <dgm:spPr/>
    </dgm:pt>
    <dgm:pt modelId="{0E4633B7-14D8-49E4-9452-F95D5081FEED}" type="pres">
      <dgm:prSet presAssocID="{B02EAD6C-3815-41A2-A484-6ADCAD025AD8}" presName="node" presStyleLbl="vennNode1" presStyleIdx="1" presStyleCnt="8">
        <dgm:presLayoutVars>
          <dgm:bulletEnabled val="1"/>
        </dgm:presLayoutVars>
      </dgm:prSet>
      <dgm:spPr/>
    </dgm:pt>
    <dgm:pt modelId="{CEAB3872-B4BA-431E-9ED7-EC191A6ECEB1}" type="pres">
      <dgm:prSet presAssocID="{1E95DE89-EA4B-4952-A3A8-E6B6106C8088}" presName="node" presStyleLbl="vennNode1" presStyleIdx="2" presStyleCnt="8">
        <dgm:presLayoutVars>
          <dgm:bulletEnabled val="1"/>
        </dgm:presLayoutVars>
      </dgm:prSet>
      <dgm:spPr/>
    </dgm:pt>
    <dgm:pt modelId="{98C0CFDC-9951-4FBC-877D-99F12FF25858}" type="pres">
      <dgm:prSet presAssocID="{CE412E83-3422-45AB-9478-782F19D7BA45}" presName="node" presStyleLbl="vennNode1" presStyleIdx="3" presStyleCnt="8">
        <dgm:presLayoutVars>
          <dgm:bulletEnabled val="1"/>
        </dgm:presLayoutVars>
      </dgm:prSet>
      <dgm:spPr/>
    </dgm:pt>
    <dgm:pt modelId="{E1AC6CF1-C72E-43F1-A5C8-DC7B34AA5D3C}" type="pres">
      <dgm:prSet presAssocID="{5123B6B1-0F18-4F1A-B6BF-C83247B29B1C}" presName="node" presStyleLbl="vennNode1" presStyleIdx="4" presStyleCnt="8">
        <dgm:presLayoutVars>
          <dgm:bulletEnabled val="1"/>
        </dgm:presLayoutVars>
      </dgm:prSet>
      <dgm:spPr/>
    </dgm:pt>
    <dgm:pt modelId="{F481AD7B-B1CD-4952-AE02-037138051AB8}" type="pres">
      <dgm:prSet presAssocID="{5B125F0D-79AB-47C0-B1ED-0E5AE0F0DD3D}" presName="node" presStyleLbl="vennNode1" presStyleIdx="5" presStyleCnt="8">
        <dgm:presLayoutVars>
          <dgm:bulletEnabled val="1"/>
        </dgm:presLayoutVars>
      </dgm:prSet>
      <dgm:spPr/>
    </dgm:pt>
    <dgm:pt modelId="{7CCD1EB6-9B92-4AD9-96A5-22F41BE00466}" type="pres">
      <dgm:prSet presAssocID="{C47C9E70-8E71-46C2-8B8A-8ACB836CDA20}" presName="node" presStyleLbl="vennNode1" presStyleIdx="6" presStyleCnt="8">
        <dgm:presLayoutVars>
          <dgm:bulletEnabled val="1"/>
        </dgm:presLayoutVars>
      </dgm:prSet>
      <dgm:spPr/>
    </dgm:pt>
    <dgm:pt modelId="{E5886B69-7FA5-4EEF-B97E-2743F0766AB0}" type="pres">
      <dgm:prSet presAssocID="{5C826ACB-1A93-49E8-B044-4B90EF319349}" presName="node" presStyleLbl="vennNode1" presStyleIdx="7" presStyleCnt="8">
        <dgm:presLayoutVars>
          <dgm:bulletEnabled val="1"/>
        </dgm:presLayoutVars>
      </dgm:prSet>
      <dgm:spPr/>
    </dgm:pt>
  </dgm:ptLst>
  <dgm:cxnLst>
    <dgm:cxn modelId="{55325F01-1CB9-4108-937D-186E1B2256F5}" type="presOf" srcId="{5123B6B1-0F18-4F1A-B6BF-C83247B29B1C}" destId="{E1AC6CF1-C72E-43F1-A5C8-DC7B34AA5D3C}" srcOrd="0" destOrd="0" presId="urn:microsoft.com/office/officeart/2005/8/layout/radial3"/>
    <dgm:cxn modelId="{097F6C02-BEB0-46AA-831E-356A6CFC0E53}" type="presOf" srcId="{5C826ACB-1A93-49E8-B044-4B90EF319349}" destId="{E5886B69-7FA5-4EEF-B97E-2743F0766AB0}" srcOrd="0" destOrd="0" presId="urn:microsoft.com/office/officeart/2005/8/layout/radial3"/>
    <dgm:cxn modelId="{6569CE11-9A7A-43FB-A443-A2F187419A69}" srcId="{2A0EBD9D-148E-4070-90BE-731438035BF5}" destId="{1D2DFFB7-514C-4EE1-9876-CA6B5B02F3FA}" srcOrd="0" destOrd="0" parTransId="{BD491EB6-5648-4FC2-A63F-EE1C8E6B30AC}" sibTransId="{8FF800CC-61E4-4B50-8CA1-4BE26C6FEE0B}"/>
    <dgm:cxn modelId="{32464621-D986-47B4-9BA5-04BDE825790F}" type="presOf" srcId="{5B125F0D-79AB-47C0-B1ED-0E5AE0F0DD3D}" destId="{F481AD7B-B1CD-4952-AE02-037138051AB8}" srcOrd="0" destOrd="0" presId="urn:microsoft.com/office/officeart/2005/8/layout/radial3"/>
    <dgm:cxn modelId="{AD10802D-341E-4806-A0BF-735B178D0984}" srcId="{1D2DFFB7-514C-4EE1-9876-CA6B5B02F3FA}" destId="{5B125F0D-79AB-47C0-B1ED-0E5AE0F0DD3D}" srcOrd="4" destOrd="0" parTransId="{B862775B-F07A-4266-AE73-B6E39E13B92C}" sibTransId="{30AF9091-1001-49D8-B87D-BE9E2504BC2E}"/>
    <dgm:cxn modelId="{CDE0473D-06A1-4BCC-A1BB-599FA983D10C}" type="presOf" srcId="{2A0EBD9D-148E-4070-90BE-731438035BF5}" destId="{A5E7C116-E4B5-40D9-8C81-5CFD37039706}" srcOrd="0" destOrd="0" presId="urn:microsoft.com/office/officeart/2005/8/layout/radial3"/>
    <dgm:cxn modelId="{23AAD35C-8FDD-45D2-9CEB-4912A86A9D63}" srcId="{1D2DFFB7-514C-4EE1-9876-CA6B5B02F3FA}" destId="{5C826ACB-1A93-49E8-B044-4B90EF319349}" srcOrd="6" destOrd="0" parTransId="{5DD7791D-A1B1-45F1-A0A6-1B9ACA265A7E}" sibTransId="{3640765B-D5BF-4007-A381-F1A72F87D3A6}"/>
    <dgm:cxn modelId="{A75AA26C-679A-4FA3-840F-6FE173C8BC30}" type="presOf" srcId="{1D2DFFB7-514C-4EE1-9876-CA6B5B02F3FA}" destId="{E49261D8-CE2A-4BF6-9DDF-13218E2D77FE}" srcOrd="0" destOrd="0" presId="urn:microsoft.com/office/officeart/2005/8/layout/radial3"/>
    <dgm:cxn modelId="{3FFEAA89-E7DE-4029-9A06-261E184208E8}" type="presOf" srcId="{C47C9E70-8E71-46C2-8B8A-8ACB836CDA20}" destId="{7CCD1EB6-9B92-4AD9-96A5-22F41BE00466}" srcOrd="0" destOrd="0" presId="urn:microsoft.com/office/officeart/2005/8/layout/radial3"/>
    <dgm:cxn modelId="{83F92D91-EF3D-4FFB-9994-9069581C548D}" type="presOf" srcId="{1E95DE89-EA4B-4952-A3A8-E6B6106C8088}" destId="{CEAB3872-B4BA-431E-9ED7-EC191A6ECEB1}" srcOrd="0" destOrd="0" presId="urn:microsoft.com/office/officeart/2005/8/layout/radial3"/>
    <dgm:cxn modelId="{2CF0C69E-B7F9-4415-A727-A53F16DEBD02}" srcId="{1D2DFFB7-514C-4EE1-9876-CA6B5B02F3FA}" destId="{1E95DE89-EA4B-4952-A3A8-E6B6106C8088}" srcOrd="1" destOrd="0" parTransId="{742BA029-F3CE-42B7-9988-CD68122D880F}" sibTransId="{1779618C-A672-471C-AA3F-B4D76E4F1270}"/>
    <dgm:cxn modelId="{AD7BD09F-5581-4809-9B78-BA27223B8D39}" srcId="{1D2DFFB7-514C-4EE1-9876-CA6B5B02F3FA}" destId="{B02EAD6C-3815-41A2-A484-6ADCAD025AD8}" srcOrd="0" destOrd="0" parTransId="{77E4E640-14B9-47A7-9456-A7F12679EB6F}" sibTransId="{D9B92ABD-98D4-448A-9536-F80A9411F009}"/>
    <dgm:cxn modelId="{1B0532AC-132F-46F8-98B3-17C0D0CF490F}" srcId="{1D2DFFB7-514C-4EE1-9876-CA6B5B02F3FA}" destId="{CE412E83-3422-45AB-9478-782F19D7BA45}" srcOrd="2" destOrd="0" parTransId="{A1D0F5AA-B83C-4206-85CA-C03EBDF1203F}" sibTransId="{267C9A33-4C93-47C8-B5E4-35C3E67828C4}"/>
    <dgm:cxn modelId="{9F39DCB8-CB77-4ECD-BA0D-60467C1F9D9E}" type="presOf" srcId="{CE412E83-3422-45AB-9478-782F19D7BA45}" destId="{98C0CFDC-9951-4FBC-877D-99F12FF25858}" srcOrd="0" destOrd="0" presId="urn:microsoft.com/office/officeart/2005/8/layout/radial3"/>
    <dgm:cxn modelId="{43D9B4BC-B8BB-42B8-A701-A58A6689439A}" srcId="{1D2DFFB7-514C-4EE1-9876-CA6B5B02F3FA}" destId="{C47C9E70-8E71-46C2-8B8A-8ACB836CDA20}" srcOrd="5" destOrd="0" parTransId="{12164E01-ED22-4C26-8B53-E1A4C550BD52}" sibTransId="{A6D92D84-4887-4213-925F-7AC1E98C6630}"/>
    <dgm:cxn modelId="{85653DE0-E667-4941-99EA-9EC041ACB501}" type="presOf" srcId="{B02EAD6C-3815-41A2-A484-6ADCAD025AD8}" destId="{0E4633B7-14D8-49E4-9452-F95D5081FEED}" srcOrd="0" destOrd="0" presId="urn:microsoft.com/office/officeart/2005/8/layout/radial3"/>
    <dgm:cxn modelId="{2681E8F7-A2A8-4E13-9DBA-875C49EF7C6D}" srcId="{1D2DFFB7-514C-4EE1-9876-CA6B5B02F3FA}" destId="{5123B6B1-0F18-4F1A-B6BF-C83247B29B1C}" srcOrd="3" destOrd="0" parTransId="{73A5445C-F2E3-4919-B94C-3E0BECE87B34}" sibTransId="{5387F1C7-96F5-4FC9-9A27-232361AD45C2}"/>
    <dgm:cxn modelId="{2FA4119A-97AA-4742-997E-3CA5652134E1}" type="presParOf" srcId="{A5E7C116-E4B5-40D9-8C81-5CFD37039706}" destId="{942B896E-785B-4D94-B219-3AA5960F45AD}" srcOrd="0" destOrd="0" presId="urn:microsoft.com/office/officeart/2005/8/layout/radial3"/>
    <dgm:cxn modelId="{7491D532-61B2-495A-B2B0-840B9D7985BE}" type="presParOf" srcId="{942B896E-785B-4D94-B219-3AA5960F45AD}" destId="{E49261D8-CE2A-4BF6-9DDF-13218E2D77FE}" srcOrd="0" destOrd="0" presId="urn:microsoft.com/office/officeart/2005/8/layout/radial3"/>
    <dgm:cxn modelId="{81902DEF-A240-42A7-AC65-BC08DC6B1B31}" type="presParOf" srcId="{942B896E-785B-4D94-B219-3AA5960F45AD}" destId="{0E4633B7-14D8-49E4-9452-F95D5081FEED}" srcOrd="1" destOrd="0" presId="urn:microsoft.com/office/officeart/2005/8/layout/radial3"/>
    <dgm:cxn modelId="{8B45CA9C-3FC2-4845-82A9-F17103926A5A}" type="presParOf" srcId="{942B896E-785B-4D94-B219-3AA5960F45AD}" destId="{CEAB3872-B4BA-431E-9ED7-EC191A6ECEB1}" srcOrd="2" destOrd="0" presId="urn:microsoft.com/office/officeart/2005/8/layout/radial3"/>
    <dgm:cxn modelId="{BEE0A940-3A2C-4871-9145-FF42A33CE195}" type="presParOf" srcId="{942B896E-785B-4D94-B219-3AA5960F45AD}" destId="{98C0CFDC-9951-4FBC-877D-99F12FF25858}" srcOrd="3" destOrd="0" presId="urn:microsoft.com/office/officeart/2005/8/layout/radial3"/>
    <dgm:cxn modelId="{3E07B70A-E073-4FBF-A327-46245CED5C08}" type="presParOf" srcId="{942B896E-785B-4D94-B219-3AA5960F45AD}" destId="{E1AC6CF1-C72E-43F1-A5C8-DC7B34AA5D3C}" srcOrd="4" destOrd="0" presId="urn:microsoft.com/office/officeart/2005/8/layout/radial3"/>
    <dgm:cxn modelId="{6AA6E1F3-9CBB-4EE5-8460-2DAD20751112}" type="presParOf" srcId="{942B896E-785B-4D94-B219-3AA5960F45AD}" destId="{F481AD7B-B1CD-4952-AE02-037138051AB8}" srcOrd="5" destOrd="0" presId="urn:microsoft.com/office/officeart/2005/8/layout/radial3"/>
    <dgm:cxn modelId="{DD95CFC1-EF45-4CF2-9581-A828BB111DCF}" type="presParOf" srcId="{942B896E-785B-4D94-B219-3AA5960F45AD}" destId="{7CCD1EB6-9B92-4AD9-96A5-22F41BE00466}" srcOrd="6" destOrd="0" presId="urn:microsoft.com/office/officeart/2005/8/layout/radial3"/>
    <dgm:cxn modelId="{4D4CD499-E499-4A25-856A-9C505DECC333}" type="presParOf" srcId="{942B896E-785B-4D94-B219-3AA5960F45AD}" destId="{E5886B69-7FA5-4EEF-B97E-2743F0766AB0}" srcOrd="7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261D8-CE2A-4BF6-9DDF-13218E2D77FE}">
      <dsp:nvSpPr>
        <dsp:cNvPr id="0" name=""/>
        <dsp:cNvSpPr/>
      </dsp:nvSpPr>
      <dsp:spPr>
        <a:xfrm>
          <a:off x="1631109" y="1424981"/>
          <a:ext cx="1973787" cy="1973787"/>
        </a:xfrm>
        <a:prstGeom prst="ellipse">
          <a:avLst/>
        </a:prstGeom>
        <a:solidFill>
          <a:schemeClr val="bg2"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solidFill>
                <a:schemeClr val="bg1"/>
              </a:solidFill>
            </a:rPr>
            <a:t>Design Hub </a:t>
          </a:r>
          <a:endParaRPr lang="es-ES" sz="3200" kern="1200">
            <a:solidFill>
              <a:schemeClr val="bg1"/>
            </a:solidFill>
          </a:endParaRPr>
        </a:p>
      </dsp:txBody>
      <dsp:txXfrm>
        <a:off x="1920163" y="1714035"/>
        <a:ext cx="1395679" cy="1395679"/>
      </dsp:txXfrm>
    </dsp:sp>
    <dsp:sp modelId="{0E4633B7-14D8-49E4-9452-F95D5081FEED}">
      <dsp:nvSpPr>
        <dsp:cNvPr id="0" name=""/>
        <dsp:cNvSpPr/>
      </dsp:nvSpPr>
      <dsp:spPr>
        <a:xfrm>
          <a:off x="1961229" y="4329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3"/>
            <a:satOff val="3376"/>
            <a:lumOff val="1149"/>
            <a:alphaOff val="4286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Global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Marketing</a:t>
          </a:r>
          <a:endParaRPr lang="es-ES" sz="1100" kern="1200">
            <a:solidFill>
              <a:schemeClr val="tx2"/>
            </a:solidFill>
          </a:endParaRPr>
        </a:p>
      </dsp:txBody>
      <dsp:txXfrm>
        <a:off x="2153593" y="235658"/>
        <a:ext cx="928818" cy="928818"/>
      </dsp:txXfrm>
    </dsp:sp>
    <dsp:sp modelId="{CEAB3872-B4BA-431E-9ED7-EC191A6ECEB1}">
      <dsp:nvSpPr>
        <dsp:cNvPr id="0" name=""/>
        <dsp:cNvSpPr/>
      </dsp:nvSpPr>
      <dsp:spPr>
        <a:xfrm>
          <a:off x="329957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5"/>
            <a:satOff val="6753"/>
            <a:lumOff val="2298"/>
            <a:alphaOff val="8571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Local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Markets</a:t>
          </a:r>
          <a:endParaRPr lang="es-ES" sz="1100" kern="1200">
            <a:solidFill>
              <a:schemeClr val="tx2"/>
            </a:solidFill>
          </a:endParaRPr>
        </a:p>
      </dsp:txBody>
      <dsp:txXfrm>
        <a:off x="3491938" y="880171"/>
        <a:ext cx="928818" cy="928818"/>
      </dsp:txXfrm>
    </dsp:sp>
    <dsp:sp modelId="{98C0CFDC-9951-4FBC-877D-99F12FF25858}">
      <dsp:nvSpPr>
        <dsp:cNvPr id="0" name=""/>
        <dsp:cNvSpPr/>
      </dsp:nvSpPr>
      <dsp:spPr>
        <a:xfrm>
          <a:off x="3630118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8"/>
            <a:satOff val="10129"/>
            <a:lumOff val="3447"/>
            <a:alphaOff val="1285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Sustainability</a:t>
          </a:r>
          <a:endParaRPr lang="es-ES" sz="1100" kern="1200">
            <a:solidFill>
              <a:schemeClr val="tx2"/>
            </a:solidFill>
          </a:endParaRPr>
        </a:p>
      </dsp:txBody>
      <dsp:txXfrm>
        <a:off x="3822482" y="2328378"/>
        <a:ext cx="928818" cy="928818"/>
      </dsp:txXfrm>
    </dsp:sp>
    <dsp:sp modelId="{E1AC6CF1-C72E-43F1-A5C8-DC7B34AA5D3C}">
      <dsp:nvSpPr>
        <dsp:cNvPr id="0" name=""/>
        <dsp:cNvSpPr/>
      </dsp:nvSpPr>
      <dsp:spPr>
        <a:xfrm>
          <a:off x="2703955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0"/>
            <a:satOff val="13505"/>
            <a:lumOff val="4597"/>
            <a:alphaOff val="1714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50" kern="1200">
              <a:solidFill>
                <a:schemeClr val="tx2"/>
              </a:solidFill>
            </a:rPr>
            <a:t>AQ1</a:t>
          </a:r>
        </a:p>
      </dsp:txBody>
      <dsp:txXfrm>
        <a:off x="2896319" y="3489750"/>
        <a:ext cx="928818" cy="928818"/>
      </dsp:txXfrm>
    </dsp:sp>
    <dsp:sp modelId="{F481AD7B-B1CD-4952-AE02-037138051AB8}">
      <dsp:nvSpPr>
        <dsp:cNvPr id="0" name=""/>
        <dsp:cNvSpPr/>
      </dsp:nvSpPr>
      <dsp:spPr>
        <a:xfrm>
          <a:off x="1218504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3"/>
            <a:satOff val="16881"/>
            <a:lumOff val="5746"/>
            <a:alphaOff val="21429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chemeClr val="tx2"/>
              </a:solidFill>
            </a:rPr>
            <a:t>Corporate &amp; Internal Communications</a:t>
          </a:r>
          <a:endParaRPr lang="es-ES" sz="900" kern="1200">
            <a:solidFill>
              <a:schemeClr val="tx2"/>
            </a:solidFill>
          </a:endParaRPr>
        </a:p>
      </dsp:txBody>
      <dsp:txXfrm>
        <a:off x="1410868" y="3489750"/>
        <a:ext cx="928818" cy="928818"/>
      </dsp:txXfrm>
    </dsp:sp>
    <dsp:sp modelId="{7CCD1EB6-9B92-4AD9-96A5-22F41BE00466}">
      <dsp:nvSpPr>
        <dsp:cNvPr id="0" name=""/>
        <dsp:cNvSpPr/>
      </dsp:nvSpPr>
      <dsp:spPr>
        <a:xfrm>
          <a:off x="292340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6"/>
            <a:satOff val="20258"/>
            <a:lumOff val="6895"/>
            <a:alphaOff val="25714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External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Agencies</a:t>
          </a:r>
          <a:endParaRPr lang="es-ES" sz="1100" kern="1200">
            <a:solidFill>
              <a:schemeClr val="tx2"/>
            </a:solidFill>
          </a:endParaRPr>
        </a:p>
      </dsp:txBody>
      <dsp:txXfrm>
        <a:off x="484704" y="2328378"/>
        <a:ext cx="928818" cy="928818"/>
      </dsp:txXfrm>
    </dsp:sp>
    <dsp:sp modelId="{E5886B69-7FA5-4EEF-B97E-2743F0766AB0}">
      <dsp:nvSpPr>
        <dsp:cNvPr id="0" name=""/>
        <dsp:cNvSpPr/>
      </dsp:nvSpPr>
      <dsp:spPr>
        <a:xfrm>
          <a:off x="62288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8"/>
            <a:satOff val="23634"/>
            <a:lumOff val="8044"/>
            <a:alphaOff val="3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Product and Technical Teams</a:t>
          </a:r>
          <a:endParaRPr lang="es-ES" sz="1100" kern="1200">
            <a:solidFill>
              <a:schemeClr val="tx2"/>
            </a:solidFill>
          </a:endParaRPr>
        </a:p>
      </dsp:txBody>
      <dsp:txXfrm>
        <a:off x="815248" y="880171"/>
        <a:ext cx="928818" cy="9288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957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945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 + 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224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9805-C7E8-1176-A581-D24F5575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9F331-435E-C75C-E370-767B23E61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D2248-4676-2C6B-C1BD-BF225F5F0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4260-1EBF-344F-6DAD-2ECF8D071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122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641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395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299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Intangible </a:t>
            </a:r>
            <a:r>
              <a:rPr lang="es-ES" dirty="0" err="1"/>
              <a:t>part</a:t>
            </a:r>
            <a:endParaRPr lang="es-ES" dirty="0"/>
          </a:p>
          <a:p>
            <a:r>
              <a:rPr lang="es-ES" dirty="0" err="1"/>
              <a:t>Concepts</a:t>
            </a:r>
            <a:r>
              <a:rPr lang="es-ES" dirty="0"/>
              <a:t> </a:t>
            </a:r>
            <a:r>
              <a:rPr lang="es-ES" dirty="0" err="1"/>
              <a:t>meaning</a:t>
            </a:r>
            <a:r>
              <a:rPr lang="es-ES" dirty="0"/>
              <a:t> branding and look and </a:t>
            </a:r>
            <a:r>
              <a:rPr lang="es-ES" dirty="0" err="1"/>
              <a:t>feel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prodcuts</a:t>
            </a:r>
            <a:r>
              <a:rPr lang="es-ES" dirty="0"/>
              <a:t> and </a:t>
            </a:r>
            <a:r>
              <a:rPr lang="es-ES" dirty="0" err="1"/>
              <a:t>services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137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838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8F0D8-4C98-2DB9-2A6F-3089E9639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8EA15-06FF-B207-2B0A-6F740F3889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da-DK" dirty="0"/>
              <a:t>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829C6-C373-93CB-C9C7-DD119AC880B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34D6EE3-4212-4D31-9F8D-4D6C0DEAA356}" type="slidenum">
              <a:t>11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561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468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IS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err="1"/>
              <a:t>Managing</a:t>
            </a:r>
            <a:r>
              <a:rPr lang="es-ES" dirty="0"/>
              <a:t> Brand </a:t>
            </a:r>
            <a:r>
              <a:rPr lang="es-ES" dirty="0" err="1"/>
              <a:t>Evolution</a:t>
            </a:r>
            <a:endParaRPr lang="es-ES" dirty="0"/>
          </a:p>
          <a:p>
            <a:r>
              <a:rPr lang="en-US" dirty="0"/>
              <a:t>Talking points:</a:t>
            </a:r>
          </a:p>
          <a:p>
            <a:pPr lvl="1"/>
            <a:r>
              <a:rPr lang="en-US" dirty="0"/>
              <a:t>Recent logo update/rebranding initiative</a:t>
            </a:r>
          </a:p>
          <a:p>
            <a:pPr lvl="1"/>
            <a:r>
              <a:rPr lang="en-US" dirty="0"/>
              <a:t>Importance of maintaining consistency during transition</a:t>
            </a:r>
          </a:p>
          <a:p>
            <a:pPr lvl="1"/>
            <a:r>
              <a:rPr lang="en-US" dirty="0"/>
              <a:t>Roll-out across markets and materials</a:t>
            </a:r>
          </a:p>
          <a:p>
            <a:pPr lvl="1"/>
            <a:r>
              <a:rPr lang="en-US" dirty="0"/>
              <a:t>Updating templates, assets, documents, presentations, videos, and platforms</a:t>
            </a:r>
          </a:p>
          <a:p>
            <a:pPr lvl="1"/>
            <a:r>
              <a:rPr lang="en-US" dirty="0"/>
              <a:t>Coordination across departments and external suppliers</a:t>
            </a:r>
          </a:p>
          <a:p>
            <a:pPr lvl="1"/>
            <a:r>
              <a:rPr lang="en-US" dirty="0"/>
              <a:t>Design logistics behind implementation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39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633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282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2FA4-4804-46F1-9D25-C27C4B1804A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004182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1511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  <p:sldLayoutId id="2147483676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hyperlink" Target="mailto:design@biomar.com" TargetMode="External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6.sv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sv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0604F0-AF8E-B136-D00F-2BE0B68A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1249250" cy="684000"/>
          </a:xfrm>
        </p:spPr>
        <p:txBody>
          <a:bodyPr/>
          <a:lstStyle/>
          <a:p>
            <a:pPr algn="ctr"/>
            <a:r>
              <a:rPr lang="en-US" dirty="0"/>
              <a:t>Design Hub Process</a:t>
            </a:r>
            <a:endParaRPr lang="en-DK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8C6C04F-A2A8-CD5F-04EE-1F7CAD79EED7}"/>
              </a:ext>
            </a:extLst>
          </p:cNvPr>
          <p:cNvGrpSpPr/>
          <p:nvPr/>
        </p:nvGrpSpPr>
        <p:grpSpPr>
          <a:xfrm>
            <a:off x="167353" y="1454490"/>
            <a:ext cx="2342439" cy="1657568"/>
            <a:chOff x="167353" y="1454490"/>
            <a:chExt cx="2342439" cy="165756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AD47D13-36CB-AE98-23F8-3D1E634F1AEC}"/>
                </a:ext>
              </a:extLst>
            </p:cNvPr>
            <p:cNvSpPr/>
            <p:nvPr/>
          </p:nvSpPr>
          <p:spPr>
            <a:xfrm>
              <a:off x="167353" y="2439983"/>
              <a:ext cx="2342439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Fill out Brief form and send via email to </a:t>
              </a:r>
              <a:r>
                <a:rPr lang="en-US" sz="1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3"/>
                </a:rPr>
                <a:t>design@biomar.com</a:t>
              </a:r>
              <a:r>
                <a:rPr lang="en-US" sz="1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</a:p>
            <a:p>
              <a:pPr algn="ctr"/>
              <a:r>
                <a:rPr lang="en-GB" sz="1200" i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(Template Provided)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7BCAEDAF-E718-83C7-8C9A-729C2DA9A8C8}"/>
                </a:ext>
              </a:extLst>
            </p:cNvPr>
            <p:cNvGrpSpPr/>
            <p:nvPr/>
          </p:nvGrpSpPr>
          <p:grpSpPr>
            <a:xfrm>
              <a:off x="851679" y="1454490"/>
              <a:ext cx="973790" cy="947580"/>
              <a:chOff x="4240588" y="1960193"/>
              <a:chExt cx="1124095" cy="1093840"/>
            </a:xfrm>
          </p:grpSpPr>
          <p:pic>
            <p:nvPicPr>
              <p:cNvPr id="14" name="Graphic 13" descr="Pencil">
                <a:extLst>
                  <a:ext uri="{FF2B5EF4-FFF2-40B4-BE49-F238E27FC236}">
                    <a16:creationId xmlns:a16="http://schemas.microsoft.com/office/drawing/2014/main" id="{A3CD5A9B-2E10-2316-4CB0-BD4F762DA7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450283" y="2139633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5" name="Graphic 14" descr="Document">
                <a:extLst>
                  <a:ext uri="{FF2B5EF4-FFF2-40B4-BE49-F238E27FC236}">
                    <a16:creationId xmlns:a16="http://schemas.microsoft.com/office/drawing/2014/main" id="{EA246C5A-CA75-3909-5F7A-6A3392244F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240588" y="1960193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72491BF-7757-0475-D697-5166B4887AA7}"/>
              </a:ext>
            </a:extLst>
          </p:cNvPr>
          <p:cNvGrpSpPr/>
          <p:nvPr/>
        </p:nvGrpSpPr>
        <p:grpSpPr>
          <a:xfrm>
            <a:off x="474750" y="4472355"/>
            <a:ext cx="2353747" cy="1793251"/>
            <a:chOff x="474750" y="4472355"/>
            <a:chExt cx="2353747" cy="179325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C7AF08-8745-0251-0860-D9A289814A5B}"/>
                </a:ext>
              </a:extLst>
            </p:cNvPr>
            <p:cNvSpPr/>
            <p:nvPr/>
          </p:nvSpPr>
          <p:spPr>
            <a:xfrm>
              <a:off x="474750" y="5593531"/>
              <a:ext cx="2353747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Review Brief, input to Design Hub, tag contact person and inform via email. </a:t>
              </a:r>
              <a:r>
                <a:rPr lang="en-US" sz="1200" i="1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(Request any missing information or seek clarifications).</a:t>
              </a:r>
            </a:p>
          </p:txBody>
        </p:sp>
        <p:pic>
          <p:nvPicPr>
            <p:cNvPr id="57" name="Graphic 56" descr="Programmer female with solid fill">
              <a:extLst>
                <a:ext uri="{FF2B5EF4-FFF2-40B4-BE49-F238E27FC236}">
                  <a16:creationId xmlns:a16="http://schemas.microsoft.com/office/drawing/2014/main" id="{9B1B398F-408C-EEFE-99B7-2FD7238BAA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58480" y="4472355"/>
              <a:ext cx="914400" cy="914400"/>
            </a:xfrm>
            <a:prstGeom prst="rect">
              <a:avLst/>
            </a:prstGeom>
          </p:spPr>
        </p:pic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109152-2A23-968D-F246-1CD5F3FE7331}"/>
              </a:ext>
            </a:extLst>
          </p:cNvPr>
          <p:cNvSpPr/>
          <p:nvPr/>
        </p:nvSpPr>
        <p:spPr>
          <a:xfrm>
            <a:off x="474750" y="298240"/>
            <a:ext cx="1995055" cy="32142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Marketing/User</a:t>
            </a:r>
            <a:endParaRPr lang="en-DK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243FDD-9CB5-0310-7D35-762A9C40D6D2}"/>
              </a:ext>
            </a:extLst>
          </p:cNvPr>
          <p:cNvSpPr/>
          <p:nvPr/>
        </p:nvSpPr>
        <p:spPr>
          <a:xfrm>
            <a:off x="474750" y="702792"/>
            <a:ext cx="1995055" cy="3214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Design Hub</a:t>
            </a:r>
            <a:endParaRPr lang="en-DK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D9C4BFC-FAFF-7C40-A0B0-5EDDE8AC53F6}"/>
              </a:ext>
            </a:extLst>
          </p:cNvPr>
          <p:cNvGrpSpPr/>
          <p:nvPr/>
        </p:nvGrpSpPr>
        <p:grpSpPr>
          <a:xfrm>
            <a:off x="3299782" y="4640288"/>
            <a:ext cx="1759471" cy="1642840"/>
            <a:chOff x="3299782" y="4640288"/>
            <a:chExt cx="1759471" cy="1642840"/>
          </a:xfrm>
        </p:grpSpPr>
        <p:pic>
          <p:nvPicPr>
            <p:cNvPr id="70" name="Graphic 69" descr="Email with solid fill">
              <a:extLst>
                <a:ext uri="{FF2B5EF4-FFF2-40B4-BE49-F238E27FC236}">
                  <a16:creationId xmlns:a16="http://schemas.microsoft.com/office/drawing/2014/main" id="{D467E51C-8B5A-988C-0E72-E0D0E3A6A7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06285" y="4640288"/>
              <a:ext cx="746467" cy="746467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AE2B6C-970B-6AAC-F70B-FBE434CCA2FF}"/>
                </a:ext>
              </a:extLst>
            </p:cNvPr>
            <p:cNvSpPr/>
            <p:nvPr/>
          </p:nvSpPr>
          <p:spPr>
            <a:xfrm>
              <a:off x="3299782" y="5611053"/>
              <a:ext cx="1759471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Submit drafts via email following the same thread. Paths for files or links for videos. 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60462F3-4110-2287-A552-8AD399E3A16D}"/>
              </a:ext>
            </a:extLst>
          </p:cNvPr>
          <p:cNvGrpSpPr/>
          <p:nvPr/>
        </p:nvGrpSpPr>
        <p:grpSpPr>
          <a:xfrm>
            <a:off x="3759595" y="1457840"/>
            <a:ext cx="2113846" cy="1606815"/>
            <a:chOff x="4990635" y="1457840"/>
            <a:chExt cx="2113846" cy="160681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BBBD78-1347-2A67-456E-4334B8604091}"/>
                </a:ext>
              </a:extLst>
            </p:cNvPr>
            <p:cNvSpPr/>
            <p:nvPr/>
          </p:nvSpPr>
          <p:spPr>
            <a:xfrm>
              <a:off x="4990635" y="2392580"/>
              <a:ext cx="2113846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Feedback submitted is relevant to the media type. Inform Design Hub via email that feedback has been given.</a:t>
              </a:r>
            </a:p>
          </p:txBody>
        </p:sp>
        <p:pic>
          <p:nvPicPr>
            <p:cNvPr id="24" name="Graphic 23" descr="Speech with solid fill">
              <a:extLst>
                <a:ext uri="{FF2B5EF4-FFF2-40B4-BE49-F238E27FC236}">
                  <a16:creationId xmlns:a16="http://schemas.microsoft.com/office/drawing/2014/main" id="{39C71223-9A28-FB57-4EC5-CC4739D2D9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35958" y="1457840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DD86C6D-D04D-3633-054D-9974179F23B1}"/>
              </a:ext>
            </a:extLst>
          </p:cNvPr>
          <p:cNvGrpSpPr/>
          <p:nvPr/>
        </p:nvGrpSpPr>
        <p:grpSpPr>
          <a:xfrm>
            <a:off x="5287424" y="4748660"/>
            <a:ext cx="1493417" cy="1600913"/>
            <a:chOff x="6988042" y="4748660"/>
            <a:chExt cx="1493417" cy="1600913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A3A2233D-0C77-4DE5-1C10-26581EAA9336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405946" y="4748660"/>
              <a:ext cx="657610" cy="657610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16B52FE-1D47-BB6B-FF86-9EE671DCE24F}"/>
                </a:ext>
              </a:extLst>
            </p:cNvPr>
            <p:cNvSpPr/>
            <p:nvPr/>
          </p:nvSpPr>
          <p:spPr>
            <a:xfrm>
              <a:off x="6988042" y="5677498"/>
              <a:ext cx="1493417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Adjust based on feedback and submit final files.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5213C8E-FBDD-DE4B-9850-8A5F54A403EC}"/>
              </a:ext>
            </a:extLst>
          </p:cNvPr>
          <p:cNvGrpSpPr/>
          <p:nvPr/>
        </p:nvGrpSpPr>
        <p:grpSpPr>
          <a:xfrm>
            <a:off x="7888748" y="4640288"/>
            <a:ext cx="1239067" cy="1726807"/>
            <a:chOff x="10320316" y="4640288"/>
            <a:chExt cx="1239067" cy="1726807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975DE4F-B4A6-B02E-F9DD-44C4F6BD1746}"/>
                </a:ext>
              </a:extLst>
            </p:cNvPr>
            <p:cNvSpPr/>
            <p:nvPr/>
          </p:nvSpPr>
          <p:spPr>
            <a:xfrm>
              <a:off x="10320316" y="5695020"/>
              <a:ext cx="1239067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Close task and move card to Completed tab.</a:t>
              </a:r>
            </a:p>
          </p:txBody>
        </p:sp>
        <p:pic>
          <p:nvPicPr>
            <p:cNvPr id="50" name="Graphic 49" descr="Checkbox Checked with solid fill">
              <a:extLst>
                <a:ext uri="{FF2B5EF4-FFF2-40B4-BE49-F238E27FC236}">
                  <a16:creationId xmlns:a16="http://schemas.microsoft.com/office/drawing/2014/main" id="{B0CB8E7B-D0F2-E3A1-63FF-E6F30B4025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486637" y="4640288"/>
              <a:ext cx="914400" cy="91440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2AA822F-DD60-52E3-693F-832066F60141}"/>
              </a:ext>
            </a:extLst>
          </p:cNvPr>
          <p:cNvGrpSpPr/>
          <p:nvPr/>
        </p:nvGrpSpPr>
        <p:grpSpPr>
          <a:xfrm>
            <a:off x="6395199" y="1487670"/>
            <a:ext cx="1756006" cy="1611179"/>
            <a:chOff x="6912874" y="1487670"/>
            <a:chExt cx="1756006" cy="1611179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7AFE871-7894-1C28-A870-1374D6514115}"/>
                </a:ext>
              </a:extLst>
            </p:cNvPr>
            <p:cNvSpPr/>
            <p:nvPr/>
          </p:nvSpPr>
          <p:spPr>
            <a:xfrm>
              <a:off x="6912874" y="2426774"/>
              <a:ext cx="1756006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Approve final files and inform Design Hub that the task/project is closed.</a:t>
              </a:r>
            </a:p>
          </p:txBody>
        </p:sp>
        <p:pic>
          <p:nvPicPr>
            <p:cNvPr id="66" name="Graphic 65" descr="Comment Like with solid fill">
              <a:extLst>
                <a:ext uri="{FF2B5EF4-FFF2-40B4-BE49-F238E27FC236}">
                  <a16:creationId xmlns:a16="http://schemas.microsoft.com/office/drawing/2014/main" id="{A6A6D7C3-BA8B-B10F-C73C-74F3EADDCD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321484" y="1487670"/>
              <a:ext cx="914400" cy="914400"/>
            </a:xfrm>
            <a:prstGeom prst="rect">
              <a:avLst/>
            </a:prstGeom>
          </p:spPr>
        </p:pic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7A59002-0AF5-77EA-D77F-B1F36CE33EA7}"/>
              </a:ext>
            </a:extLst>
          </p:cNvPr>
          <p:cNvCxnSpPr>
            <a:cxnSpLocks/>
          </p:cNvCxnSpPr>
          <p:nvPr/>
        </p:nvCxnSpPr>
        <p:spPr>
          <a:xfrm>
            <a:off x="1131683" y="3172078"/>
            <a:ext cx="0" cy="691224"/>
          </a:xfrm>
          <a:prstGeom prst="line">
            <a:avLst/>
          </a:prstGeom>
          <a:ln w="38100"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428ECBF-AEE6-F073-365E-52E7D06FCEB4}"/>
              </a:ext>
            </a:extLst>
          </p:cNvPr>
          <p:cNvCxnSpPr>
            <a:cxnSpLocks/>
          </p:cNvCxnSpPr>
          <p:nvPr/>
        </p:nvCxnSpPr>
        <p:spPr>
          <a:xfrm>
            <a:off x="4803502" y="3370683"/>
            <a:ext cx="0" cy="492619"/>
          </a:xfrm>
          <a:prstGeom prst="line">
            <a:avLst/>
          </a:prstGeom>
          <a:ln w="38100"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E75E57E-5EBE-5A57-EC66-6978C52A71C8}"/>
              </a:ext>
            </a:extLst>
          </p:cNvPr>
          <p:cNvCxnSpPr>
            <a:cxnSpLocks/>
          </p:cNvCxnSpPr>
          <p:nvPr/>
        </p:nvCxnSpPr>
        <p:spPr>
          <a:xfrm>
            <a:off x="7278474" y="3172078"/>
            <a:ext cx="0" cy="691224"/>
          </a:xfrm>
          <a:prstGeom prst="line">
            <a:avLst/>
          </a:prstGeom>
          <a:ln w="38100"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698B026-CEA6-C1DE-0829-D4C18EC13D31}"/>
              </a:ext>
            </a:extLst>
          </p:cNvPr>
          <p:cNvSpPr/>
          <p:nvPr/>
        </p:nvSpPr>
        <p:spPr>
          <a:xfrm>
            <a:off x="462316" y="3745943"/>
            <a:ext cx="1231094" cy="2147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DB7E75-5A8F-DC91-41DF-980007913E15}"/>
              </a:ext>
            </a:extLst>
          </p:cNvPr>
          <p:cNvSpPr/>
          <p:nvPr/>
        </p:nvSpPr>
        <p:spPr>
          <a:xfrm>
            <a:off x="1706167" y="3745943"/>
            <a:ext cx="1231094" cy="2147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50D982-84FA-B1E2-2ED2-56F51860933C}"/>
              </a:ext>
            </a:extLst>
          </p:cNvPr>
          <p:cNvSpPr/>
          <p:nvPr/>
        </p:nvSpPr>
        <p:spPr>
          <a:xfrm>
            <a:off x="2940451" y="3745943"/>
            <a:ext cx="1231094" cy="2147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DE4C0A-9AA4-E9AF-A57A-6F0724DCDD6C}"/>
              </a:ext>
            </a:extLst>
          </p:cNvPr>
          <p:cNvSpPr/>
          <p:nvPr/>
        </p:nvSpPr>
        <p:spPr>
          <a:xfrm>
            <a:off x="4179519" y="3745943"/>
            <a:ext cx="1231094" cy="2147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36DCDD-8E94-085D-6B7E-12D1AC7ED72D}"/>
              </a:ext>
            </a:extLst>
          </p:cNvPr>
          <p:cNvSpPr/>
          <p:nvPr/>
        </p:nvSpPr>
        <p:spPr>
          <a:xfrm>
            <a:off x="5418586" y="3745943"/>
            <a:ext cx="1231094" cy="2147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A8237C-DF38-6EAE-C6C6-418308812598}"/>
              </a:ext>
            </a:extLst>
          </p:cNvPr>
          <p:cNvSpPr/>
          <p:nvPr/>
        </p:nvSpPr>
        <p:spPr>
          <a:xfrm>
            <a:off x="6657655" y="3745943"/>
            <a:ext cx="1231094" cy="2147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57EDEA-8A29-3EC7-DE65-E60807050892}"/>
              </a:ext>
            </a:extLst>
          </p:cNvPr>
          <p:cNvSpPr/>
          <p:nvPr/>
        </p:nvSpPr>
        <p:spPr>
          <a:xfrm>
            <a:off x="7896722" y="3745943"/>
            <a:ext cx="1231094" cy="2147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6D58F0-8E00-0392-BA94-BB581E50BCC1}"/>
              </a:ext>
            </a:extLst>
          </p:cNvPr>
          <p:cNvCxnSpPr>
            <a:cxnSpLocks/>
          </p:cNvCxnSpPr>
          <p:nvPr/>
        </p:nvCxnSpPr>
        <p:spPr>
          <a:xfrm>
            <a:off x="2297438" y="3863302"/>
            <a:ext cx="0" cy="1473469"/>
          </a:xfrm>
          <a:prstGeom prst="line">
            <a:avLst/>
          </a:prstGeom>
          <a:ln w="3810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7501D6B-D7A3-15AB-FF03-A0C4E36A941B}"/>
              </a:ext>
            </a:extLst>
          </p:cNvPr>
          <p:cNvCxnSpPr>
            <a:cxnSpLocks/>
          </p:cNvCxnSpPr>
          <p:nvPr/>
        </p:nvCxnSpPr>
        <p:spPr>
          <a:xfrm>
            <a:off x="3525542" y="3863302"/>
            <a:ext cx="0" cy="1473469"/>
          </a:xfrm>
          <a:prstGeom prst="line">
            <a:avLst/>
          </a:prstGeom>
          <a:ln w="3810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7876A8F-700B-4476-3D1A-129628F89B3F}"/>
              </a:ext>
            </a:extLst>
          </p:cNvPr>
          <p:cNvCxnSpPr>
            <a:cxnSpLocks/>
          </p:cNvCxnSpPr>
          <p:nvPr/>
        </p:nvCxnSpPr>
        <p:spPr>
          <a:xfrm>
            <a:off x="6034133" y="3863302"/>
            <a:ext cx="0" cy="509847"/>
          </a:xfrm>
          <a:prstGeom prst="line">
            <a:avLst/>
          </a:prstGeom>
          <a:ln w="3810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F099351-B591-0DE6-50CC-7B2274BAC3F6}"/>
              </a:ext>
            </a:extLst>
          </p:cNvPr>
          <p:cNvCxnSpPr>
            <a:cxnSpLocks/>
          </p:cNvCxnSpPr>
          <p:nvPr/>
        </p:nvCxnSpPr>
        <p:spPr>
          <a:xfrm>
            <a:off x="8474356" y="3863302"/>
            <a:ext cx="0" cy="509847"/>
          </a:xfrm>
          <a:prstGeom prst="line">
            <a:avLst/>
          </a:prstGeom>
          <a:ln w="3810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30A10FBB-750E-378E-1D89-5A3A3B59B62C}"/>
              </a:ext>
            </a:extLst>
          </p:cNvPr>
          <p:cNvSpPr/>
          <p:nvPr/>
        </p:nvSpPr>
        <p:spPr>
          <a:xfrm>
            <a:off x="9289431" y="1448474"/>
            <a:ext cx="2427819" cy="4774301"/>
          </a:xfrm>
          <a:prstGeom prst="roundRect">
            <a:avLst>
              <a:gd name="adj" fmla="val 436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Collaborative rather than transactional approach</a:t>
            </a:r>
          </a:p>
          <a:p>
            <a:endParaRPr lang="en-US" sz="1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Continuous communication with local stakeholders</a:t>
            </a:r>
          </a:p>
          <a:p>
            <a:endParaRPr lang="en-US" sz="1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Support adaptation for local market needs while maintaining brand consistency</a:t>
            </a:r>
          </a:p>
          <a:p>
            <a:endParaRPr lang="en-US" sz="1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Prioritization based on timelines and business impact</a:t>
            </a:r>
          </a:p>
          <a:p>
            <a:pPr algn="ctr"/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79773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9" grpId="0" animBg="1"/>
      <p:bldP spid="12" grpId="0" animBg="1"/>
      <p:bldP spid="17" grpId="0" animBg="1"/>
      <p:bldP spid="18" grpId="0" animBg="1"/>
      <p:bldP spid="19" grpId="0" animBg="1"/>
      <p:bldP spid="5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724BE-AC9F-39EB-9CED-E067D163C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3DCEA5-3C17-C1EE-7397-65E8D8CB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10</a:t>
            </a:fld>
            <a:endParaRPr lang="en-GB" noProof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4D4A6D6-5EFD-4BF2-7BB2-5900BA2A1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Different Workflows Depending on Scope</a:t>
            </a:r>
            <a:endParaRPr lang="es-ES" sz="320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AAD888A-1A24-40C5-3B70-BB366D60034C}"/>
              </a:ext>
            </a:extLst>
          </p:cNvPr>
          <p:cNvSpPr txBox="1">
            <a:spLocks/>
          </p:cNvSpPr>
          <p:nvPr/>
        </p:nvSpPr>
        <p:spPr>
          <a:xfrm>
            <a:off x="392150" y="108000"/>
            <a:ext cx="11246990" cy="57091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2"/>
                </a:solidFill>
              </a:rPr>
              <a:t>Tasks vs Projects</a:t>
            </a: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15FB79A5-EABE-9749-1ADA-6B5824F24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426569"/>
              </p:ext>
            </p:extLst>
          </p:nvPr>
        </p:nvGraphicFramePr>
        <p:xfrm>
          <a:off x="468000" y="1545054"/>
          <a:ext cx="11246991" cy="469390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63023">
                  <a:extLst>
                    <a:ext uri="{9D8B030D-6E8A-4147-A177-3AD203B41FA5}">
                      <a16:colId xmlns:a16="http://schemas.microsoft.com/office/drawing/2014/main" val="2327758843"/>
                    </a:ext>
                  </a:extLst>
                </a:gridCol>
                <a:gridCol w="4534971">
                  <a:extLst>
                    <a:ext uri="{9D8B030D-6E8A-4147-A177-3AD203B41FA5}">
                      <a16:colId xmlns:a16="http://schemas.microsoft.com/office/drawing/2014/main" val="2892189343"/>
                    </a:ext>
                  </a:extLst>
                </a:gridCol>
                <a:gridCol w="3748997">
                  <a:extLst>
                    <a:ext uri="{9D8B030D-6E8A-4147-A177-3AD203B41FA5}">
                      <a16:colId xmlns:a16="http://schemas.microsoft.com/office/drawing/2014/main" val="2536926427"/>
                    </a:ext>
                  </a:extLst>
                </a:gridCol>
              </a:tblGrid>
              <a:tr h="755867"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err="1"/>
                        <a:t>Task</a:t>
                      </a:r>
                      <a:endParaRPr lang="es-E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0620392"/>
                  </a:ext>
                </a:extLst>
              </a:tr>
              <a:tr h="793429">
                <a:tc>
                  <a:txBody>
                    <a:bodyPr/>
                    <a:lstStyle/>
                    <a:p>
                      <a:pPr algn="ctr"/>
                      <a:r>
                        <a:rPr lang="es-ES" b="1" err="1">
                          <a:solidFill>
                            <a:schemeClr val="tx2"/>
                          </a:solidFill>
                        </a:rPr>
                        <a:t>What</a:t>
                      </a:r>
                      <a:r>
                        <a:rPr lang="es-ES" b="1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s-ES" b="1" err="1">
                          <a:solidFill>
                            <a:schemeClr val="tx2"/>
                          </a:solidFill>
                        </a:rPr>
                        <a:t>is</a:t>
                      </a:r>
                      <a:r>
                        <a:rPr lang="es-ES" b="1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s-ES" b="1" err="1">
                          <a:solidFill>
                            <a:schemeClr val="tx2"/>
                          </a:solidFill>
                        </a:rPr>
                        <a:t>it</a:t>
                      </a:r>
                      <a:r>
                        <a:rPr lang="es-ES" b="1">
                          <a:solidFill>
                            <a:schemeClr val="tx2"/>
                          </a:solidFill>
                        </a:rPr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>
                          <a:solidFill>
                            <a:schemeClr val="tx2"/>
                          </a:solidFill>
                        </a:rPr>
                        <a:t>Small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requests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2"/>
                          </a:solidFill>
                        </a:rPr>
                        <a:t>Larger strategic initiatives.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2"/>
                          </a:solidFill>
                        </a:rPr>
                        <a:t>Multiple deliverables.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743186"/>
                  </a:ext>
                </a:extLst>
              </a:tr>
              <a:tr h="752249">
                <a:tc>
                  <a:txBody>
                    <a:bodyPr/>
                    <a:lstStyle/>
                    <a:p>
                      <a:pPr algn="ctr"/>
                      <a:r>
                        <a:rPr lang="es-ES" b="1">
                          <a:solidFill>
                            <a:schemeClr val="tx2"/>
                          </a:solidFill>
                        </a:rPr>
                        <a:t>Timeline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>
                          <a:solidFill>
                            <a:schemeClr val="tx2"/>
                          </a:solidFill>
                        </a:rPr>
                        <a:t>Faster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turnaround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( 2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to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6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days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>
                          <a:solidFill>
                            <a:schemeClr val="tx2"/>
                          </a:solidFill>
                        </a:rPr>
                        <a:t>Longer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turnaround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(2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to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24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weeks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6740949"/>
                  </a:ext>
                </a:extLst>
              </a:tr>
              <a:tr h="861412">
                <a:tc>
                  <a:txBody>
                    <a:bodyPr/>
                    <a:lstStyle/>
                    <a:p>
                      <a:pPr algn="ctr"/>
                      <a:r>
                        <a:rPr lang="es-ES" b="1">
                          <a:solidFill>
                            <a:schemeClr val="tx2"/>
                          </a:solidFill>
                        </a:rPr>
                        <a:t>Number </a:t>
                      </a:r>
                      <a:r>
                        <a:rPr lang="es-ES" b="1" err="1">
                          <a:solidFill>
                            <a:schemeClr val="tx2"/>
                          </a:solidFill>
                        </a:rPr>
                        <a:t>of</a:t>
                      </a:r>
                      <a:r>
                        <a:rPr lang="es-ES" b="1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s-ES" b="1" err="1">
                          <a:solidFill>
                            <a:schemeClr val="tx2"/>
                          </a:solidFill>
                        </a:rPr>
                        <a:t>reviews</a:t>
                      </a:r>
                      <a:endParaRPr lang="es-ES" b="1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2"/>
                          </a:solidFill>
                        </a:rPr>
                        <a:t>Limited reviews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(1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to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3)</a:t>
                      </a:r>
                      <a:endParaRPr lang="en-US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2"/>
                          </a:solidFill>
                        </a:rPr>
                        <a:t>Several stakeholders/review rounds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0502181"/>
                  </a:ext>
                </a:extLst>
              </a:tr>
              <a:tr h="1530947">
                <a:tc>
                  <a:txBody>
                    <a:bodyPr/>
                    <a:lstStyle/>
                    <a:p>
                      <a:pPr algn="ctr"/>
                      <a:r>
                        <a:rPr lang="es-ES" b="1" err="1">
                          <a:solidFill>
                            <a:schemeClr val="tx2"/>
                          </a:solidFill>
                        </a:rPr>
                        <a:t>Examples</a:t>
                      </a:r>
                      <a:endParaRPr lang="es-ES" b="1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>
                          <a:solidFill>
                            <a:schemeClr val="tx2"/>
                          </a:solidFill>
                        </a:rPr>
                        <a:t>Update existing document / Social media assets / Small edits / One-page documents / Internal banners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/>
                      <a:r>
                        <a:rPr lang="es-ES" err="1">
                          <a:solidFill>
                            <a:schemeClr val="tx2"/>
                          </a:solidFill>
                        </a:rPr>
                        <a:t>Campaigns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/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Publications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/ Rebranding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initiatives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/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Product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launches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/ Video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productions</a:t>
                      </a:r>
                      <a:endParaRPr lang="es-ES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5908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539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2">
            <a:extLst>
              <a:ext uri="{FF2B5EF4-FFF2-40B4-BE49-F238E27FC236}">
                <a16:creationId xmlns:a16="http://schemas.microsoft.com/office/drawing/2014/main" id="{C393012A-B562-6CB1-0B3E-4D624BDF8688}"/>
              </a:ext>
            </a:extLst>
          </p:cNvPr>
          <p:cNvPicPr>
            <a:picLocks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17">
            <a:extLst>
              <a:ext uri="{FF2B5EF4-FFF2-40B4-BE49-F238E27FC236}">
                <a16:creationId xmlns:a16="http://schemas.microsoft.com/office/drawing/2014/main" id="{9757B7BE-8820-F2EC-DD1C-948006EE2E20}"/>
              </a:ext>
            </a:extLst>
          </p:cNvPr>
          <p:cNvPicPr>
            <a:picLocks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747" y="-259278"/>
            <a:ext cx="13000399" cy="676003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006C6AC0-274F-4682-D785-7B5EFF7F54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22801" y="431999"/>
            <a:ext cx="6253740" cy="541846"/>
          </a:xfrm>
        </p:spPr>
        <p:txBody>
          <a:bodyPr>
            <a:normAutofit/>
          </a:bodyPr>
          <a:lstStyle/>
          <a:p>
            <a:pPr lvl="0" algn="r"/>
            <a:r>
              <a:rPr lang="es-ES" sz="3200"/>
              <a:t>Design Hub </a:t>
            </a:r>
            <a:r>
              <a:rPr lang="es-ES" sz="3200" err="1"/>
              <a:t>through</a:t>
            </a:r>
            <a:r>
              <a:rPr lang="es-ES" sz="3200"/>
              <a:t> </a:t>
            </a:r>
            <a:r>
              <a:rPr lang="es-ES" sz="3200" err="1"/>
              <a:t>the</a:t>
            </a:r>
            <a:r>
              <a:rPr lang="es-ES" sz="3200"/>
              <a:t> </a:t>
            </a:r>
            <a:r>
              <a:rPr lang="es-ES" sz="3200" err="1"/>
              <a:t>years</a:t>
            </a:r>
            <a:endParaRPr lang="en-DK" sz="3200"/>
          </a:p>
        </p:txBody>
      </p:sp>
      <p:pic>
        <p:nvPicPr>
          <p:cNvPr id="5" name="Graphic 19">
            <a:extLst>
              <a:ext uri="{FF2B5EF4-FFF2-40B4-BE49-F238E27FC236}">
                <a16:creationId xmlns:a16="http://schemas.microsoft.com/office/drawing/2014/main" id="{47DE1F2A-0970-DB8F-E0A3-ABAC733CF9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5836" y="394656"/>
            <a:ext cx="600075" cy="761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Box 20">
            <a:extLst>
              <a:ext uri="{FF2B5EF4-FFF2-40B4-BE49-F238E27FC236}">
                <a16:creationId xmlns:a16="http://schemas.microsoft.com/office/drawing/2014/main" id="{4FF00B6D-6D0C-91B1-48AC-AD5C68F2B7E9}"/>
              </a:ext>
            </a:extLst>
          </p:cNvPr>
          <p:cNvSpPr txBox="1"/>
          <p:nvPr/>
        </p:nvSpPr>
        <p:spPr>
          <a:xfrm>
            <a:off x="1714361" y="308400"/>
            <a:ext cx="1699833" cy="4414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>
                <a:solidFill>
                  <a:srgbClr val="1F3E77"/>
                </a:solidFill>
                <a:uFillTx/>
                <a:latin typeface="Arial"/>
                <a:ea typeface="DengXian"/>
              </a:rPr>
              <a:t>2010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Fragmented design and communication in the markets</a:t>
            </a:r>
            <a:endParaRPr lang="en-US" sz="700" spc="20">
              <a:solidFill>
                <a:schemeClr val="bg1">
                  <a:lumMod val="50000"/>
                </a:schemeClr>
              </a:solidFill>
              <a:latin typeface="Arial"/>
              <a:ea typeface="DengXian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0DDB900C-9835-4224-A411-9EA7505E0906}"/>
              </a:ext>
            </a:extLst>
          </p:cNvPr>
          <p:cNvSpPr txBox="1"/>
          <p:nvPr/>
        </p:nvSpPr>
        <p:spPr>
          <a:xfrm>
            <a:off x="4753187" y="1175525"/>
            <a:ext cx="1156229" cy="54184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2019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 err="1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BioMar</a:t>
            </a:r>
            <a:r>
              <a:rPr lang="en-US" sz="700" spc="20" dirty="0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 rebranding.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700" spc="20" dirty="0">
              <a:solidFill>
                <a:schemeClr val="bg1">
                  <a:lumMod val="50000"/>
                </a:schemeClr>
              </a:solidFill>
              <a:latin typeface="Arial"/>
              <a:ea typeface="DengXian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New Brand Guidelines.</a:t>
            </a:r>
            <a:endParaRPr lang="en-US" sz="700" b="0" i="0" u="none" strike="noStrike" kern="1200" cap="none" spc="20" baseline="0" dirty="0">
              <a:solidFill>
                <a:schemeClr val="bg1">
                  <a:lumMod val="50000"/>
                </a:schemeClr>
              </a:solidFill>
              <a:uFillTx/>
              <a:latin typeface="Arial"/>
              <a:ea typeface="DengXian"/>
            </a:endParaRPr>
          </a:p>
        </p:txBody>
      </p:sp>
      <p:sp>
        <p:nvSpPr>
          <p:cNvPr id="15" name="TextBox 39">
            <a:extLst>
              <a:ext uri="{FF2B5EF4-FFF2-40B4-BE49-F238E27FC236}">
                <a16:creationId xmlns:a16="http://schemas.microsoft.com/office/drawing/2014/main" id="{77834861-9EA0-1F67-B9BD-C5A3BDDBAFE2}"/>
              </a:ext>
            </a:extLst>
          </p:cNvPr>
          <p:cNvSpPr txBox="1"/>
          <p:nvPr/>
        </p:nvSpPr>
        <p:spPr>
          <a:xfrm>
            <a:off x="9040106" y="973542"/>
            <a:ext cx="1427598" cy="54784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2020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Incorporation of full-time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in-hous</a:t>
            </a:r>
            <a:r>
              <a:rPr lang="en-US" sz="700" spc="20" dirty="0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e Designer for Global Marketing needs.</a:t>
            </a:r>
            <a:endParaRPr lang="en-US" sz="700" b="0" i="0" u="none" strike="noStrike" kern="1200" cap="none" spc="20" baseline="0" dirty="0">
              <a:solidFill>
                <a:schemeClr val="bg1">
                  <a:lumMod val="50000"/>
                </a:schemeClr>
              </a:solidFill>
              <a:uFillTx/>
              <a:latin typeface="Arial"/>
              <a:ea typeface="DengXian"/>
            </a:endParaRPr>
          </a:p>
        </p:txBody>
      </p:sp>
      <p:sp>
        <p:nvSpPr>
          <p:cNvPr id="18" name="TextBox 42">
            <a:extLst>
              <a:ext uri="{FF2B5EF4-FFF2-40B4-BE49-F238E27FC236}">
                <a16:creationId xmlns:a16="http://schemas.microsoft.com/office/drawing/2014/main" id="{80948A13-BAE7-5706-2ABA-5A35FE093D79}"/>
              </a:ext>
            </a:extLst>
          </p:cNvPr>
          <p:cNvSpPr txBox="1"/>
          <p:nvPr/>
        </p:nvSpPr>
        <p:spPr>
          <a:xfrm>
            <a:off x="7196137" y="2275283"/>
            <a:ext cx="2151354" cy="54184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202</a:t>
            </a:r>
            <a:r>
              <a:rPr lang="en-US" sz="1050" b="1" spc="20" dirty="0">
                <a:solidFill>
                  <a:srgbClr val="1F3E77"/>
                </a:solidFill>
                <a:latin typeface="Arial"/>
                <a:ea typeface="DengXian"/>
              </a:rPr>
              <a:t>1</a:t>
            </a:r>
            <a:endParaRPr lang="en-US" sz="1050" b="1" i="0" u="none" strike="noStrike" kern="1200" cap="none" spc="20" baseline="0" dirty="0">
              <a:solidFill>
                <a:srgbClr val="1F3E77"/>
              </a:solidFill>
              <a:uFillTx/>
              <a:latin typeface="Arial"/>
              <a:ea typeface="DengXian"/>
            </a:endParaRP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Because of need of brand consistency through-out all markets, Design Hub starts working with local markets</a:t>
            </a:r>
            <a:endParaRPr lang="en-US" sz="700" b="0" i="0" u="none" strike="noStrike" kern="1200" cap="none" spc="20" baseline="0" dirty="0">
              <a:solidFill>
                <a:schemeClr val="bg1">
                  <a:lumMod val="50000"/>
                </a:schemeClr>
              </a:solidFill>
              <a:uFillTx/>
              <a:latin typeface="Arial"/>
              <a:ea typeface="DengXian"/>
            </a:endParaRPr>
          </a:p>
        </p:txBody>
      </p:sp>
      <p:sp>
        <p:nvSpPr>
          <p:cNvPr id="23" name="TextBox 48">
            <a:extLst>
              <a:ext uri="{FF2B5EF4-FFF2-40B4-BE49-F238E27FC236}">
                <a16:creationId xmlns:a16="http://schemas.microsoft.com/office/drawing/2014/main" id="{DC9EA888-1C89-BCAB-60F2-3EC788A640AD}"/>
              </a:ext>
            </a:extLst>
          </p:cNvPr>
          <p:cNvSpPr txBox="1"/>
          <p:nvPr/>
        </p:nvSpPr>
        <p:spPr>
          <a:xfrm>
            <a:off x="4371704" y="4581091"/>
            <a:ext cx="1497874" cy="9208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2024</a:t>
            </a:r>
          </a:p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Incorporation of a multimedia designer to answer new needs for storytelling and format.</a:t>
            </a:r>
          </a:p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700" b="0" i="0" u="none" strike="noStrike" kern="1200" cap="none" spc="20" baseline="0" dirty="0">
              <a:solidFill>
                <a:schemeClr val="bg1">
                  <a:lumMod val="50000"/>
                </a:schemeClr>
              </a:solidFill>
              <a:uFillTx/>
              <a:latin typeface="Arial"/>
              <a:ea typeface="DengXian"/>
            </a:endParaRPr>
          </a:p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A total of 286 task completed by Design Hub.</a:t>
            </a:r>
            <a:endParaRPr lang="en-US" sz="700" b="0" i="0" u="none" strike="noStrike" kern="1200" cap="none" spc="20" baseline="0" dirty="0">
              <a:solidFill>
                <a:schemeClr val="bg1">
                  <a:lumMod val="50000"/>
                </a:schemeClr>
              </a:solidFill>
              <a:uFillTx/>
              <a:latin typeface="Arial"/>
              <a:ea typeface="DengXian"/>
            </a:endParaRPr>
          </a:p>
        </p:txBody>
      </p:sp>
      <p:sp>
        <p:nvSpPr>
          <p:cNvPr id="24" name="TextBox 49">
            <a:extLst>
              <a:ext uri="{FF2B5EF4-FFF2-40B4-BE49-F238E27FC236}">
                <a16:creationId xmlns:a16="http://schemas.microsoft.com/office/drawing/2014/main" id="{930C2C91-3E42-4B67-1FCE-A6A126E8D3E2}"/>
              </a:ext>
            </a:extLst>
          </p:cNvPr>
          <p:cNvSpPr txBox="1"/>
          <p:nvPr/>
        </p:nvSpPr>
        <p:spPr>
          <a:xfrm>
            <a:off x="3268486" y="3075596"/>
            <a:ext cx="1553594" cy="5418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2023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Incorporation of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a second </a:t>
            </a:r>
            <a:r>
              <a:rPr lang="en-US" sz="700" spc="20" dirty="0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in-house graphic </a:t>
            </a: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designer, as marketing needs are broader and more complex.</a:t>
            </a:r>
          </a:p>
        </p:txBody>
      </p:sp>
      <p:pic>
        <p:nvPicPr>
          <p:cNvPr id="31" name="Graphic 43">
            <a:extLst>
              <a:ext uri="{FF2B5EF4-FFF2-40B4-BE49-F238E27FC236}">
                <a16:creationId xmlns:a16="http://schemas.microsoft.com/office/drawing/2014/main" id="{210F3F63-18FB-AB8B-12AF-B9C6BF89BE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4">
            <a:off x="4322763" y="5732318"/>
            <a:ext cx="600075" cy="761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2" name="Graphic 60">
            <a:extLst>
              <a:ext uri="{FF2B5EF4-FFF2-40B4-BE49-F238E27FC236}">
                <a16:creationId xmlns:a16="http://schemas.microsoft.com/office/drawing/2014/main" id="{A2E13684-26A8-5813-D861-950A559E98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4">
            <a:off x="3275865" y="3956636"/>
            <a:ext cx="495303" cy="761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4" name="Graphic 67">
            <a:extLst>
              <a:ext uri="{FF2B5EF4-FFF2-40B4-BE49-F238E27FC236}">
                <a16:creationId xmlns:a16="http://schemas.microsoft.com/office/drawing/2014/main" id="{23CC73DD-BD46-2E62-03A1-448C6E2555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4">
            <a:off x="8958642" y="3070280"/>
            <a:ext cx="495303" cy="761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5" name="Graphic 69">
            <a:extLst>
              <a:ext uri="{FF2B5EF4-FFF2-40B4-BE49-F238E27FC236}">
                <a16:creationId xmlns:a16="http://schemas.microsoft.com/office/drawing/2014/main" id="{9B66BE08-F49E-78AE-BD0A-5BD3690636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44225"/>
          <a:stretch>
            <a:fillRect/>
          </a:stretch>
        </p:blipFill>
        <p:spPr>
          <a:xfrm rot="16200004">
            <a:off x="9020551" y="1668711"/>
            <a:ext cx="276258" cy="761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7" name="TextBox 57">
            <a:extLst>
              <a:ext uri="{FF2B5EF4-FFF2-40B4-BE49-F238E27FC236}">
                <a16:creationId xmlns:a16="http://schemas.microsoft.com/office/drawing/2014/main" id="{A9205CFB-840E-98D3-F2AC-2A59FA8F167E}"/>
              </a:ext>
            </a:extLst>
          </p:cNvPr>
          <p:cNvSpPr txBox="1"/>
          <p:nvPr/>
        </p:nvSpPr>
        <p:spPr>
          <a:xfrm>
            <a:off x="7450669" y="4162054"/>
            <a:ext cx="1387922" cy="112317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2025</a:t>
            </a:r>
          </a:p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>
                <a:solidFill>
                  <a:schemeClr val="bg1">
                    <a:lumMod val="50000"/>
                  </a:schemeClr>
                </a:solidFill>
              </a:rPr>
              <a:t>A total of 489 task completed by Design Hub. +71% more than the previous year.</a:t>
            </a:r>
          </a:p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>
                <a:solidFill>
                  <a:schemeClr val="bg1">
                    <a:lumMod val="50000"/>
                  </a:schemeClr>
                </a:solidFill>
              </a:rPr>
              <a:t>Product Logos Rebrand. Launch of Product Brand Guidelines v1.</a:t>
            </a:r>
          </a:p>
        </p:txBody>
      </p:sp>
      <p:pic>
        <p:nvPicPr>
          <p:cNvPr id="38" name="Graphic 59">
            <a:extLst>
              <a:ext uri="{FF2B5EF4-FFF2-40B4-BE49-F238E27FC236}">
                <a16:creationId xmlns:a16="http://schemas.microsoft.com/office/drawing/2014/main" id="{F8F1C3B7-7615-6664-9CD7-774D3AF7AD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4">
            <a:off x="8083597" y="5568924"/>
            <a:ext cx="600075" cy="761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0" name="Freeform: Shape 99">
            <a:extLst>
              <a:ext uri="{FF2B5EF4-FFF2-40B4-BE49-F238E27FC236}">
                <a16:creationId xmlns:a16="http://schemas.microsoft.com/office/drawing/2014/main" id="{AC8252E8-57F6-C565-EAF6-3F4C55106680}"/>
              </a:ext>
            </a:extLst>
          </p:cNvPr>
          <p:cNvSpPr/>
          <p:nvPr/>
        </p:nvSpPr>
        <p:spPr>
          <a:xfrm>
            <a:off x="11256282" y="5937711"/>
            <a:ext cx="390531" cy="13274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657350"/>
              <a:gd name="f7" fmla="val 400050"/>
              <a:gd name="f8" fmla="val 831533"/>
              <a:gd name="f9" fmla="val 1290638"/>
              <a:gd name="f10" fmla="val 1663065"/>
              <a:gd name="f11" fmla="val 310515"/>
              <a:gd name="f12" fmla="val 200025"/>
              <a:gd name="f13" fmla="val 89535"/>
              <a:gd name="f14" fmla="val 372428"/>
              <a:gd name="f15" fmla="+- 0 0 -90"/>
              <a:gd name="f16" fmla="*/ f3 1 1657350"/>
              <a:gd name="f17" fmla="*/ f4 1 400050"/>
              <a:gd name="f18" fmla="val f5"/>
              <a:gd name="f19" fmla="val f6"/>
              <a:gd name="f20" fmla="val f7"/>
              <a:gd name="f21" fmla="*/ f15 f0 1"/>
              <a:gd name="f22" fmla="+- f20 0 f18"/>
              <a:gd name="f23" fmla="+- f19 0 f18"/>
              <a:gd name="f24" fmla="*/ f21 1 f2"/>
              <a:gd name="f25" fmla="*/ f23 1 1657350"/>
              <a:gd name="f26" fmla="*/ f22 1 400050"/>
              <a:gd name="f27" fmla="*/ 831533 f23 1"/>
              <a:gd name="f28" fmla="*/ 400050 f22 1"/>
              <a:gd name="f29" fmla="*/ 1663065 f23 1"/>
              <a:gd name="f30" fmla="*/ 200025 f22 1"/>
              <a:gd name="f31" fmla="*/ 0 f22 1"/>
              <a:gd name="f32" fmla="*/ 0 f23 1"/>
              <a:gd name="f33" fmla="+- f24 0 f1"/>
              <a:gd name="f34" fmla="*/ f27 1 1657350"/>
              <a:gd name="f35" fmla="*/ f28 1 400050"/>
              <a:gd name="f36" fmla="*/ f29 1 1657350"/>
              <a:gd name="f37" fmla="*/ f30 1 400050"/>
              <a:gd name="f38" fmla="*/ f31 1 400050"/>
              <a:gd name="f39" fmla="*/ f32 1 1657350"/>
              <a:gd name="f40" fmla="*/ f18 1 f25"/>
              <a:gd name="f41" fmla="*/ f19 1 f25"/>
              <a:gd name="f42" fmla="*/ f18 1 f26"/>
              <a:gd name="f43" fmla="*/ f20 1 f26"/>
              <a:gd name="f44" fmla="*/ f34 1 f25"/>
              <a:gd name="f45" fmla="*/ f35 1 f26"/>
              <a:gd name="f46" fmla="*/ f36 1 f25"/>
              <a:gd name="f47" fmla="*/ f37 1 f26"/>
              <a:gd name="f48" fmla="*/ f38 1 f26"/>
              <a:gd name="f49" fmla="*/ f39 1 f25"/>
              <a:gd name="f50" fmla="*/ f40 f16 1"/>
              <a:gd name="f51" fmla="*/ f41 f16 1"/>
              <a:gd name="f52" fmla="*/ f43 f17 1"/>
              <a:gd name="f53" fmla="*/ f42 f17 1"/>
              <a:gd name="f54" fmla="*/ f44 f16 1"/>
              <a:gd name="f55" fmla="*/ f45 f17 1"/>
              <a:gd name="f56" fmla="*/ f46 f16 1"/>
              <a:gd name="f57" fmla="*/ f47 f17 1"/>
              <a:gd name="f58" fmla="*/ f48 f17 1"/>
              <a:gd name="f59" fmla="*/ f49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4" y="f55"/>
              </a:cxn>
              <a:cxn ang="f33">
                <a:pos x="f56" y="f57"/>
              </a:cxn>
              <a:cxn ang="f33">
                <a:pos x="f54" y="f58"/>
              </a:cxn>
              <a:cxn ang="f33">
                <a:pos x="f59" y="f57"/>
              </a:cxn>
              <a:cxn ang="f33">
                <a:pos x="f54" y="f55"/>
              </a:cxn>
            </a:cxnLst>
            <a:rect l="f50" t="f53" r="f51" b="f52"/>
            <a:pathLst>
              <a:path w="1657350" h="400050">
                <a:moveTo>
                  <a:pt x="f8" y="f7"/>
                </a:moveTo>
                <a:cubicBezTo>
                  <a:pt x="f9" y="f7"/>
                  <a:pt x="f10" y="f11"/>
                  <a:pt x="f10" y="f12"/>
                </a:cubicBezTo>
                <a:cubicBezTo>
                  <a:pt x="f10" y="f13"/>
                  <a:pt x="f9" y="f5"/>
                  <a:pt x="f8" y="f5"/>
                </a:cubicBezTo>
                <a:cubicBezTo>
                  <a:pt x="f14" y="f5"/>
                  <a:pt x="f5" y="f13"/>
                  <a:pt x="f5" y="f12"/>
                </a:cubicBezTo>
                <a:cubicBezTo>
                  <a:pt x="f5" y="f11"/>
                  <a:pt x="f14" y="f7"/>
                  <a:pt x="f8" y="f7"/>
                </a:cubicBezTo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NZ" sz="1800" b="0" i="0" u="none" strike="noStrike" kern="1200" cap="none" spc="0" baseline="0">
              <a:solidFill>
                <a:srgbClr val="575756"/>
              </a:solidFill>
              <a:uFillTx/>
              <a:latin typeface="Arial"/>
              <a:ea typeface="DengXian"/>
            </a:endParaRPr>
          </a:p>
        </p:txBody>
      </p:sp>
      <p:sp>
        <p:nvSpPr>
          <p:cNvPr id="76" name="TextBox 122">
            <a:extLst>
              <a:ext uri="{FF2B5EF4-FFF2-40B4-BE49-F238E27FC236}">
                <a16:creationId xmlns:a16="http://schemas.microsoft.com/office/drawing/2014/main" id="{1F3D52EF-D177-C240-EF43-0CD3420B3E3E}"/>
              </a:ext>
            </a:extLst>
          </p:cNvPr>
          <p:cNvSpPr txBox="1"/>
          <p:nvPr/>
        </p:nvSpPr>
        <p:spPr>
          <a:xfrm>
            <a:off x="10202340" y="3900179"/>
            <a:ext cx="1348402" cy="12871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2026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Based on the product logo rebrand, new swoosh watermarks were created. First major </a:t>
            </a:r>
            <a:r>
              <a:rPr lang="en-US" sz="700" b="0" i="0" u="none" strike="noStrike" kern="1200" cap="none" spc="20" baseline="0" dirty="0" err="1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BioMar</a:t>
            </a: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 Brand Guidelines update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IPO launch support. </a:t>
            </a:r>
          </a:p>
        </p:txBody>
      </p:sp>
      <p:pic>
        <p:nvPicPr>
          <p:cNvPr id="77" name="Graphic 125">
            <a:extLst>
              <a:ext uri="{FF2B5EF4-FFF2-40B4-BE49-F238E27FC236}">
                <a16:creationId xmlns:a16="http://schemas.microsoft.com/office/drawing/2014/main" id="{367A6410-6B74-ADB1-BB9D-F8FB085EA5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4">
            <a:off x="11116915" y="5385924"/>
            <a:ext cx="600075" cy="761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0" name="Picture 12">
            <a:extLst>
              <a:ext uri="{FF2B5EF4-FFF2-40B4-BE49-F238E27FC236}">
                <a16:creationId xmlns:a16="http://schemas.microsoft.com/office/drawing/2014/main" id="{CF317210-4A63-5E8D-1CE0-2A1B2CE39B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7068"/>
          <a:stretch>
            <a:fillRect/>
          </a:stretch>
        </p:blipFill>
        <p:spPr>
          <a:xfrm>
            <a:off x="11052316" y="357246"/>
            <a:ext cx="695675" cy="6162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1" name="Graphic 13">
            <a:extLst>
              <a:ext uri="{FF2B5EF4-FFF2-40B4-BE49-F238E27FC236}">
                <a16:creationId xmlns:a16="http://schemas.microsoft.com/office/drawing/2014/main" id="{82190035-E957-8121-41F6-FEA561D58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4">
            <a:off x="4612526" y="1969562"/>
            <a:ext cx="495303" cy="761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5" name="Freeform: Shape 176">
            <a:extLst>
              <a:ext uri="{FF2B5EF4-FFF2-40B4-BE49-F238E27FC236}">
                <a16:creationId xmlns:a16="http://schemas.microsoft.com/office/drawing/2014/main" id="{13D57376-3C2C-F88A-79EA-BAD11D33FFCB}"/>
              </a:ext>
            </a:extLst>
          </p:cNvPr>
          <p:cNvSpPr/>
          <p:nvPr/>
        </p:nvSpPr>
        <p:spPr>
          <a:xfrm>
            <a:off x="7294260" y="3231827"/>
            <a:ext cx="1761884" cy="18086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359209"/>
              <a:gd name="f7" fmla="val 180869"/>
              <a:gd name="f8" fmla="val 679605"/>
              <a:gd name="f9" fmla="val 180870"/>
              <a:gd name="f10" fmla="val 1054775"/>
              <a:gd name="f11" fmla="val 140577"/>
              <a:gd name="f12" fmla="val 90435"/>
              <a:gd name="f13" fmla="val 40293"/>
              <a:gd name="f14" fmla="val 304434"/>
              <a:gd name="f15" fmla="val 895"/>
              <a:gd name="f16" fmla="val 41188"/>
              <a:gd name="f17" fmla="val 91330"/>
              <a:gd name="f18" fmla="+- 0 0 -90"/>
              <a:gd name="f19" fmla="*/ f3 1 1359209"/>
              <a:gd name="f20" fmla="*/ f4 1 180869"/>
              <a:gd name="f21" fmla="val f5"/>
              <a:gd name="f22" fmla="val f6"/>
              <a:gd name="f23" fmla="val f7"/>
              <a:gd name="f24" fmla="*/ f18 f0 1"/>
              <a:gd name="f25" fmla="+- f23 0 f21"/>
              <a:gd name="f26" fmla="+- f22 0 f21"/>
              <a:gd name="f27" fmla="*/ f24 1 f2"/>
              <a:gd name="f28" fmla="*/ f26 1 1359209"/>
              <a:gd name="f29" fmla="*/ f25 1 180869"/>
              <a:gd name="f30" fmla="*/ 679605 f26 1"/>
              <a:gd name="f31" fmla="*/ 180870 f25 1"/>
              <a:gd name="f32" fmla="*/ 1359209 f26 1"/>
              <a:gd name="f33" fmla="*/ 90435 f25 1"/>
              <a:gd name="f34" fmla="*/ 0 f25 1"/>
              <a:gd name="f35" fmla="*/ 0 f26 1"/>
              <a:gd name="f36" fmla="*/ 91330 f25 1"/>
              <a:gd name="f37" fmla="+- f27 0 f1"/>
              <a:gd name="f38" fmla="*/ f30 1 1359209"/>
              <a:gd name="f39" fmla="*/ f31 1 180869"/>
              <a:gd name="f40" fmla="*/ f32 1 1359209"/>
              <a:gd name="f41" fmla="*/ f33 1 180869"/>
              <a:gd name="f42" fmla="*/ f34 1 180869"/>
              <a:gd name="f43" fmla="*/ f35 1 1359209"/>
              <a:gd name="f44" fmla="*/ f36 1 180869"/>
              <a:gd name="f45" fmla="*/ f21 1 f28"/>
              <a:gd name="f46" fmla="*/ f22 1 f28"/>
              <a:gd name="f47" fmla="*/ f21 1 f29"/>
              <a:gd name="f48" fmla="*/ f23 1 f29"/>
              <a:gd name="f49" fmla="*/ f38 1 f28"/>
              <a:gd name="f50" fmla="*/ f39 1 f29"/>
              <a:gd name="f51" fmla="*/ f40 1 f28"/>
              <a:gd name="f52" fmla="*/ f41 1 f29"/>
              <a:gd name="f53" fmla="*/ f42 1 f29"/>
              <a:gd name="f54" fmla="*/ f43 1 f28"/>
              <a:gd name="f55" fmla="*/ f44 1 f29"/>
              <a:gd name="f56" fmla="*/ f45 f19 1"/>
              <a:gd name="f57" fmla="*/ f46 f19 1"/>
              <a:gd name="f58" fmla="*/ f48 f20 1"/>
              <a:gd name="f59" fmla="*/ f47 f20 1"/>
              <a:gd name="f60" fmla="*/ f49 f19 1"/>
              <a:gd name="f61" fmla="*/ f50 f20 1"/>
              <a:gd name="f62" fmla="*/ f51 f19 1"/>
              <a:gd name="f63" fmla="*/ f52 f20 1"/>
              <a:gd name="f64" fmla="*/ f53 f20 1"/>
              <a:gd name="f65" fmla="*/ f54 f19 1"/>
              <a:gd name="f66" fmla="*/ f55 f2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7">
                <a:pos x="f60" y="f61"/>
              </a:cxn>
              <a:cxn ang="f37">
                <a:pos x="f62" y="f63"/>
              </a:cxn>
              <a:cxn ang="f37">
                <a:pos x="f60" y="f64"/>
              </a:cxn>
              <a:cxn ang="f37">
                <a:pos x="f65" y="f66"/>
              </a:cxn>
              <a:cxn ang="f37">
                <a:pos x="f60" y="f61"/>
              </a:cxn>
            </a:cxnLst>
            <a:rect l="f56" t="f59" r="f57" b="f58"/>
            <a:pathLst>
              <a:path w="1359209" h="180869">
                <a:moveTo>
                  <a:pt x="f8" y="f9"/>
                </a:moveTo>
                <a:cubicBezTo>
                  <a:pt x="f10" y="f9"/>
                  <a:pt x="f6" y="f11"/>
                  <a:pt x="f6" y="f12"/>
                </a:cubicBezTo>
                <a:cubicBezTo>
                  <a:pt x="f6" y="f13"/>
                  <a:pt x="f10" y="f5"/>
                  <a:pt x="f8" y="f5"/>
                </a:cubicBezTo>
                <a:cubicBezTo>
                  <a:pt x="f14" y="f15"/>
                  <a:pt x="f5" y="f16"/>
                  <a:pt x="f5" y="f17"/>
                </a:cubicBezTo>
                <a:cubicBezTo>
                  <a:pt x="f5" y="f11"/>
                  <a:pt x="f14" y="f9"/>
                  <a:pt x="f8" y="f9"/>
                </a:cubicBezTo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DK" sz="1800" b="0" i="0" u="none" strike="noStrike" kern="1200" cap="none" spc="0" baseline="0">
              <a:solidFill>
                <a:srgbClr val="575756"/>
              </a:solidFill>
              <a:uFillTx/>
              <a:latin typeface="Arial"/>
              <a:ea typeface="DengXian"/>
            </a:endParaRPr>
          </a:p>
        </p:txBody>
      </p:sp>
      <p:pic>
        <p:nvPicPr>
          <p:cNvPr id="39" name="Picture 38" descr="A black and white logo&#10;&#10;Description automatically generated">
            <a:extLst>
              <a:ext uri="{FF2B5EF4-FFF2-40B4-BE49-F238E27FC236}">
                <a16:creationId xmlns:a16="http://schemas.microsoft.com/office/drawing/2014/main" id="{0D1A3062-6686-D60E-E7CA-10D52C0D81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332" y="5285227"/>
            <a:ext cx="175357" cy="805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6BA033B0-33F0-E6AC-3C29-A00F71EA7D27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A2D0036-FE9D-1720-94CE-414839924502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ES"/>
              <a:t>Key </a:t>
            </a:r>
            <a:r>
              <a:rPr lang="es-ES" err="1"/>
              <a:t>elements</a:t>
            </a:r>
            <a:r>
              <a:rPr lang="es-ES"/>
              <a:t>:</a:t>
            </a:r>
          </a:p>
          <a:p>
            <a:r>
              <a:rPr lang="es-ES"/>
              <a:t>Logo </a:t>
            </a:r>
            <a:r>
              <a:rPr lang="es-ES" err="1"/>
              <a:t>usage</a:t>
            </a:r>
            <a:endParaRPr lang="es-ES"/>
          </a:p>
          <a:p>
            <a:r>
              <a:rPr lang="es-ES" err="1"/>
              <a:t>Typography</a:t>
            </a:r>
            <a:endParaRPr lang="es-ES"/>
          </a:p>
          <a:p>
            <a:r>
              <a:rPr lang="es-ES"/>
              <a:t>Color </a:t>
            </a:r>
            <a:r>
              <a:rPr lang="es-ES" err="1"/>
              <a:t>palette</a:t>
            </a:r>
            <a:endParaRPr lang="es-ES"/>
          </a:p>
          <a:p>
            <a:r>
              <a:rPr lang="es-ES" err="1"/>
              <a:t>Layout</a:t>
            </a:r>
            <a:r>
              <a:rPr lang="es-ES"/>
              <a:t> </a:t>
            </a:r>
            <a:r>
              <a:rPr lang="es-ES" err="1"/>
              <a:t>principles</a:t>
            </a:r>
            <a:endParaRPr lang="es-ES"/>
          </a:p>
          <a:p>
            <a:r>
              <a:rPr lang="es-ES" err="1"/>
              <a:t>Imagery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  <a:p>
            <a:r>
              <a:rPr lang="es-ES"/>
              <a:t>Tone and </a:t>
            </a:r>
            <a:r>
              <a:rPr lang="es-ES" err="1"/>
              <a:t>consistency</a:t>
            </a:r>
            <a:endParaRPr lang="es-ES"/>
          </a:p>
          <a:p>
            <a:r>
              <a:rPr lang="es-ES"/>
              <a:t>Digital vs </a:t>
            </a:r>
            <a:r>
              <a:rPr lang="es-ES" err="1"/>
              <a:t>print</a:t>
            </a:r>
            <a:r>
              <a:rPr lang="es-ES"/>
              <a:t> </a:t>
            </a:r>
            <a:r>
              <a:rPr lang="es-ES" err="1"/>
              <a:t>applications</a:t>
            </a:r>
            <a:endParaRPr lang="es-ES"/>
          </a:p>
          <a:p>
            <a:pPr marL="0" indent="0">
              <a:buNone/>
            </a:pPr>
            <a:r>
              <a:rPr lang="en-US" b="1">
                <a:solidFill>
                  <a:schemeClr val="bg2"/>
                </a:solidFill>
              </a:rPr>
              <a:t>Guidelines are tools to support consistency while allowing flexibility for communication needs.</a:t>
            </a:r>
            <a:endParaRPr lang="es-ES" b="1">
              <a:solidFill>
                <a:schemeClr val="bg2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52594A7-F38F-B370-BCC6-33CA597DE96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12</a:t>
            </a:fld>
            <a:endParaRPr lang="en-GB" noProof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4D561733-A581-AA7D-1F08-26459B14A83D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873600"/>
            <a:ext cx="4602915" cy="360000"/>
          </a:xfrm>
        </p:spPr>
        <p:txBody>
          <a:bodyPr>
            <a:normAutofit/>
          </a:bodyPr>
          <a:lstStyle/>
          <a:p>
            <a:r>
              <a:rPr lang="es-ES"/>
              <a:t>Visual Branding &amp; </a:t>
            </a:r>
            <a:r>
              <a:rPr lang="es-ES" err="1"/>
              <a:t>Design</a:t>
            </a:r>
            <a:r>
              <a:rPr lang="es-ES"/>
              <a:t> </a:t>
            </a:r>
            <a:r>
              <a:rPr lang="es-ES" err="1"/>
              <a:t>Governance</a:t>
            </a:r>
            <a:endParaRPr lang="es-E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763DAD54-7E8D-77E1-F811-AE16D5456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Brand </a:t>
            </a:r>
            <a:r>
              <a:rPr lang="es-ES" err="1"/>
              <a:t>Guidelines</a:t>
            </a:r>
            <a:endParaRPr lang="es-ES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82519BB-8ACE-B983-5CF9-FE455912D633}"/>
              </a:ext>
            </a:extLst>
          </p:cNvPr>
          <p:cNvGrpSpPr/>
          <p:nvPr/>
        </p:nvGrpSpPr>
        <p:grpSpPr>
          <a:xfrm rot="21035476">
            <a:off x="1277402" y="958018"/>
            <a:ext cx="3541197" cy="4941963"/>
            <a:chOff x="3674832" y="0"/>
            <a:chExt cx="4914147" cy="6858000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C99A2F26-13CD-64B6-D6DB-EFC05ED47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7489"/>
            <a:stretch>
              <a:fillRect/>
            </a:stretch>
          </p:blipFill>
          <p:spPr>
            <a:xfrm>
              <a:off x="3674832" y="0"/>
              <a:ext cx="121604" cy="685800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CC8BA8A8-96B5-1442-66A7-E34BB71F8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46643" y="0"/>
              <a:ext cx="4842336" cy="685800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836748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047E3-820D-63B7-4F88-696FFD1E7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BD1BD1C-4A20-DA3D-6C3A-D823ED08ED05}"/>
              </a:ext>
            </a:extLst>
          </p:cNvPr>
          <p:cNvSpPr/>
          <p:nvPr/>
        </p:nvSpPr>
        <p:spPr>
          <a:xfrm>
            <a:off x="468001" y="1421869"/>
            <a:ext cx="3681900" cy="4777454"/>
          </a:xfrm>
          <a:prstGeom prst="roundRect">
            <a:avLst>
              <a:gd name="adj" fmla="val 4156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BD5EC50-CE12-DA44-12A3-52351BBBD99B}"/>
              </a:ext>
            </a:extLst>
          </p:cNvPr>
          <p:cNvSpPr/>
          <p:nvPr/>
        </p:nvSpPr>
        <p:spPr>
          <a:xfrm>
            <a:off x="4251674" y="1421869"/>
            <a:ext cx="3681900" cy="4777454"/>
          </a:xfrm>
          <a:prstGeom prst="roundRect">
            <a:avLst>
              <a:gd name="adj" fmla="val 4156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443BF47-148D-9FE0-F926-3998B7188003}"/>
              </a:ext>
            </a:extLst>
          </p:cNvPr>
          <p:cNvSpPr/>
          <p:nvPr/>
        </p:nvSpPr>
        <p:spPr>
          <a:xfrm>
            <a:off x="8035350" y="1421869"/>
            <a:ext cx="3681900" cy="4777454"/>
          </a:xfrm>
          <a:prstGeom prst="roundRect">
            <a:avLst>
              <a:gd name="adj" fmla="val 4156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6B8F971-9DE6-F328-F58C-A92412DBE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13</a:t>
            </a:fld>
            <a:endParaRPr lang="en-GB" noProof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63BC63E1-459C-3AA1-B2CB-488A70FC5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Additional</a:t>
            </a:r>
            <a:r>
              <a:rPr lang="es-ES"/>
              <a:t> </a:t>
            </a:r>
            <a:r>
              <a:rPr lang="es-ES" err="1"/>
              <a:t>Guidelines</a:t>
            </a:r>
            <a:endParaRPr lang="es-ES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1AA7554-444C-0DEC-08BA-81657B54938F}"/>
              </a:ext>
            </a:extLst>
          </p:cNvPr>
          <p:cNvGrpSpPr/>
          <p:nvPr/>
        </p:nvGrpSpPr>
        <p:grpSpPr>
          <a:xfrm rot="21099594">
            <a:off x="1438611" y="1727137"/>
            <a:ext cx="1740678" cy="2439754"/>
            <a:chOff x="1241115" y="866996"/>
            <a:chExt cx="3545853" cy="4969906"/>
          </a:xfrm>
        </p:grpSpPr>
        <p:pic>
          <p:nvPicPr>
            <p:cNvPr id="18" name="Imagen 17" descr="Imagen que contiene Texto&#10;&#10;El contenido generado por IA puede ser incorrecto.">
              <a:extLst>
                <a:ext uri="{FF2B5EF4-FFF2-40B4-BE49-F238E27FC236}">
                  <a16:creationId xmlns:a16="http://schemas.microsoft.com/office/drawing/2014/main" id="{C1EAF8E5-57DC-108A-3C2D-6E4E70247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499"/>
            <a:stretch>
              <a:fillRect/>
            </a:stretch>
          </p:blipFill>
          <p:spPr>
            <a:xfrm>
              <a:off x="1241115" y="866996"/>
              <a:ext cx="52393" cy="4969906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9" name="Imagen 18" descr="Imagen que contiene Texto&#10;&#10;El contenido generado por IA puede ser incorrecto.">
              <a:extLst>
                <a:ext uri="{FF2B5EF4-FFF2-40B4-BE49-F238E27FC236}">
                  <a16:creationId xmlns:a16="http://schemas.microsoft.com/office/drawing/2014/main" id="{7700185F-34CA-9A5D-29CF-780F254E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6590" y="866996"/>
              <a:ext cx="3490378" cy="4969906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0A5C8CA-FF4A-E400-C9FF-34C92B182870}"/>
              </a:ext>
            </a:extLst>
          </p:cNvPr>
          <p:cNvSpPr txBox="1"/>
          <p:nvPr/>
        </p:nvSpPr>
        <p:spPr>
          <a:xfrm>
            <a:off x="671648" y="4433165"/>
            <a:ext cx="3274606" cy="1675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Product communication standards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Packaging/product visual alignment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F67B7B8-5866-6A91-2A97-A453F7009206}"/>
              </a:ext>
            </a:extLst>
          </p:cNvPr>
          <p:cNvSpPr txBox="1"/>
          <p:nvPr/>
        </p:nvSpPr>
        <p:spPr>
          <a:xfrm>
            <a:off x="4458697" y="4433165"/>
            <a:ext cx="3274606" cy="1675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Art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Styling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Lighting &amp; framing 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Image selection principles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D1BF643-91F1-0905-8905-D1B3328A3380}"/>
              </a:ext>
            </a:extLst>
          </p:cNvPr>
          <p:cNvSpPr txBox="1"/>
          <p:nvPr/>
        </p:nvSpPr>
        <p:spPr>
          <a:xfrm>
            <a:off x="8238997" y="4433165"/>
            <a:ext cx="3274606" cy="1675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Employee/profile photography consistency</a:t>
            </a: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DA09812E-FB4C-7CE4-566A-A8163F841428}"/>
              </a:ext>
            </a:extLst>
          </p:cNvPr>
          <p:cNvGrpSpPr/>
          <p:nvPr/>
        </p:nvGrpSpPr>
        <p:grpSpPr>
          <a:xfrm rot="21021273">
            <a:off x="4803724" y="2184137"/>
            <a:ext cx="2526914" cy="1397322"/>
            <a:chOff x="4581525" y="2092109"/>
            <a:chExt cx="2952236" cy="1632515"/>
          </a:xfrm>
        </p:grpSpPr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9A30E868-EF32-8F1C-C5C0-6D97FCF43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54" r="98429"/>
            <a:stretch>
              <a:fillRect/>
            </a:stretch>
          </p:blipFill>
          <p:spPr>
            <a:xfrm>
              <a:off x="4581525" y="2092109"/>
              <a:ext cx="45719" cy="1632515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B4269D18-98CA-C668-F054-62D73DAEE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54"/>
            <a:stretch>
              <a:fillRect/>
            </a:stretch>
          </p:blipFill>
          <p:spPr>
            <a:xfrm>
              <a:off x="4622839" y="2092109"/>
              <a:ext cx="2910922" cy="1632515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2E0F80E-62CD-54DE-4D85-86E9C78B1E5B}"/>
              </a:ext>
            </a:extLst>
          </p:cNvPr>
          <p:cNvGrpSpPr/>
          <p:nvPr/>
        </p:nvGrpSpPr>
        <p:grpSpPr>
          <a:xfrm rot="21024756">
            <a:off x="8616115" y="2062714"/>
            <a:ext cx="2520370" cy="1391759"/>
            <a:chOff x="7654040" y="2111259"/>
            <a:chExt cx="2895675" cy="1599004"/>
          </a:xfrm>
        </p:grpSpPr>
        <p:pic>
          <p:nvPicPr>
            <p:cNvPr id="37" name="Imagen 36">
              <a:extLst>
                <a:ext uri="{FF2B5EF4-FFF2-40B4-BE49-F238E27FC236}">
                  <a16:creationId xmlns:a16="http://schemas.microsoft.com/office/drawing/2014/main" id="{5E005AA5-9A24-7B6B-D14D-D9E9857DA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89" r="97231"/>
            <a:stretch>
              <a:fillRect/>
            </a:stretch>
          </p:blipFill>
          <p:spPr>
            <a:xfrm>
              <a:off x="7654040" y="2111259"/>
              <a:ext cx="79263" cy="1599004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4E611B34-D2DD-EF17-C70D-9A34114B5F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89"/>
            <a:stretch>
              <a:fillRect/>
            </a:stretch>
          </p:blipFill>
          <p:spPr>
            <a:xfrm>
              <a:off x="7687552" y="2111259"/>
              <a:ext cx="2862163" cy="1599004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B37BA42-BA12-1C9E-CB1B-EA89CDE82E64}"/>
              </a:ext>
            </a:extLst>
          </p:cNvPr>
          <p:cNvSpPr/>
          <p:nvPr/>
        </p:nvSpPr>
        <p:spPr>
          <a:xfrm>
            <a:off x="7733303" y="350151"/>
            <a:ext cx="3256589" cy="615524"/>
          </a:xfrm>
          <a:prstGeom prst="roundRect">
            <a:avLst>
              <a:gd name="adj" fmla="val 913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err="1"/>
              <a:t>All</a:t>
            </a:r>
            <a:r>
              <a:rPr lang="es-ES"/>
              <a:t> </a:t>
            </a:r>
            <a:r>
              <a:rPr lang="es-ES" err="1"/>
              <a:t>available</a:t>
            </a:r>
            <a:r>
              <a:rPr lang="es-ES"/>
              <a:t> </a:t>
            </a:r>
            <a:r>
              <a:rPr lang="es-ES" err="1"/>
              <a:t>on</a:t>
            </a:r>
            <a:r>
              <a:rPr lang="es-ES"/>
              <a:t> The Pond</a:t>
            </a:r>
          </a:p>
        </p:txBody>
      </p:sp>
    </p:spTree>
    <p:extLst>
      <p:ext uri="{BB962C8B-B14F-4D97-AF65-F5344CB8AC3E}">
        <p14:creationId xmlns:p14="http://schemas.microsoft.com/office/powerpoint/2010/main" val="3016367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CBF57F-7DA7-D5B4-E0BC-FCB29199B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14</a:t>
            </a:fld>
            <a:endParaRPr lang="en-GB" noProof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E36EED02-AFB4-4AD3-09B7-C57D5024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Recent</a:t>
            </a:r>
            <a:r>
              <a:rPr lang="es-ES"/>
              <a:t> Logo Rebranding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A8EE78D-0A25-AFB7-B57C-4F863027C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1" y="3123822"/>
            <a:ext cx="4635844" cy="258956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337C491-42BA-6557-2501-2BAC29DD017B}"/>
              </a:ext>
            </a:extLst>
          </p:cNvPr>
          <p:cNvSpPr txBox="1"/>
          <p:nvPr/>
        </p:nvSpPr>
        <p:spPr>
          <a:xfrm>
            <a:off x="468000" y="1675602"/>
            <a:ext cx="5451071" cy="1675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Before</a:t>
            </a:r>
          </a:p>
          <a:p>
            <a:pPr algn="l"/>
            <a:r>
              <a:rPr lang="en-US">
                <a:solidFill>
                  <a:schemeClr val="tx2"/>
                </a:solidFill>
              </a:rPr>
              <a:t>All brands were treated independently from </a:t>
            </a:r>
            <a:r>
              <a:rPr lang="en-US" err="1">
                <a:solidFill>
                  <a:schemeClr val="tx2"/>
                </a:solidFill>
              </a:rPr>
              <a:t>eachother</a:t>
            </a:r>
            <a:r>
              <a:rPr lang="en-US">
                <a:solidFill>
                  <a:schemeClr val="tx2"/>
                </a:solidFill>
              </a:rPr>
              <a:t>. No alignment between them. Seem to be from different parents.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90C3802-A1B3-C85A-7087-0FB609A9310F}"/>
              </a:ext>
            </a:extLst>
          </p:cNvPr>
          <p:cNvSpPr txBox="1"/>
          <p:nvPr/>
        </p:nvSpPr>
        <p:spPr>
          <a:xfrm>
            <a:off x="6068055" y="1675602"/>
            <a:ext cx="5649195" cy="1675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Now</a:t>
            </a:r>
          </a:p>
          <a:p>
            <a:pPr algn="l"/>
            <a:r>
              <a:rPr lang="en-US">
                <a:solidFill>
                  <a:schemeClr val="tx2"/>
                </a:solidFill>
              </a:rPr>
              <a:t>All brands follow the same framework. Seem from the same parents. Have the swoosh.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F4C4A20E-067A-05D0-A64D-95C54A3DA7B8}"/>
              </a:ext>
            </a:extLst>
          </p:cNvPr>
          <p:cNvGrpSpPr/>
          <p:nvPr/>
        </p:nvGrpSpPr>
        <p:grpSpPr>
          <a:xfrm>
            <a:off x="6068055" y="3444502"/>
            <a:ext cx="5715682" cy="1737896"/>
            <a:chOff x="468000" y="1605733"/>
            <a:chExt cx="11094563" cy="3373386"/>
          </a:xfrm>
        </p:grpSpPr>
        <p:pic>
          <p:nvPicPr>
            <p:cNvPr id="13" name="Picture 27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6A933D1E-5C26-EB26-6C19-C57F87538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000" y="1605733"/>
              <a:ext cx="1977857" cy="517841"/>
            </a:xfrm>
            <a:prstGeom prst="rect">
              <a:avLst/>
            </a:prstGeom>
          </p:spPr>
        </p:pic>
        <p:pic>
          <p:nvPicPr>
            <p:cNvPr id="14" name="Picture 38" descr="A blue letter on a black background&#10;&#10;AI-generated content may be incorrect.">
              <a:extLst>
                <a:ext uri="{FF2B5EF4-FFF2-40B4-BE49-F238E27FC236}">
                  <a16:creationId xmlns:a16="http://schemas.microsoft.com/office/drawing/2014/main" id="{141F939F-E788-0130-6171-AD37657AD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5700" y="1727200"/>
              <a:ext cx="1538152" cy="396374"/>
            </a:xfrm>
            <a:prstGeom prst="rect">
              <a:avLst/>
            </a:prstGeom>
          </p:spPr>
        </p:pic>
        <p:pic>
          <p:nvPicPr>
            <p:cNvPr id="15" name="Imagen 14" descr="Icono&#10;&#10;El contenido generado por IA puede ser incorrecto.">
              <a:extLst>
                <a:ext uri="{FF2B5EF4-FFF2-40B4-BE49-F238E27FC236}">
                  <a16:creationId xmlns:a16="http://schemas.microsoft.com/office/drawing/2014/main" id="{1D48CBD7-F935-CE55-AD3F-85D568CC8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4991" y="1664906"/>
              <a:ext cx="2106562" cy="457106"/>
            </a:xfrm>
            <a:prstGeom prst="rect">
              <a:avLst/>
            </a:prstGeom>
          </p:spPr>
        </p:pic>
        <p:pic>
          <p:nvPicPr>
            <p:cNvPr id="16" name="Picture 40" descr="A blue letter on a black background&#10;&#10;AI-generated content may be incorrect.">
              <a:extLst>
                <a:ext uri="{FF2B5EF4-FFF2-40B4-BE49-F238E27FC236}">
                  <a16:creationId xmlns:a16="http://schemas.microsoft.com/office/drawing/2014/main" id="{046A2FF8-F25E-C1DB-262B-25FCE9921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1639" y="1751603"/>
              <a:ext cx="1317665" cy="347568"/>
            </a:xfrm>
            <a:prstGeom prst="rect">
              <a:avLst/>
            </a:prstGeom>
          </p:spPr>
        </p:pic>
        <p:pic>
          <p:nvPicPr>
            <p:cNvPr id="17" name="Picture 33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12BFB078-6331-7C70-A5FF-30FD972D2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9390" y="1664905"/>
              <a:ext cx="1823173" cy="457105"/>
            </a:xfrm>
            <a:prstGeom prst="rect">
              <a:avLst/>
            </a:prstGeom>
          </p:spPr>
        </p:pic>
        <p:pic>
          <p:nvPicPr>
            <p:cNvPr id="18" name="Picture 7" descr="A blue letter on a black background&#10;&#10;AI-generated content may be incorrect.">
              <a:extLst>
                <a:ext uri="{FF2B5EF4-FFF2-40B4-BE49-F238E27FC236}">
                  <a16:creationId xmlns:a16="http://schemas.microsoft.com/office/drawing/2014/main" id="{10A5DDC7-8EB3-374A-6CB2-2695E21A3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5946" y="3102101"/>
              <a:ext cx="1786337" cy="450169"/>
            </a:xfrm>
            <a:prstGeom prst="rect">
              <a:avLst/>
            </a:prstGeom>
          </p:spPr>
        </p:pic>
        <p:pic>
          <p:nvPicPr>
            <p:cNvPr id="19" name="Picture 13" descr="A blue letter on a black background&#10;&#10;AI-generated content may be incorrect.">
              <a:extLst>
                <a:ext uri="{FF2B5EF4-FFF2-40B4-BE49-F238E27FC236}">
                  <a16:creationId xmlns:a16="http://schemas.microsoft.com/office/drawing/2014/main" id="{16B63C32-2196-357A-32A1-12081E170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221" y="3050558"/>
              <a:ext cx="1652933" cy="516277"/>
            </a:xfrm>
            <a:prstGeom prst="rect">
              <a:avLst/>
            </a:prstGeom>
          </p:spPr>
        </p:pic>
        <p:pic>
          <p:nvPicPr>
            <p:cNvPr id="20" name="Picture 36" descr="A blue x on a black background&#10;&#10;AI-generated content may be incorrect.">
              <a:extLst>
                <a:ext uri="{FF2B5EF4-FFF2-40B4-BE49-F238E27FC236}">
                  <a16:creationId xmlns:a16="http://schemas.microsoft.com/office/drawing/2014/main" id="{A8CED776-6945-7783-E68B-3364047B9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5988" y="3081221"/>
              <a:ext cx="1663960" cy="454950"/>
            </a:xfrm>
            <a:prstGeom prst="rect">
              <a:avLst/>
            </a:prstGeom>
          </p:spPr>
        </p:pic>
        <p:pic>
          <p:nvPicPr>
            <p:cNvPr id="21" name="Imagen 20" descr="Icono&#10;&#10;El contenido generado por IA puede ser incorrecto.">
              <a:extLst>
                <a:ext uri="{FF2B5EF4-FFF2-40B4-BE49-F238E27FC236}">
                  <a16:creationId xmlns:a16="http://schemas.microsoft.com/office/drawing/2014/main" id="{5944E20A-C2C3-323A-E33A-42782FD8E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9430" y="3210058"/>
              <a:ext cx="1929971" cy="302386"/>
            </a:xfrm>
            <a:prstGeom prst="rect">
              <a:avLst/>
            </a:prstGeom>
          </p:spPr>
        </p:pic>
        <p:pic>
          <p:nvPicPr>
            <p:cNvPr id="22" name="Picture 19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74F94B53-4083-5471-DF30-2FE789D46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9454" y="3067155"/>
              <a:ext cx="1557733" cy="499680"/>
            </a:xfrm>
            <a:prstGeom prst="rect">
              <a:avLst/>
            </a:prstGeom>
          </p:spPr>
        </p:pic>
        <p:pic>
          <p:nvPicPr>
            <p:cNvPr id="23" name="Imagen 22" descr="Logotipo&#10;&#10;El contenido generado por IA puede ser incorrecto.">
              <a:extLst>
                <a:ext uri="{FF2B5EF4-FFF2-40B4-BE49-F238E27FC236}">
                  <a16:creationId xmlns:a16="http://schemas.microsoft.com/office/drawing/2014/main" id="{85C61463-D27B-790E-BA55-AD2AC20E3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285" y="4489045"/>
              <a:ext cx="1790236" cy="450401"/>
            </a:xfrm>
            <a:prstGeom prst="rect">
              <a:avLst/>
            </a:prstGeom>
          </p:spPr>
        </p:pic>
        <p:pic>
          <p:nvPicPr>
            <p:cNvPr id="24" name="Imagen 23" descr="Logotipo&#10;&#10;El contenido generado por IA puede ser incorrecto.">
              <a:extLst>
                <a:ext uri="{FF2B5EF4-FFF2-40B4-BE49-F238E27FC236}">
                  <a16:creationId xmlns:a16="http://schemas.microsoft.com/office/drawing/2014/main" id="{66730836-A3A0-3D92-A48A-8DC0A9AE7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519" y="4446581"/>
              <a:ext cx="1581307" cy="532538"/>
            </a:xfrm>
            <a:prstGeom prst="rect">
              <a:avLst/>
            </a:prstGeom>
          </p:spPr>
        </p:pic>
        <p:pic>
          <p:nvPicPr>
            <p:cNvPr id="25" name="Picture 16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DC880FAA-CEC8-A5EB-08D0-EDA615001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9217" y="4575385"/>
              <a:ext cx="1839793" cy="321774"/>
            </a:xfrm>
            <a:prstGeom prst="rect">
              <a:avLst/>
            </a:prstGeom>
          </p:spPr>
        </p:pic>
        <p:pic>
          <p:nvPicPr>
            <p:cNvPr id="26" name="Imagen 25" descr="Imagen que contiene objeto, reloj, dibujo, señal&#10;&#10;El contenido generado por IA puede ser incorrecto.">
              <a:extLst>
                <a:ext uri="{FF2B5EF4-FFF2-40B4-BE49-F238E27FC236}">
                  <a16:creationId xmlns:a16="http://schemas.microsoft.com/office/drawing/2014/main" id="{D2D8739A-A482-ACF9-EF18-FCC4985AD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1639" y="4489045"/>
              <a:ext cx="1343974" cy="4309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90466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F039FB-4976-470F-B657-603FB156CF26}">
  <ds:schemaRefs>
    <ds:schemaRef ds:uri="06cb7051-c7c6-44c0-af61-9813c784cbe1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905EAA9-84D0-4033-9AC0-4AE6513386E8}"/>
</file>

<file path=customXml/itemProps3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141</TotalTime>
  <Words>1713</Words>
  <Application>Microsoft Office PowerPoint</Application>
  <PresentationFormat>Panorámica</PresentationFormat>
  <Paragraphs>343</Paragraphs>
  <Slides>17</Slides>
  <Notes>16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Nunito Sans</vt:lpstr>
      <vt:lpstr>BioMar</vt:lpstr>
      <vt:lpstr>think-cell Slide</vt:lpstr>
      <vt:lpstr>Design Hub: Who We Are, How We Work &amp; How We Support the Business</vt:lpstr>
      <vt:lpstr>What is the Design Hub?</vt:lpstr>
      <vt:lpstr>Who we are</vt:lpstr>
      <vt:lpstr>Marketing 2028 refined strategy house</vt:lpstr>
      <vt:lpstr>Strategic role of the Design Hub</vt:lpstr>
      <vt:lpstr>Our Areas of Responsibility and functions</vt:lpstr>
      <vt:lpstr>Ownership</vt:lpstr>
      <vt:lpstr>Beyond Daily Design Support</vt:lpstr>
      <vt:lpstr>Design Hub Process</vt:lpstr>
      <vt:lpstr>Different Workflows Depending on Scope</vt:lpstr>
      <vt:lpstr>Design Hub through the years</vt:lpstr>
      <vt:lpstr>Brand Guidelines</vt:lpstr>
      <vt:lpstr>Additional Guidelines</vt:lpstr>
      <vt:lpstr>Recent Logo Rebranding</vt:lpstr>
      <vt:lpstr>Ways of Working</vt:lpstr>
      <vt:lpstr>Current Challenges &amp; Opportunities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2026-05-13T13:47:47Z</dcterms:created>
  <dcterms:modified xsi:type="dcterms:W3CDTF">2026-07-03T16:54:09Z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