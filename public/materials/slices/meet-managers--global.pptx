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482176" r:id="rId15"/>
    <p:sldId id="2147482177" r:id="rId16"/>
    <p:sldId id="21474821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D517-3994-1083-EC14-8550892F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35906D-AF56-084A-B260-BE43445D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5734B-2C7C-CF39-760A-61FF9215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Meetings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440501-0C8B-D9C8-0D3F-1496ABF6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1D7E5-A287-DA79-41E9-4C71BB25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471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B9FF0-45ED-D3B2-08B4-05B0D6F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33326-4C26-7D13-169C-FECAED10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11</a:t>
            </a:fld>
            <a:endParaRPr lang="en-GB" noProof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EA8DDB-A574-8BC9-97F8-8AD9ADB94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037095"/>
            <a:ext cx="11236270" cy="3567519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8EDF7B-B53F-E8E5-8F93-695C2630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Regular meetings</a:t>
            </a:r>
          </a:p>
        </p:txBody>
      </p:sp>
    </p:spTree>
    <p:extLst>
      <p:ext uri="{BB962C8B-B14F-4D97-AF65-F5344CB8AC3E}">
        <p14:creationId xmlns:p14="http://schemas.microsoft.com/office/powerpoint/2010/main" val="155374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6E26-5901-7252-1560-3143C53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C753E-4374-EF0E-D4CB-7F0556B7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88E65-FA84-A1C2-F03D-2EE6E66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12</a:t>
            </a:fld>
            <a:endParaRPr lang="en-GB" noProof="0"/>
          </a:p>
        </p:txBody>
      </p:sp>
      <p:pic>
        <p:nvPicPr>
          <p:cNvPr id="6" name="Content Placeholder 5" descr="A screenshot of a phone&#10;&#10;AI-generated content may be incorrect.">
            <a:extLst>
              <a:ext uri="{FF2B5EF4-FFF2-40B4-BE49-F238E27FC236}">
                <a16:creationId xmlns:a16="http://schemas.microsoft.com/office/drawing/2014/main" id="{3B7E378B-B318-0ED7-E9B1-E200BAA95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182232"/>
            <a:ext cx="11236270" cy="3277245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CB2325-9C2A-6462-EE28-273156E0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Special meetings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9948013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