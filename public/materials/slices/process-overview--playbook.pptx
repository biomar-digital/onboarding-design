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196A42C-DFC6-E782-0AF7-068F264B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3</a:t>
            </a:fld>
            <a:endParaRPr lang="en-GB" noProof="0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5A42FEA5-36FB-421C-32A4-263667490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ES" dirty="0"/>
              <a:t>Overall Process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07B292-5CAF-FC29-D014-2334D76EB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From Brief </a:t>
            </a:r>
            <a:r>
              <a:rPr lang="es-ES" dirty="0" err="1"/>
              <a:t>to</a:t>
            </a:r>
            <a:r>
              <a:rPr lang="es-ES" dirty="0"/>
              <a:t> Final </a:t>
            </a:r>
            <a:r>
              <a:rPr lang="es-ES" dirty="0" err="1"/>
              <a:t>Version</a:t>
            </a:r>
            <a:endParaRPr lang="es-ES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D55E325-72FC-B37E-7916-9C7E4CCC276A}"/>
              </a:ext>
            </a:extLst>
          </p:cNvPr>
          <p:cNvSpPr/>
          <p:nvPr/>
        </p:nvSpPr>
        <p:spPr>
          <a:xfrm>
            <a:off x="467999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Email and </a:t>
            </a:r>
            <a:br>
              <a:rPr lang="es-ES" dirty="0">
                <a:solidFill>
                  <a:schemeClr val="tx2"/>
                </a:solidFill>
              </a:rPr>
            </a:br>
            <a:r>
              <a:rPr lang="es-ES" dirty="0">
                <a:solidFill>
                  <a:schemeClr val="tx2"/>
                </a:solidFill>
              </a:rPr>
              <a:t>briefing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06FDFFA-5351-9810-4FDA-57CDB38A95D7}"/>
              </a:ext>
            </a:extLst>
          </p:cNvPr>
          <p:cNvSpPr/>
          <p:nvPr/>
        </p:nvSpPr>
        <p:spPr>
          <a:xfrm>
            <a:off x="2821107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Work </a:t>
            </a:r>
            <a:r>
              <a:rPr lang="es-ES" dirty="0" err="1">
                <a:solidFill>
                  <a:schemeClr val="tx2"/>
                </a:solidFill>
              </a:rPr>
              <a:t>on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834403D-53CD-B0E9-E896-0BDA5BEA9601}"/>
              </a:ext>
            </a:extLst>
          </p:cNvPr>
          <p:cNvSpPr/>
          <p:nvPr/>
        </p:nvSpPr>
        <p:spPr>
          <a:xfrm>
            <a:off x="5174215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2"/>
                </a:solidFill>
              </a:rPr>
              <a:t>Receive</a:t>
            </a:r>
            <a:r>
              <a:rPr lang="es-ES" dirty="0">
                <a:solidFill>
                  <a:schemeClr val="tx2"/>
                </a:solidFill>
              </a:rPr>
              <a:t> </a:t>
            </a:r>
            <a:r>
              <a:rPr lang="es-ES" dirty="0" err="1">
                <a:solidFill>
                  <a:schemeClr val="tx2"/>
                </a:solidFill>
              </a:rPr>
              <a:t>Feedback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C7D76A7-9A1C-024F-22FF-EB5BE9044BA4}"/>
              </a:ext>
            </a:extLst>
          </p:cNvPr>
          <p:cNvSpPr/>
          <p:nvPr/>
        </p:nvSpPr>
        <p:spPr>
          <a:xfrm>
            <a:off x="7527323" y="2726370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Final </a:t>
            </a:r>
            <a:r>
              <a:rPr lang="es-ES" dirty="0" err="1">
                <a:solidFill>
                  <a:schemeClr val="tx2"/>
                </a:solidFill>
              </a:rPr>
              <a:t>Version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A0FE8A3-9ED9-28FA-880A-AB0C348847D2}"/>
              </a:ext>
            </a:extLst>
          </p:cNvPr>
          <p:cNvSpPr/>
          <p:nvPr/>
        </p:nvSpPr>
        <p:spPr>
          <a:xfrm>
            <a:off x="9880432" y="2700972"/>
            <a:ext cx="1911133" cy="2074334"/>
          </a:xfrm>
          <a:prstGeom prst="roundRect">
            <a:avLst>
              <a:gd name="adj" fmla="val 507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2"/>
                </a:solidFill>
              </a:rPr>
              <a:t>Close </a:t>
            </a:r>
            <a:r>
              <a:rPr lang="es-ES" dirty="0" err="1">
                <a:solidFill>
                  <a:schemeClr val="tx2"/>
                </a:solidFill>
              </a:rPr>
              <a:t>task</a:t>
            </a:r>
            <a:endParaRPr lang="es-ES" dirty="0">
              <a:solidFill>
                <a:schemeClr val="tx2"/>
              </a:solidFill>
            </a:endParaRPr>
          </a:p>
        </p:txBody>
      </p:sp>
      <p:cxnSp>
        <p:nvCxnSpPr>
          <p:cNvPr id="24" name="Conector: curvado 23">
            <a:extLst>
              <a:ext uri="{FF2B5EF4-FFF2-40B4-BE49-F238E27FC236}">
                <a16:creationId xmlns:a16="http://schemas.microsoft.com/office/drawing/2014/main" id="{C247274C-A66D-5980-1BAE-14D5740AA47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946877" y="3611451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curvado 26">
            <a:extLst>
              <a:ext uri="{FF2B5EF4-FFF2-40B4-BE49-F238E27FC236}">
                <a16:creationId xmlns:a16="http://schemas.microsoft.com/office/drawing/2014/main" id="{AEDA67D3-4070-9951-D592-248C3A12ED7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593769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curvado 27">
            <a:extLst>
              <a:ext uri="{FF2B5EF4-FFF2-40B4-BE49-F238E27FC236}">
                <a16:creationId xmlns:a16="http://schemas.microsoft.com/office/drawing/2014/main" id="{40C8F958-E838-2D0E-09D2-E62C93C9DB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687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curvado 28">
            <a:extLst>
              <a:ext uri="{FF2B5EF4-FFF2-40B4-BE49-F238E27FC236}">
                <a16:creationId xmlns:a16="http://schemas.microsoft.com/office/drawing/2014/main" id="{11CAAA4C-A008-09D9-B108-920AC6571B6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99987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: curvado 29">
            <a:extLst>
              <a:ext uri="{FF2B5EF4-FFF2-40B4-BE49-F238E27FC236}">
                <a16:creationId xmlns:a16="http://schemas.microsoft.com/office/drawing/2014/main" id="{97D6846F-AA00-BF89-B9FB-8E129D41392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653095" y="1537117"/>
            <a:ext cx="12700" cy="2353108"/>
          </a:xfrm>
          <a:prstGeom prst="curvedConnector3">
            <a:avLst>
              <a:gd name="adj1" fmla="val 8803244"/>
            </a:avLst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948893"/>
      </p:ext>
    </p:extLst>
  </p:cSld>
  <p:clrMapOvr>
    <a:masterClrMapping/>
  </p:clrMapOvr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