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3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16">
            <a:extLst>
              <a:ext uri="{FF2B5EF4-FFF2-40B4-BE49-F238E27FC236}">
                <a16:creationId xmlns:a16="http://schemas.microsoft.com/office/drawing/2014/main" id="{012B650E-6801-44C5-AFCB-E6D5576D0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E3AE518-2B9B-408B-9C56-A5749647A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Design</a:t>
            </a:r>
            <a:r>
              <a:rPr lang="es-ES" dirty="0"/>
              <a:t> Hub </a:t>
            </a:r>
            <a:r>
              <a:rPr lang="es-ES" dirty="0" err="1"/>
              <a:t>Playbook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403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02896C9-717D-541F-D096-F1534B4C444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A285CB3-F188-CA08-DD41-05AADA3FC59D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B5A6904-423D-E3FD-F95B-49FE39E5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Table </a:t>
            </a:r>
            <a:r>
              <a:rPr lang="es-ES" dirty="0" err="1"/>
              <a:t>of</a:t>
            </a:r>
            <a:r>
              <a:rPr lang="es-ES" dirty="0"/>
              <a:t> Content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7EFD1DF-1BD9-B130-0B5A-EA71F18286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529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196A42C-DFC6-E782-0AF7-068F264B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A42FEA5-36FB-421C-32A4-263667490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Overall Process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007B292-5CAF-FC29-D014-2334D76E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From Brief </a:t>
            </a:r>
            <a:r>
              <a:rPr lang="es-ES" dirty="0" err="1"/>
              <a:t>to</a:t>
            </a:r>
            <a:r>
              <a:rPr lang="es-ES" dirty="0"/>
              <a:t> Final </a:t>
            </a:r>
            <a:r>
              <a:rPr lang="es-ES" dirty="0" err="1"/>
              <a:t>Version</a:t>
            </a:r>
            <a:endParaRPr lang="es-ES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D55E325-72FC-B37E-7916-9C7E4CCC276A}"/>
              </a:ext>
            </a:extLst>
          </p:cNvPr>
          <p:cNvSpPr/>
          <p:nvPr/>
        </p:nvSpPr>
        <p:spPr>
          <a:xfrm>
            <a:off x="467999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Email and </a:t>
            </a:r>
            <a:br>
              <a:rPr lang="es-ES" dirty="0">
                <a:solidFill>
                  <a:schemeClr val="tx2"/>
                </a:solidFill>
              </a:rPr>
            </a:br>
            <a:r>
              <a:rPr lang="es-ES" dirty="0">
                <a:solidFill>
                  <a:schemeClr val="tx2"/>
                </a:solidFill>
              </a:rPr>
              <a:t>briefing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06FDFFA-5351-9810-4FDA-57CDB38A95D7}"/>
              </a:ext>
            </a:extLst>
          </p:cNvPr>
          <p:cNvSpPr/>
          <p:nvPr/>
        </p:nvSpPr>
        <p:spPr>
          <a:xfrm>
            <a:off x="2821107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Work </a:t>
            </a:r>
            <a:r>
              <a:rPr lang="es-ES" dirty="0" err="1">
                <a:solidFill>
                  <a:schemeClr val="tx2"/>
                </a:solidFill>
              </a:rPr>
              <a:t>on</a:t>
            </a:r>
            <a:r>
              <a:rPr lang="es-ES" dirty="0">
                <a:solidFill>
                  <a:schemeClr val="tx2"/>
                </a:solidFill>
              </a:rPr>
              <a:t> </a:t>
            </a:r>
            <a:r>
              <a:rPr lang="es-ES" dirty="0" err="1">
                <a:solidFill>
                  <a:schemeClr val="tx2"/>
                </a:solidFill>
              </a:rPr>
              <a:t>Version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834403D-53CD-B0E9-E896-0BDA5BEA9601}"/>
              </a:ext>
            </a:extLst>
          </p:cNvPr>
          <p:cNvSpPr/>
          <p:nvPr/>
        </p:nvSpPr>
        <p:spPr>
          <a:xfrm>
            <a:off x="5174215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2"/>
                </a:solidFill>
              </a:rPr>
              <a:t>Receive</a:t>
            </a:r>
            <a:r>
              <a:rPr lang="es-ES" dirty="0">
                <a:solidFill>
                  <a:schemeClr val="tx2"/>
                </a:solidFill>
              </a:rPr>
              <a:t> </a:t>
            </a:r>
            <a:r>
              <a:rPr lang="es-ES" dirty="0" err="1">
                <a:solidFill>
                  <a:schemeClr val="tx2"/>
                </a:solidFill>
              </a:rPr>
              <a:t>Feedback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C7D76A7-9A1C-024F-22FF-EB5BE9044BA4}"/>
              </a:ext>
            </a:extLst>
          </p:cNvPr>
          <p:cNvSpPr/>
          <p:nvPr/>
        </p:nvSpPr>
        <p:spPr>
          <a:xfrm>
            <a:off x="7527323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Final </a:t>
            </a:r>
            <a:r>
              <a:rPr lang="es-ES" dirty="0" err="1">
                <a:solidFill>
                  <a:schemeClr val="tx2"/>
                </a:solidFill>
              </a:rPr>
              <a:t>Version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A0FE8A3-9ED9-28FA-880A-AB0C348847D2}"/>
              </a:ext>
            </a:extLst>
          </p:cNvPr>
          <p:cNvSpPr/>
          <p:nvPr/>
        </p:nvSpPr>
        <p:spPr>
          <a:xfrm>
            <a:off x="9880432" y="2700972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Close </a:t>
            </a:r>
            <a:r>
              <a:rPr lang="es-ES" dirty="0" err="1">
                <a:solidFill>
                  <a:schemeClr val="tx2"/>
                </a:solidFill>
              </a:rPr>
              <a:t>task</a:t>
            </a:r>
            <a:endParaRPr lang="es-ES" dirty="0">
              <a:solidFill>
                <a:schemeClr val="tx2"/>
              </a:solidFill>
            </a:endParaRPr>
          </a:p>
        </p:txBody>
      </p:sp>
      <p:cxnSp>
        <p:nvCxnSpPr>
          <p:cNvPr id="24" name="Conector: curvado 23">
            <a:extLst>
              <a:ext uri="{FF2B5EF4-FFF2-40B4-BE49-F238E27FC236}">
                <a16:creationId xmlns:a16="http://schemas.microsoft.com/office/drawing/2014/main" id="{C247274C-A66D-5980-1BAE-14D5740AA47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946877" y="3611451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AEDA67D3-4070-9951-D592-248C3A12ED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93769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40C8F958-E838-2D0E-09D2-E62C93C9DB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46877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11CAAA4C-A008-09D9-B108-920AC6571B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99987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curvado 29">
            <a:extLst>
              <a:ext uri="{FF2B5EF4-FFF2-40B4-BE49-F238E27FC236}">
                <a16:creationId xmlns:a16="http://schemas.microsoft.com/office/drawing/2014/main" id="{97D6846F-AA00-BF89-B9FB-8E129D4139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53095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94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6AC298D-F950-B9A7-EBF3-FC594640F5B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b="1" dirty="0"/>
              <a:t>The </a:t>
            </a:r>
            <a:r>
              <a:rPr lang="es-ES" b="1" dirty="0" err="1"/>
              <a:t>brief</a:t>
            </a:r>
            <a:r>
              <a:rPr lang="es-ES" b="1" dirty="0"/>
              <a:t> </a:t>
            </a:r>
            <a:r>
              <a:rPr lang="es-ES" b="1" dirty="0" err="1"/>
              <a:t>is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foundation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every</a:t>
            </a:r>
            <a:r>
              <a:rPr lang="es-ES" b="1" dirty="0"/>
              <a:t> </a:t>
            </a:r>
            <a:r>
              <a:rPr lang="es-ES" b="1" dirty="0" err="1"/>
              <a:t>project</a:t>
            </a:r>
            <a:r>
              <a:rPr lang="es-ES" b="1" dirty="0"/>
              <a:t>.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provides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essential</a:t>
            </a:r>
            <a:r>
              <a:rPr lang="es-ES" dirty="0"/>
              <a:t> </a:t>
            </a:r>
            <a:r>
              <a:rPr lang="es-ES" dirty="0" err="1"/>
              <a:t>information</a:t>
            </a:r>
            <a:r>
              <a:rPr lang="es-ES" dirty="0"/>
              <a:t> </a:t>
            </a:r>
            <a:r>
              <a:rPr lang="es-ES" dirty="0" err="1"/>
              <a:t>needed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understand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request</a:t>
            </a:r>
            <a:r>
              <a:rPr lang="es-ES" dirty="0"/>
              <a:t>, </a:t>
            </a:r>
            <a:r>
              <a:rPr lang="es-ES" dirty="0" err="1"/>
              <a:t>including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objective</a:t>
            </a:r>
            <a:r>
              <a:rPr lang="es-ES" dirty="0"/>
              <a:t>, target </a:t>
            </a:r>
            <a:r>
              <a:rPr lang="es-ES" dirty="0" err="1"/>
              <a:t>audience</a:t>
            </a:r>
            <a:r>
              <a:rPr lang="es-ES" dirty="0"/>
              <a:t>, </a:t>
            </a:r>
            <a:r>
              <a:rPr lang="es-ES" dirty="0" err="1"/>
              <a:t>deliverables</a:t>
            </a:r>
            <a:r>
              <a:rPr lang="es-ES" dirty="0"/>
              <a:t>, timeline,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copy</a:t>
            </a:r>
            <a:r>
              <a:rPr lang="es-ES" dirty="0"/>
              <a:t>, </a:t>
            </a:r>
            <a:r>
              <a:rPr lang="es-ES" dirty="0" err="1"/>
              <a:t>format</a:t>
            </a:r>
            <a:r>
              <a:rPr lang="es-ES" dirty="0"/>
              <a:t> </a:t>
            </a:r>
            <a:r>
              <a:rPr lang="es-ES" dirty="0" err="1"/>
              <a:t>specifications</a:t>
            </a:r>
            <a:r>
              <a:rPr lang="es-ES" dirty="0"/>
              <a:t>, and 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relevant</a:t>
            </a:r>
            <a:r>
              <a:rPr lang="es-ES" dirty="0"/>
              <a:t> </a:t>
            </a:r>
            <a:r>
              <a:rPr lang="es-ES" dirty="0" err="1"/>
              <a:t>assets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references</a:t>
            </a:r>
            <a:r>
              <a:rPr lang="es-ES" dirty="0"/>
              <a:t>. A </a:t>
            </a:r>
            <a:r>
              <a:rPr lang="es-ES" dirty="0" err="1"/>
              <a:t>clear</a:t>
            </a:r>
            <a:r>
              <a:rPr lang="es-ES" dirty="0"/>
              <a:t> </a:t>
            </a:r>
            <a:r>
              <a:rPr lang="es-ES" dirty="0" err="1"/>
              <a:t>brief</a:t>
            </a:r>
            <a:r>
              <a:rPr lang="es-ES" dirty="0"/>
              <a:t> </a:t>
            </a:r>
            <a:r>
              <a:rPr lang="es-ES" dirty="0" err="1"/>
              <a:t>helps</a:t>
            </a:r>
            <a:r>
              <a:rPr lang="es-ES" dirty="0"/>
              <a:t> </a:t>
            </a:r>
            <a:r>
              <a:rPr lang="es-ES" dirty="0" err="1"/>
              <a:t>ensure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</a:t>
            </a:r>
            <a:r>
              <a:rPr lang="es-ES" dirty="0" err="1"/>
              <a:t>starts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right</a:t>
            </a:r>
            <a:r>
              <a:rPr lang="es-ES" dirty="0"/>
              <a:t> </a:t>
            </a:r>
            <a:r>
              <a:rPr lang="es-ES" dirty="0" err="1"/>
              <a:t>direction</a:t>
            </a:r>
            <a:r>
              <a:rPr lang="es-ES" dirty="0"/>
              <a:t> and </a:t>
            </a:r>
            <a:r>
              <a:rPr lang="es-ES" dirty="0" err="1"/>
              <a:t>minimizes</a:t>
            </a:r>
            <a:r>
              <a:rPr lang="es-ES" dirty="0"/>
              <a:t> </a:t>
            </a:r>
            <a:r>
              <a:rPr lang="es-ES" dirty="0" err="1"/>
              <a:t>revisions</a:t>
            </a:r>
            <a:r>
              <a:rPr lang="es-ES" dirty="0"/>
              <a:t> </a:t>
            </a:r>
            <a:r>
              <a:rPr lang="es-ES" dirty="0" err="1"/>
              <a:t>later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process</a:t>
            </a:r>
            <a:r>
              <a:rPr lang="es-ES" dirty="0"/>
              <a:t>.</a:t>
            </a:r>
          </a:p>
          <a:p>
            <a:r>
              <a:rPr lang="es-ES" b="1" dirty="0" err="1"/>
              <a:t>All</a:t>
            </a:r>
            <a:r>
              <a:rPr lang="es-ES" b="1" dirty="0"/>
              <a:t> </a:t>
            </a:r>
            <a:r>
              <a:rPr lang="es-ES" b="1" dirty="0" err="1"/>
              <a:t>design</a:t>
            </a:r>
            <a:r>
              <a:rPr lang="es-ES" b="1" dirty="0"/>
              <a:t> </a:t>
            </a:r>
            <a:r>
              <a:rPr lang="es-ES" b="1" dirty="0" err="1"/>
              <a:t>requests</a:t>
            </a:r>
            <a:r>
              <a:rPr lang="es-ES" b="1" dirty="0"/>
              <a:t> are </a:t>
            </a:r>
            <a:r>
              <a:rPr lang="es-ES" b="1" dirty="0" err="1"/>
              <a:t>received</a:t>
            </a:r>
            <a:r>
              <a:rPr lang="es-ES" b="1" dirty="0"/>
              <a:t> </a:t>
            </a:r>
            <a:r>
              <a:rPr lang="es-ES" b="1" dirty="0" err="1"/>
              <a:t>through</a:t>
            </a:r>
            <a:r>
              <a:rPr lang="es-ES" dirty="0"/>
              <a:t> </a:t>
            </a:r>
            <a:r>
              <a:rPr lang="es-ES" b="1" dirty="0">
                <a:solidFill>
                  <a:schemeClr val="bg2"/>
                </a:solidFill>
              </a:rPr>
              <a:t>design@biomar.com</a:t>
            </a:r>
            <a:r>
              <a:rPr lang="es-ES" dirty="0"/>
              <a:t>,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shared</a:t>
            </a:r>
            <a:r>
              <a:rPr lang="es-ES" b="1" dirty="0"/>
              <a:t> </a:t>
            </a:r>
            <a:r>
              <a:rPr lang="es-ES" b="1" dirty="0" err="1"/>
              <a:t>inbox</a:t>
            </a:r>
            <a:r>
              <a:rPr lang="es-ES" b="1" dirty="0"/>
              <a:t> </a:t>
            </a:r>
            <a:r>
              <a:rPr lang="es-ES" b="1" dirty="0" err="1"/>
              <a:t>for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Design</a:t>
            </a:r>
            <a:r>
              <a:rPr lang="es-ES" b="1" dirty="0"/>
              <a:t> Hub.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central </a:t>
            </a:r>
            <a:r>
              <a:rPr lang="es-ES" dirty="0" err="1"/>
              <a:t>mailbox</a:t>
            </a:r>
            <a:r>
              <a:rPr lang="es-ES" dirty="0"/>
              <a:t> </a:t>
            </a:r>
            <a:r>
              <a:rPr lang="es-ES" dirty="0" err="1"/>
              <a:t>allows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team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track</a:t>
            </a:r>
            <a:r>
              <a:rPr lang="es-ES" dirty="0"/>
              <a:t> </a:t>
            </a:r>
            <a:r>
              <a:rPr lang="es-ES" dirty="0" err="1"/>
              <a:t>incoming</a:t>
            </a:r>
            <a:r>
              <a:rPr lang="es-ES" dirty="0"/>
              <a:t> </a:t>
            </a:r>
            <a:r>
              <a:rPr lang="es-ES" dirty="0" err="1"/>
              <a:t>requests</a:t>
            </a:r>
            <a:r>
              <a:rPr lang="es-ES" dirty="0"/>
              <a:t>, </a:t>
            </a:r>
            <a:r>
              <a:rPr lang="es-ES" dirty="0" err="1"/>
              <a:t>maintain</a:t>
            </a:r>
            <a:r>
              <a:rPr lang="es-ES" dirty="0"/>
              <a:t> </a:t>
            </a:r>
            <a:r>
              <a:rPr lang="es-ES" dirty="0" err="1"/>
              <a:t>visibility</a:t>
            </a:r>
            <a:r>
              <a:rPr lang="es-ES" dirty="0"/>
              <a:t> </a:t>
            </a:r>
            <a:r>
              <a:rPr lang="es-ES" dirty="0" err="1"/>
              <a:t>across</a:t>
            </a:r>
            <a:r>
              <a:rPr lang="es-ES" dirty="0"/>
              <a:t> </a:t>
            </a:r>
            <a:r>
              <a:rPr lang="es-ES" dirty="0" err="1"/>
              <a:t>projects</a:t>
            </a:r>
            <a:r>
              <a:rPr lang="es-ES" dirty="0"/>
              <a:t>, and </a:t>
            </a:r>
            <a:r>
              <a:rPr lang="es-ES" dirty="0" err="1"/>
              <a:t>ensure</a:t>
            </a:r>
            <a:r>
              <a:rPr lang="es-ES" dirty="0"/>
              <a:t> a </a:t>
            </a:r>
            <a:r>
              <a:rPr lang="es-ES" dirty="0" err="1"/>
              <a:t>smooth</a:t>
            </a:r>
            <a:r>
              <a:rPr lang="es-ES" dirty="0"/>
              <a:t> </a:t>
            </a:r>
            <a:r>
              <a:rPr lang="es-ES" dirty="0" err="1"/>
              <a:t>handover</a:t>
            </a:r>
            <a:r>
              <a:rPr lang="es-ES" dirty="0"/>
              <a:t> </a:t>
            </a:r>
            <a:r>
              <a:rPr lang="es-ES" dirty="0" err="1"/>
              <a:t>whenever</a:t>
            </a:r>
            <a:r>
              <a:rPr lang="es-ES" dirty="0"/>
              <a:t> </a:t>
            </a:r>
            <a:r>
              <a:rPr lang="es-ES" dirty="0" err="1"/>
              <a:t>needed</a:t>
            </a:r>
            <a:r>
              <a:rPr lang="es-ES" dirty="0"/>
              <a:t>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3C8FC7E-7A81-5117-B098-81D61DDCC74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22F1F8F0-3C9E-EECB-7CCE-25F95E9AF23B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91E7441-811F-4057-C106-CAB12FECD3C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2775502-F0D5-BA23-D920-360A4C08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Everything starts with an email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36A50AF-39E9-CDF9-EB66-7D2498BD1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2" y="1879634"/>
            <a:ext cx="5927271" cy="309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6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9E02-60AF-14FB-133B-4ADE8313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31B77E5-B783-3C93-9C03-135EA16DEA2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54801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ES" sz="5500" b="1" dirty="0" err="1">
                <a:solidFill>
                  <a:schemeClr val="bg2"/>
                </a:solidFill>
              </a:rPr>
              <a:t>Reviewing</a:t>
            </a:r>
            <a:r>
              <a:rPr lang="es-ES" sz="5500" b="1" dirty="0">
                <a:solidFill>
                  <a:schemeClr val="bg2"/>
                </a:solidFill>
              </a:rPr>
              <a:t> </a:t>
            </a:r>
            <a:r>
              <a:rPr lang="es-ES" sz="5500" b="1" dirty="0" err="1">
                <a:solidFill>
                  <a:schemeClr val="bg2"/>
                </a:solidFill>
              </a:rPr>
              <a:t>the</a:t>
            </a:r>
            <a:r>
              <a:rPr lang="es-ES" sz="5500" b="1" dirty="0">
                <a:solidFill>
                  <a:schemeClr val="bg2"/>
                </a:solidFill>
              </a:rPr>
              <a:t> Brief</a:t>
            </a:r>
          </a:p>
          <a:p>
            <a:pPr marL="0" indent="0">
              <a:buNone/>
            </a:pPr>
            <a:r>
              <a:rPr lang="es-ES" sz="4300" dirty="0" err="1"/>
              <a:t>Before</a:t>
            </a:r>
            <a:r>
              <a:rPr lang="es-ES" sz="4300" dirty="0"/>
              <a:t> </a:t>
            </a:r>
            <a:r>
              <a:rPr lang="es-ES" sz="4300" dirty="0" err="1"/>
              <a:t>starting</a:t>
            </a:r>
            <a:r>
              <a:rPr lang="es-ES" sz="4300" dirty="0"/>
              <a:t> </a:t>
            </a:r>
            <a:r>
              <a:rPr lang="es-ES" sz="4300" dirty="0" err="1"/>
              <a:t>any</a:t>
            </a:r>
            <a:r>
              <a:rPr lang="es-ES" sz="4300" dirty="0"/>
              <a:t> </a:t>
            </a:r>
            <a:r>
              <a:rPr lang="es-ES" sz="4300" dirty="0" err="1"/>
              <a:t>project</a:t>
            </a:r>
            <a:r>
              <a:rPr lang="es-ES" sz="4300" dirty="0"/>
              <a:t>, </a:t>
            </a:r>
            <a:r>
              <a:rPr lang="es-ES" sz="4300" dirty="0" err="1"/>
              <a:t>make</a:t>
            </a:r>
            <a:r>
              <a:rPr lang="es-ES" sz="4300" dirty="0"/>
              <a:t> </a:t>
            </a:r>
            <a:r>
              <a:rPr lang="es-ES" sz="4300" dirty="0" err="1"/>
              <a:t>sure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brief</a:t>
            </a:r>
            <a:r>
              <a:rPr lang="es-ES" sz="4300" dirty="0"/>
              <a:t> </a:t>
            </a:r>
            <a:r>
              <a:rPr lang="es-ES" sz="4300" dirty="0" err="1"/>
              <a:t>includes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minimum</a:t>
            </a:r>
            <a:r>
              <a:rPr lang="es-ES" sz="4300" dirty="0"/>
              <a:t> </a:t>
            </a:r>
            <a:r>
              <a:rPr lang="es-ES" sz="4300" dirty="0" err="1"/>
              <a:t>information</a:t>
            </a:r>
            <a:r>
              <a:rPr lang="es-ES" sz="4300" dirty="0"/>
              <a:t> </a:t>
            </a:r>
            <a:r>
              <a:rPr lang="es-ES" sz="4300" dirty="0" err="1"/>
              <a:t>required</a:t>
            </a:r>
            <a:r>
              <a:rPr lang="es-ES" sz="4300" dirty="0"/>
              <a:t> </a:t>
            </a:r>
            <a:r>
              <a:rPr lang="es-ES" sz="4300" dirty="0" err="1"/>
              <a:t>to</a:t>
            </a:r>
            <a:r>
              <a:rPr lang="es-ES" sz="4300" dirty="0"/>
              <a:t> </a:t>
            </a:r>
            <a:r>
              <a:rPr lang="es-ES" sz="4300" dirty="0" err="1"/>
              <a:t>proceed</a:t>
            </a:r>
            <a:r>
              <a:rPr lang="es-ES" sz="4300" dirty="0"/>
              <a:t>. </a:t>
            </a:r>
            <a:r>
              <a:rPr lang="es-ES" sz="4300" dirty="0" err="1"/>
              <a:t>This</a:t>
            </a:r>
            <a:r>
              <a:rPr lang="es-ES" sz="4300" dirty="0"/>
              <a:t> </a:t>
            </a:r>
            <a:r>
              <a:rPr lang="es-ES" sz="4300" dirty="0" err="1"/>
              <a:t>helps</a:t>
            </a:r>
            <a:r>
              <a:rPr lang="es-ES" sz="4300" dirty="0"/>
              <a:t> </a:t>
            </a:r>
            <a:r>
              <a:rPr lang="es-ES" sz="4300" dirty="0" err="1"/>
              <a:t>avoid</a:t>
            </a:r>
            <a:r>
              <a:rPr lang="es-ES" sz="4300" dirty="0"/>
              <a:t> </a:t>
            </a:r>
            <a:r>
              <a:rPr lang="es-ES" sz="4300" dirty="0" err="1"/>
              <a:t>unnecessary</a:t>
            </a:r>
            <a:r>
              <a:rPr lang="es-ES" sz="4300" dirty="0"/>
              <a:t> back-and-</a:t>
            </a:r>
            <a:r>
              <a:rPr lang="es-ES" sz="4300" dirty="0" err="1"/>
              <a:t>forth</a:t>
            </a:r>
            <a:r>
              <a:rPr lang="es-ES" sz="4300" dirty="0"/>
              <a:t> and </a:t>
            </a:r>
            <a:r>
              <a:rPr lang="es-ES" sz="4300" dirty="0" err="1"/>
              <a:t>ensures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project</a:t>
            </a:r>
            <a:r>
              <a:rPr lang="es-ES" sz="4300" dirty="0"/>
              <a:t> can be </a:t>
            </a:r>
            <a:r>
              <a:rPr lang="es-ES" sz="4300" dirty="0" err="1"/>
              <a:t>completed</a:t>
            </a:r>
            <a:r>
              <a:rPr lang="es-ES" sz="4300" dirty="0"/>
              <a:t> </a:t>
            </a:r>
            <a:r>
              <a:rPr lang="es-ES" sz="4300" dirty="0" err="1"/>
              <a:t>efficiently</a:t>
            </a:r>
            <a:r>
              <a:rPr lang="es-ES" sz="4300" dirty="0"/>
              <a:t>.</a:t>
            </a:r>
          </a:p>
          <a:p>
            <a:pPr marL="0" indent="0">
              <a:buNone/>
            </a:pPr>
            <a:r>
              <a:rPr lang="es-ES" sz="4300" b="1" dirty="0" err="1"/>
              <a:t>Minimum</a:t>
            </a:r>
            <a:r>
              <a:rPr lang="es-ES" sz="4300" b="1" dirty="0"/>
              <a:t> </a:t>
            </a:r>
            <a:r>
              <a:rPr lang="es-ES" sz="4300" b="1" dirty="0" err="1"/>
              <a:t>information</a:t>
            </a:r>
            <a:r>
              <a:rPr lang="es-ES" sz="4300" b="1" dirty="0"/>
              <a:t> </a:t>
            </a:r>
            <a:r>
              <a:rPr lang="es-ES" sz="4300" b="1" dirty="0" err="1"/>
              <a:t>required</a:t>
            </a:r>
            <a:r>
              <a:rPr lang="es-ES" sz="4300" b="1" dirty="0"/>
              <a:t>:</a:t>
            </a:r>
            <a:endParaRPr lang="es-ES" sz="4300" dirty="0"/>
          </a:p>
          <a:p>
            <a:r>
              <a:rPr lang="es-ES" sz="4300" b="1" dirty="0"/>
              <a:t>Purpose:</a:t>
            </a:r>
            <a:r>
              <a:rPr lang="es-ES" sz="4300" dirty="0"/>
              <a:t> </a:t>
            </a:r>
            <a:r>
              <a:rPr lang="es-ES" sz="4300" dirty="0" err="1"/>
              <a:t>What</a:t>
            </a:r>
            <a:r>
              <a:rPr lang="es-ES" sz="4300" dirty="0"/>
              <a:t> </a:t>
            </a:r>
            <a:r>
              <a:rPr lang="es-ES" sz="4300" dirty="0" err="1"/>
              <a:t>is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project</a:t>
            </a:r>
            <a:r>
              <a:rPr lang="es-ES" sz="4300" dirty="0"/>
              <a:t> </a:t>
            </a:r>
            <a:r>
              <a:rPr lang="es-ES" sz="4300" dirty="0" err="1"/>
              <a:t>for</a:t>
            </a:r>
            <a:r>
              <a:rPr lang="es-ES" sz="4300" dirty="0"/>
              <a:t>? </a:t>
            </a:r>
          </a:p>
          <a:p>
            <a:r>
              <a:rPr lang="es-ES" sz="4300" b="1" dirty="0"/>
              <a:t>Timeline:</a:t>
            </a:r>
            <a:r>
              <a:rPr lang="es-ES" sz="4300" dirty="0"/>
              <a:t> Draft and final </a:t>
            </a:r>
            <a:r>
              <a:rPr lang="es-ES" sz="4300" dirty="0" err="1"/>
              <a:t>delivery</a:t>
            </a:r>
            <a:r>
              <a:rPr lang="es-ES" sz="4300" dirty="0"/>
              <a:t> dates. </a:t>
            </a:r>
          </a:p>
          <a:p>
            <a:r>
              <a:rPr lang="es-ES" sz="4300" b="1" dirty="0" err="1"/>
              <a:t>Specifications</a:t>
            </a:r>
            <a:r>
              <a:rPr lang="es-ES" sz="4300" b="1" dirty="0"/>
              <a:t>:</a:t>
            </a:r>
            <a:r>
              <a:rPr lang="es-ES" sz="4300" dirty="0"/>
              <a:t> </a:t>
            </a:r>
            <a:r>
              <a:rPr lang="es-ES" sz="4300" dirty="0" err="1"/>
              <a:t>Format</a:t>
            </a:r>
            <a:r>
              <a:rPr lang="es-ES" sz="4300" dirty="0"/>
              <a:t>, </a:t>
            </a:r>
            <a:r>
              <a:rPr lang="es-ES" sz="4300" dirty="0" err="1"/>
              <a:t>dimensions</a:t>
            </a:r>
            <a:r>
              <a:rPr lang="es-ES" sz="4300" dirty="0"/>
              <a:t>, and </a:t>
            </a:r>
            <a:r>
              <a:rPr lang="es-ES" sz="4300" dirty="0" err="1"/>
              <a:t>any</a:t>
            </a:r>
            <a:r>
              <a:rPr lang="es-ES" sz="4300" dirty="0"/>
              <a:t> </a:t>
            </a:r>
            <a:r>
              <a:rPr lang="es-ES" sz="4300" dirty="0" err="1"/>
              <a:t>production</a:t>
            </a:r>
            <a:r>
              <a:rPr lang="es-ES" sz="4300" dirty="0"/>
              <a:t> </a:t>
            </a:r>
            <a:r>
              <a:rPr lang="es-ES" sz="4300" dirty="0" err="1"/>
              <a:t>requirements</a:t>
            </a:r>
            <a:r>
              <a:rPr lang="es-ES" sz="4300" dirty="0"/>
              <a:t>. </a:t>
            </a:r>
          </a:p>
          <a:p>
            <a:r>
              <a:rPr lang="es-ES" sz="4300" b="1" dirty="0"/>
              <a:t>Content:</a:t>
            </a:r>
            <a:r>
              <a:rPr lang="es-ES" sz="4300" dirty="0"/>
              <a:t> Final </a:t>
            </a:r>
            <a:r>
              <a:rPr lang="es-ES" sz="4300" dirty="0" err="1"/>
              <a:t>copy</a:t>
            </a:r>
            <a:r>
              <a:rPr lang="es-ES" sz="4300" dirty="0"/>
              <a:t>/</a:t>
            </a:r>
            <a:r>
              <a:rPr lang="es-ES" sz="4300" dirty="0" err="1"/>
              <a:t>text</a:t>
            </a:r>
            <a:r>
              <a:rPr lang="es-ES" sz="4300" dirty="0"/>
              <a:t> and </a:t>
            </a:r>
            <a:r>
              <a:rPr lang="es-ES" sz="4300" dirty="0" err="1"/>
              <a:t>any</a:t>
            </a:r>
            <a:r>
              <a:rPr lang="es-ES" sz="4300" dirty="0"/>
              <a:t> </a:t>
            </a:r>
            <a:r>
              <a:rPr lang="es-ES" sz="4300" dirty="0" err="1"/>
              <a:t>supporting</a:t>
            </a:r>
            <a:r>
              <a:rPr lang="es-ES" sz="4300" dirty="0"/>
              <a:t> </a:t>
            </a:r>
            <a:r>
              <a:rPr lang="es-ES" sz="4300" dirty="0" err="1"/>
              <a:t>assets</a:t>
            </a:r>
            <a:r>
              <a:rPr lang="es-ES" sz="4300" dirty="0"/>
              <a:t>*. </a:t>
            </a:r>
          </a:p>
          <a:p>
            <a:pPr marL="0" indent="0">
              <a:buNone/>
            </a:pP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Assets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 are 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not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always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required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However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when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applicable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request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any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materials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that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are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specific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project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such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as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third-party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logos,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certification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logos,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feed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datasheets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event-related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visuals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market-specific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images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BioMar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brand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assets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can be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sourced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internally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9E65B8-EAEB-652E-5275-7DBF4BC83C0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8F9FD07F-7D9A-74CB-6E3A-7DF69AE798B4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D342B5B-0B05-10DE-A8FA-C197C1F7509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5439F95-18C7-A570-09EA-2EE3B1CB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Everything starts with an email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A527E05-3F3D-4644-0865-A526EC034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90341"/>
            <a:ext cx="5760143" cy="322051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E8867F-EC62-C7C6-5242-2C46CF6FE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25" y="3468470"/>
            <a:ext cx="5760143" cy="3265387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EB45E45B-5D97-16A1-5613-C89C2C043B85}"/>
              </a:ext>
            </a:extLst>
          </p:cNvPr>
          <p:cNvSpPr/>
          <p:nvPr/>
        </p:nvSpPr>
        <p:spPr>
          <a:xfrm>
            <a:off x="6483881" y="4095946"/>
            <a:ext cx="164969" cy="16496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19C539D-89EA-3E83-F068-2116B52C6DD9}"/>
              </a:ext>
            </a:extLst>
          </p:cNvPr>
          <p:cNvSpPr/>
          <p:nvPr/>
        </p:nvSpPr>
        <p:spPr>
          <a:xfrm>
            <a:off x="969201" y="1527142"/>
            <a:ext cx="164969" cy="16496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F908618-E765-A5F9-866E-AC3C477DE523}"/>
              </a:ext>
            </a:extLst>
          </p:cNvPr>
          <p:cNvSpPr/>
          <p:nvPr/>
        </p:nvSpPr>
        <p:spPr>
          <a:xfrm>
            <a:off x="6483881" y="4520783"/>
            <a:ext cx="164969" cy="1649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19FB3BB-14E6-CE9C-6415-16C67303D5C7}"/>
              </a:ext>
            </a:extLst>
          </p:cNvPr>
          <p:cNvSpPr/>
          <p:nvPr/>
        </p:nvSpPr>
        <p:spPr>
          <a:xfrm>
            <a:off x="248050" y="881630"/>
            <a:ext cx="164969" cy="1649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F05E113-FAB6-CF6B-1C1D-E4752D904EDF}"/>
              </a:ext>
            </a:extLst>
          </p:cNvPr>
          <p:cNvSpPr/>
          <p:nvPr/>
        </p:nvSpPr>
        <p:spPr>
          <a:xfrm>
            <a:off x="1317992" y="881630"/>
            <a:ext cx="164969" cy="1649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E513C7F-340B-71F4-31E4-609EEDBC1C1E}"/>
              </a:ext>
            </a:extLst>
          </p:cNvPr>
          <p:cNvSpPr/>
          <p:nvPr/>
        </p:nvSpPr>
        <p:spPr>
          <a:xfrm>
            <a:off x="6483881" y="4945620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2FB304C-E186-7F80-B06C-D9AEC78888C0}"/>
              </a:ext>
            </a:extLst>
          </p:cNvPr>
          <p:cNvSpPr/>
          <p:nvPr/>
        </p:nvSpPr>
        <p:spPr>
          <a:xfrm>
            <a:off x="1134170" y="2472617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0F6CE12-6BE8-37B3-757A-525F498342AA}"/>
              </a:ext>
            </a:extLst>
          </p:cNvPr>
          <p:cNvSpPr/>
          <p:nvPr/>
        </p:nvSpPr>
        <p:spPr>
          <a:xfrm>
            <a:off x="3371060" y="2472617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E97C96A-806A-F5E5-C5C6-EAF4F7C1E6BD}"/>
              </a:ext>
            </a:extLst>
          </p:cNvPr>
          <p:cNvSpPr/>
          <p:nvPr/>
        </p:nvSpPr>
        <p:spPr>
          <a:xfrm>
            <a:off x="3371060" y="2638023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32FAE34-B5A8-9A3B-3665-4D4355D67E0F}"/>
              </a:ext>
            </a:extLst>
          </p:cNvPr>
          <p:cNvSpPr/>
          <p:nvPr/>
        </p:nvSpPr>
        <p:spPr>
          <a:xfrm>
            <a:off x="6483881" y="5553649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33259CC9-D15F-0CAF-2877-F9FEFFFE6DEA}"/>
              </a:ext>
            </a:extLst>
          </p:cNvPr>
          <p:cNvSpPr/>
          <p:nvPr/>
        </p:nvSpPr>
        <p:spPr>
          <a:xfrm>
            <a:off x="974510" y="1996262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82F733D-DA45-5DC0-9CBA-F1E80BAE41DB}"/>
              </a:ext>
            </a:extLst>
          </p:cNvPr>
          <p:cNvSpPr/>
          <p:nvPr/>
        </p:nvSpPr>
        <p:spPr>
          <a:xfrm>
            <a:off x="974510" y="1770581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76C9E3B-1578-53CF-A24B-1157192B9944}"/>
              </a:ext>
            </a:extLst>
          </p:cNvPr>
          <p:cNvSpPr/>
          <p:nvPr/>
        </p:nvSpPr>
        <p:spPr>
          <a:xfrm>
            <a:off x="1785215" y="3726643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118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