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388" r:id="rId22"/>
    <p:sldId id="25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23" Type="http://schemas.openxmlformats.org/officeDocument/2006/relationships/slide" Target="slides/slide19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22" Type="http://schemas.openxmlformats.org/officeDocument/2006/relationships/slide" Target="slides/slide18.xml"/><Relationship Id="rId4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42B35834-F648-A4F2-D63B-05C39CB7210C}"/>
              </a:ext>
            </a:extLst>
          </p:cNvPr>
          <p:cNvSpPr/>
          <p:nvPr/>
        </p:nvSpPr>
        <p:spPr>
          <a:xfrm>
            <a:off x="8593089" y="1"/>
            <a:ext cx="2362672" cy="1737126"/>
          </a:xfrm>
          <a:prstGeom prst="round2SameRect">
            <a:avLst>
              <a:gd name="adj1" fmla="val 0"/>
              <a:gd name="adj2" fmla="val 122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7C967E-78AE-BA16-1036-73D552B2D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methods for different media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7C12F4-5A2C-5121-AA0E-480AA06F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Submitting Feedback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1C07BC-F869-4264-187A-E4DDFC49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7B273-A567-4E4B-86C5-F7E8114B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18</a:t>
            </a:fld>
            <a:endParaRPr lang="en-GB" noProof="0"/>
          </a:p>
        </p:txBody>
      </p:sp>
      <p:pic>
        <p:nvPicPr>
          <p:cNvPr id="12" name="Picture 11" descr="A red and black logo&#10;&#10;Description automatically generated">
            <a:extLst>
              <a:ext uri="{FF2B5EF4-FFF2-40B4-BE49-F238E27FC236}">
                <a16:creationId xmlns:a16="http://schemas.microsoft.com/office/drawing/2014/main" id="{1052C399-25C2-7DBF-3549-3724E5AA1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169" y="662863"/>
            <a:ext cx="786509" cy="7865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C13C97-14E1-3C28-14B7-413AA007746B}"/>
              </a:ext>
            </a:extLst>
          </p:cNvPr>
          <p:cNvSpPr txBox="1"/>
          <p:nvPr/>
        </p:nvSpPr>
        <p:spPr>
          <a:xfrm>
            <a:off x="8434062" y="204462"/>
            <a:ext cx="2680725" cy="244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400" b="1">
                <a:solidFill>
                  <a:schemeClr val="bg1">
                    <a:lumMod val="65000"/>
                  </a:schemeClr>
                </a:solidFill>
              </a:rPr>
              <a:t>Programs Required</a:t>
            </a:r>
            <a:endParaRPr lang="en-DK" sz="1400" b="1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668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FF37A6D-F445-5026-F930-084E4383AB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772"/>
          <a:stretch/>
        </p:blipFill>
        <p:spPr>
          <a:xfrm>
            <a:off x="8256848" y="2168319"/>
            <a:ext cx="3460400" cy="35645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7793C3C-7C99-508B-1514-461CB7AEF7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799"/>
          <a:stretch/>
        </p:blipFill>
        <p:spPr>
          <a:xfrm>
            <a:off x="4546678" y="2304066"/>
            <a:ext cx="3181990" cy="31358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797AD4-A94E-9415-3C97-D19F4FDE8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03" y="2170089"/>
            <a:ext cx="3453888" cy="36148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0D688-5F79-946B-4018-7FBCDF4C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5A276-FF0E-95D0-46C3-5DFEA90D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19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4EDEFB-8651-3F08-D93A-2F2E8A58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432000"/>
            <a:ext cx="11294251" cy="684000"/>
          </a:xfrm>
        </p:spPr>
        <p:txBody>
          <a:bodyPr/>
          <a:lstStyle/>
          <a:p>
            <a:pPr algn="ctr"/>
            <a:r>
              <a:rPr lang="en-US"/>
              <a:t>Receiving / Submitting Feedback</a:t>
            </a:r>
            <a:endParaRPr lang="en-D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A8CC94-3173-61BE-4408-7B8C215D4959}"/>
              </a:ext>
            </a:extLst>
          </p:cNvPr>
          <p:cNvSpPr/>
          <p:nvPr/>
        </p:nvSpPr>
        <p:spPr>
          <a:xfrm>
            <a:off x="525750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4CE8D99D-220D-FAD8-8217-C09B379EA7C4}"/>
              </a:ext>
            </a:extLst>
          </p:cNvPr>
          <p:cNvSpPr/>
          <p:nvPr/>
        </p:nvSpPr>
        <p:spPr>
          <a:xfrm>
            <a:off x="527180" y="1575219"/>
            <a:ext cx="3453887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PDF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1D2E157D-126B-51D9-D17D-AEF01AA0BA4D}"/>
              </a:ext>
            </a:extLst>
          </p:cNvPr>
          <p:cNvSpPr/>
          <p:nvPr/>
        </p:nvSpPr>
        <p:spPr>
          <a:xfrm rot="10800000">
            <a:off x="527179" y="5773789"/>
            <a:ext cx="3453888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BF146-B00B-75D1-A7B4-ED044F040913}"/>
              </a:ext>
            </a:extLst>
          </p:cNvPr>
          <p:cNvSpPr/>
          <p:nvPr/>
        </p:nvSpPr>
        <p:spPr>
          <a:xfrm>
            <a:off x="4414705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4CAEEBE-0570-99E3-CD6A-70A04EDC45A7}"/>
              </a:ext>
            </a:extLst>
          </p:cNvPr>
          <p:cNvSpPr/>
          <p:nvPr/>
        </p:nvSpPr>
        <p:spPr>
          <a:xfrm>
            <a:off x="4412159" y="1575219"/>
            <a:ext cx="3456434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JPG, PNG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AEF39472-E018-09FF-D2B1-0E05A5545C4A}"/>
              </a:ext>
            </a:extLst>
          </p:cNvPr>
          <p:cNvSpPr/>
          <p:nvPr/>
        </p:nvSpPr>
        <p:spPr>
          <a:xfrm rot="10800000">
            <a:off x="4412158" y="5773791"/>
            <a:ext cx="3456434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707732-0849-B7A9-ACFC-8C25675A7A20}"/>
              </a:ext>
            </a:extLst>
          </p:cNvPr>
          <p:cNvSpPr/>
          <p:nvPr/>
        </p:nvSpPr>
        <p:spPr>
          <a:xfrm>
            <a:off x="8263361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21A12B-64A9-387C-274B-BDC48B71E927}"/>
              </a:ext>
            </a:extLst>
          </p:cNvPr>
          <p:cNvSpPr/>
          <p:nvPr/>
        </p:nvSpPr>
        <p:spPr>
          <a:xfrm>
            <a:off x="8260815" y="1575219"/>
            <a:ext cx="3456434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Video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783B2F98-A7C3-00C1-C832-F6F22C0AFF2B}"/>
              </a:ext>
            </a:extLst>
          </p:cNvPr>
          <p:cNvSpPr/>
          <p:nvPr/>
        </p:nvSpPr>
        <p:spPr>
          <a:xfrm rot="10800000">
            <a:off x="8260814" y="5773791"/>
            <a:ext cx="3456434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616F306-575E-1C1C-CF5B-56B38F7D6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29907" y="1673564"/>
            <a:ext cx="396410" cy="39641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564F4DF-C36C-8D06-EE91-3DB52354F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8512" y="1674449"/>
            <a:ext cx="396410" cy="39641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CF011A8-46AB-5E37-57AA-B3FF80FEB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7755" y="1673564"/>
            <a:ext cx="388631" cy="38863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0E4D110-918A-913A-D605-5E562AD33916}"/>
              </a:ext>
            </a:extLst>
          </p:cNvPr>
          <p:cNvSpPr/>
          <p:nvPr/>
        </p:nvSpPr>
        <p:spPr>
          <a:xfrm>
            <a:off x="4603805" y="2476829"/>
            <a:ext cx="842838" cy="282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612B99-3982-EB7F-1598-9D3F867CE31C}"/>
              </a:ext>
            </a:extLst>
          </p:cNvPr>
          <p:cNvSpPr txBox="1"/>
          <p:nvPr/>
        </p:nvSpPr>
        <p:spPr>
          <a:xfrm>
            <a:off x="523204" y="5852160"/>
            <a:ext cx="3461840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folder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3429EB-4AA6-7BE8-92FE-D4C2D16242AF}"/>
              </a:ext>
            </a:extLst>
          </p:cNvPr>
          <p:cNvSpPr txBox="1"/>
          <p:nvPr/>
        </p:nvSpPr>
        <p:spPr>
          <a:xfrm>
            <a:off x="4412157" y="5851275"/>
            <a:ext cx="3456436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folder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22CA18-8456-164C-1C5F-8ED02EEBF190}"/>
              </a:ext>
            </a:extLst>
          </p:cNvPr>
          <p:cNvSpPr txBox="1"/>
          <p:nvPr/>
        </p:nvSpPr>
        <p:spPr>
          <a:xfrm>
            <a:off x="8252637" y="5851275"/>
            <a:ext cx="3456436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</a:t>
            </a:r>
            <a:r>
              <a:rPr lang="en-US" b="1" err="1">
                <a:solidFill>
                  <a:schemeClr val="tx2"/>
                </a:solidFill>
              </a:rPr>
              <a:t>Sharepoint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D67B346-BC32-C99B-EDF5-57B01597D7B1}"/>
              </a:ext>
            </a:extLst>
          </p:cNvPr>
          <p:cNvSpPr/>
          <p:nvPr/>
        </p:nvSpPr>
        <p:spPr>
          <a:xfrm>
            <a:off x="10389831" y="3599528"/>
            <a:ext cx="992944" cy="1032107"/>
          </a:xfrm>
          <a:prstGeom prst="roundRect">
            <a:avLst>
              <a:gd name="adj" fmla="val 7458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Must write timestamp as HH:MM:SS</a:t>
            </a:r>
            <a:endParaRPr lang="en-DK" sz="1200"/>
          </a:p>
        </p:txBody>
      </p:sp>
    </p:spTree>
    <p:extLst>
      <p:ext uri="{BB962C8B-B14F-4D97-AF65-F5344CB8AC3E}">
        <p14:creationId xmlns:p14="http://schemas.microsoft.com/office/powerpoint/2010/main" val="27192582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