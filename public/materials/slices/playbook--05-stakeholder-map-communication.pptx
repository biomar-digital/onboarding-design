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391" r:id="rId29"/>
    <p:sldId id="403" r:id="rId30"/>
    <p:sldId id="3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36" Type="http://schemas.openxmlformats.org/officeDocument/2006/relationships/tableStyles" Target="tableStyles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270C-11F9-14CF-B649-EC44EA06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905BB2-87EB-D949-4BE0-45E82A118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252EC57-0F24-391E-CACF-E2F4637D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Complementary Info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CA23E4-6952-59F1-7F47-F0775CC0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1943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DDAD9E32-24AA-10F3-0538-AC89EAFEF32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questions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specific</a:t>
            </a:r>
            <a:r>
              <a:rPr lang="es-ES" dirty="0"/>
              <a:t> </a:t>
            </a:r>
            <a:r>
              <a:rPr lang="es-ES" dirty="0" err="1"/>
              <a:t>themes</a:t>
            </a:r>
            <a:r>
              <a:rPr lang="es-ES" dirty="0"/>
              <a:t>, </a:t>
            </a:r>
            <a:r>
              <a:rPr lang="es-ES" dirty="0" err="1"/>
              <a:t>you</a:t>
            </a:r>
            <a:r>
              <a:rPr lang="es-ES" dirty="0"/>
              <a:t> can </a:t>
            </a:r>
            <a:r>
              <a:rPr lang="es-ES" dirty="0" err="1"/>
              <a:t>contact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following</a:t>
            </a:r>
            <a:r>
              <a:rPr lang="es-ES" dirty="0"/>
              <a:t> </a:t>
            </a:r>
            <a:r>
              <a:rPr lang="es-ES" dirty="0" err="1"/>
              <a:t>people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70BD6B-29C6-C13F-6DDA-9089CDD6D27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26</a:t>
            </a:fld>
            <a:endParaRPr lang="en-GB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01570D9-DA57-3435-C0E8-DDA86456C65F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7CA639D-9F17-82A8-9F79-EF324E75E5AF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lang="es-ES" dirty="0"/>
              <a:t>Who </a:t>
            </a:r>
            <a:r>
              <a:rPr lang="es-ES" dirty="0" err="1"/>
              <a:t>is</a:t>
            </a:r>
            <a:r>
              <a:rPr lang="es-ES" dirty="0"/>
              <a:t> in </a:t>
            </a:r>
            <a:r>
              <a:rPr lang="es-ES" dirty="0" err="1"/>
              <a:t>charge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what</a:t>
            </a:r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9992BF4-94E8-B2E9-48D0-FD49B53E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Stakeholder map </a:t>
            </a:r>
            <a:endParaRPr lang="es-ES" sz="36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083BC74-E48C-74A0-40E9-8DAFFF2B7288}"/>
              </a:ext>
            </a:extLst>
          </p:cNvPr>
          <p:cNvSpPr/>
          <p:nvPr/>
        </p:nvSpPr>
        <p:spPr>
          <a:xfrm>
            <a:off x="2184400" y="2562225"/>
            <a:ext cx="1733550" cy="1733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Have </a:t>
            </a:r>
            <a:r>
              <a:rPr lang="es-ES" sz="1600" b="1" dirty="0" err="1"/>
              <a:t>any</a:t>
            </a:r>
            <a:r>
              <a:rPr lang="es-ES" sz="1600" b="1" dirty="0"/>
              <a:t> </a:t>
            </a:r>
            <a:r>
              <a:rPr lang="es-ES" sz="1600" b="1" dirty="0" err="1"/>
              <a:t>questions</a:t>
            </a:r>
            <a:r>
              <a:rPr lang="es-ES" sz="1600" b="1" dirty="0"/>
              <a:t> </a:t>
            </a:r>
            <a:r>
              <a:rPr lang="es-ES" sz="1600" b="1" dirty="0" err="1"/>
              <a:t>about</a:t>
            </a:r>
            <a:r>
              <a:rPr lang="es-ES" sz="1600" b="1" dirty="0"/>
              <a:t>…?Write </a:t>
            </a:r>
            <a:r>
              <a:rPr lang="es-ES" sz="1600" b="1" dirty="0" err="1"/>
              <a:t>to</a:t>
            </a:r>
            <a:r>
              <a:rPr lang="es-ES" sz="1600" b="1" dirty="0"/>
              <a:t>…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D5FCD26-635B-ED32-07CB-6ACB5CD2805C}"/>
              </a:ext>
            </a:extLst>
          </p:cNvPr>
          <p:cNvSpPr/>
          <p:nvPr/>
        </p:nvSpPr>
        <p:spPr>
          <a:xfrm>
            <a:off x="2184400" y="708025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Datasheets related? 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Write to Kat katmi@biomar.com</a:t>
            </a:r>
            <a:endParaRPr lang="es-ES" sz="1100" dirty="0">
              <a:solidFill>
                <a:schemeClr val="tx2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48AF561-7AEC-520F-DE0C-B775FD17A068}"/>
              </a:ext>
            </a:extLst>
          </p:cNvPr>
          <p:cNvSpPr/>
          <p:nvPr/>
        </p:nvSpPr>
        <p:spPr>
          <a:xfrm>
            <a:off x="3967791" y="2105247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sz="1400" dirty="0">
                <a:solidFill>
                  <a:schemeClr val="tx2"/>
                </a:solidFill>
              </a:rPr>
              <a:t>R&amp;D </a:t>
            </a:r>
            <a:r>
              <a:rPr lang="es-ES" sz="1400" dirty="0" err="1">
                <a:solidFill>
                  <a:schemeClr val="tx2"/>
                </a:solidFill>
              </a:rPr>
              <a:t>related</a:t>
            </a:r>
            <a:r>
              <a:rPr lang="es-ES" sz="1400" dirty="0">
                <a:solidFill>
                  <a:schemeClr val="tx2"/>
                </a:solidFill>
              </a:rPr>
              <a:t>?</a:t>
            </a:r>
          </a:p>
          <a:p>
            <a:pPr algn="ctr"/>
            <a:endParaRPr lang="es-ES" sz="1400" dirty="0">
              <a:solidFill>
                <a:schemeClr val="tx2"/>
              </a:solidFill>
            </a:endParaRPr>
          </a:p>
          <a:p>
            <a:pPr algn="ctr"/>
            <a:r>
              <a:rPr lang="es-ES" sz="1100" dirty="0">
                <a:solidFill>
                  <a:schemeClr val="tx2"/>
                </a:solidFill>
              </a:rPr>
              <a:t>Write </a:t>
            </a:r>
            <a:r>
              <a:rPr lang="es-ES" sz="1100" dirty="0" err="1">
                <a:solidFill>
                  <a:schemeClr val="tx2"/>
                </a:solidFill>
              </a:rPr>
              <a:t>to</a:t>
            </a:r>
            <a:r>
              <a:rPr lang="es-ES" sz="1100" dirty="0">
                <a:solidFill>
                  <a:schemeClr val="tx2"/>
                </a:solidFill>
              </a:rPr>
              <a:t> Elisabeth eliaa@biomar.com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E8566A9-AF5F-FFAB-6443-85A50F5D79FF}"/>
              </a:ext>
            </a:extLst>
          </p:cNvPr>
          <p:cNvSpPr/>
          <p:nvPr/>
        </p:nvSpPr>
        <p:spPr>
          <a:xfrm>
            <a:off x="401009" y="2105247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Technical questions?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Write to Iannis, Andreina, Bruno or Ewan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57A41A0-E707-C4CE-275B-1C7D572E7138}"/>
              </a:ext>
            </a:extLst>
          </p:cNvPr>
          <p:cNvSpPr/>
          <p:nvPr/>
        </p:nvSpPr>
        <p:spPr>
          <a:xfrm>
            <a:off x="3175357" y="4210494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LARVIVA related?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Write to Daniela vdv@biomar.com</a:t>
            </a:r>
            <a:endParaRPr lang="es-ES" sz="1400" dirty="0">
              <a:solidFill>
                <a:schemeClr val="tx2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A5DFCA-E761-5A1B-FD37-32E3761DB811}"/>
              </a:ext>
            </a:extLst>
          </p:cNvPr>
          <p:cNvSpPr/>
          <p:nvPr/>
        </p:nvSpPr>
        <p:spPr>
          <a:xfrm>
            <a:off x="1117860" y="4210494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SmartCare related?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lvl="0" algn="ctr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Write to </a:t>
            </a:r>
            <a:r>
              <a:rPr lang="en-US" sz="1100" dirty="0">
                <a:solidFill>
                  <a:srgbClr val="1F3E77"/>
                </a:solidFill>
              </a:rPr>
              <a:t>Torunn torfo@biomar.com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066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8C81C-8108-42BF-EA94-2B488993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E030-ABB5-DE28-7C24-B1BD104A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27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7D552-590C-24A5-156B-85F8A62DD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9" y="88093"/>
            <a:ext cx="11249250" cy="324000"/>
          </a:xfrm>
        </p:spPr>
        <p:txBody>
          <a:bodyPr/>
          <a:lstStyle/>
          <a:p>
            <a:pPr algn="ctr"/>
            <a:r>
              <a:rPr lang="en-US"/>
              <a:t>Ways of communicating</a:t>
            </a:r>
            <a:endParaRPr lang="en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B32FE4-5C67-845E-79F5-9C45E3ED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When to use what?</a:t>
            </a:r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FC67F-1D2F-D43A-1FBE-2B4AC182F59C}"/>
              </a:ext>
            </a:extLst>
          </p:cNvPr>
          <p:cNvSpPr/>
          <p:nvPr/>
        </p:nvSpPr>
        <p:spPr>
          <a:xfrm>
            <a:off x="525750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078D3EC-A7E5-9031-0D79-F1B362189BF0}"/>
              </a:ext>
            </a:extLst>
          </p:cNvPr>
          <p:cNvSpPr/>
          <p:nvPr/>
        </p:nvSpPr>
        <p:spPr>
          <a:xfrm>
            <a:off x="523204" y="1575218"/>
            <a:ext cx="3456434" cy="1367797"/>
          </a:xfrm>
          <a:prstGeom prst="round2SameRect">
            <a:avLst>
              <a:gd name="adj1" fmla="val 13616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B099149F-8DA3-F906-2DBD-9E2ACC1974B8}"/>
              </a:ext>
            </a:extLst>
          </p:cNvPr>
          <p:cNvSpPr/>
          <p:nvPr/>
        </p:nvSpPr>
        <p:spPr>
          <a:xfrm rot="10800000">
            <a:off x="523203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E1F4B-90C5-3180-5006-135B5592E533}"/>
              </a:ext>
            </a:extLst>
          </p:cNvPr>
          <p:cNvSpPr/>
          <p:nvPr/>
        </p:nvSpPr>
        <p:spPr>
          <a:xfrm>
            <a:off x="4414705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834B768E-5BF6-6EE1-6CF1-CA3F6ACDB4C5}"/>
              </a:ext>
            </a:extLst>
          </p:cNvPr>
          <p:cNvSpPr/>
          <p:nvPr/>
        </p:nvSpPr>
        <p:spPr>
          <a:xfrm>
            <a:off x="4412159" y="1575218"/>
            <a:ext cx="3456434" cy="1367797"/>
          </a:xfrm>
          <a:prstGeom prst="round2SameRect">
            <a:avLst>
              <a:gd name="adj1" fmla="val 1533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Teams Chat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086C33-E30C-76A6-ECCA-80A6BF5BDF3B}"/>
              </a:ext>
            </a:extLst>
          </p:cNvPr>
          <p:cNvSpPr/>
          <p:nvPr/>
        </p:nvSpPr>
        <p:spPr>
          <a:xfrm rot="10800000">
            <a:off x="4412158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1AE8B-5244-7FFF-1F77-AA72DD11FAAB}"/>
              </a:ext>
            </a:extLst>
          </p:cNvPr>
          <p:cNvSpPr/>
          <p:nvPr/>
        </p:nvSpPr>
        <p:spPr>
          <a:xfrm>
            <a:off x="8263361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549A2B6-E71D-8413-C9A1-82ECCCF6A517}"/>
              </a:ext>
            </a:extLst>
          </p:cNvPr>
          <p:cNvSpPr/>
          <p:nvPr/>
        </p:nvSpPr>
        <p:spPr>
          <a:xfrm>
            <a:off x="8260815" y="1575218"/>
            <a:ext cx="3456434" cy="1367797"/>
          </a:xfrm>
          <a:prstGeom prst="round2SameRect">
            <a:avLst>
              <a:gd name="adj1" fmla="val 14189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Verbal/Meetings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E490F90C-8901-8CEA-C3FC-B5521B2956C9}"/>
              </a:ext>
            </a:extLst>
          </p:cNvPr>
          <p:cNvSpPr/>
          <p:nvPr/>
        </p:nvSpPr>
        <p:spPr>
          <a:xfrm rot="10800000">
            <a:off x="8260814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F140AC-83A2-84DA-8376-4838F999B264}"/>
              </a:ext>
            </a:extLst>
          </p:cNvPr>
          <p:cNvSpPr/>
          <p:nvPr/>
        </p:nvSpPr>
        <p:spPr>
          <a:xfrm>
            <a:off x="777044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task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project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feedback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5FEE3-E897-A08E-F5B1-DE718FFA7878}"/>
              </a:ext>
            </a:extLst>
          </p:cNvPr>
          <p:cNvSpPr/>
          <p:nvPr/>
        </p:nvSpPr>
        <p:spPr>
          <a:xfrm>
            <a:off x="4665998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tasks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F97DC-FF15-E19D-B2FC-E4AD4BE370E5}"/>
              </a:ext>
            </a:extLst>
          </p:cNvPr>
          <p:cNvSpPr/>
          <p:nvPr/>
        </p:nvSpPr>
        <p:spPr>
          <a:xfrm>
            <a:off x="8514655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clarify/define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Clarify topics/themes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In-depth review of the artwork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 b="1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0" descr="Envelope with solid fill">
            <a:extLst>
              <a:ext uri="{FF2B5EF4-FFF2-40B4-BE49-F238E27FC236}">
                <a16:creationId xmlns:a16="http://schemas.microsoft.com/office/drawing/2014/main" id="{94508621-909C-D791-07F6-11D8CAFD2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1721" y="1744740"/>
            <a:ext cx="640953" cy="640953"/>
          </a:xfrm>
          <a:prstGeom prst="rect">
            <a:avLst/>
          </a:prstGeom>
        </p:spPr>
      </p:pic>
      <p:pic>
        <p:nvPicPr>
          <p:cNvPr id="23" name="Graphic 22" descr="Speech with solid fill">
            <a:extLst>
              <a:ext uri="{FF2B5EF4-FFF2-40B4-BE49-F238E27FC236}">
                <a16:creationId xmlns:a16="http://schemas.microsoft.com/office/drawing/2014/main" id="{AFF4E5EB-118D-B186-B392-EF456BA3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869" y="1784183"/>
            <a:ext cx="601510" cy="601510"/>
          </a:xfrm>
          <a:prstGeom prst="rect">
            <a:avLst/>
          </a:prstGeom>
        </p:spPr>
      </p:pic>
      <p:pic>
        <p:nvPicPr>
          <p:cNvPr id="25" name="Graphic 24" descr="Online meeting with solid fill">
            <a:extLst>
              <a:ext uri="{FF2B5EF4-FFF2-40B4-BE49-F238E27FC236}">
                <a16:creationId xmlns:a16="http://schemas.microsoft.com/office/drawing/2014/main" id="{92A7B9CA-5DE4-7A7D-310F-38F66ECD5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145" y="1738985"/>
            <a:ext cx="621831" cy="6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72060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