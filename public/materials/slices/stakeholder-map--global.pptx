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6" r:id="rId5"/>
  </p:sldMasterIdLst>
  <p:notesMasterIdLst>
    <p:notesMasterId r:id="rId24"/>
  </p:notesMasterIdLst>
  <p:sldIdLst>
    <p:sldId id="2147482175" r:id="rId12"/>
    <p:sldId id="2147482173" r:id="rId13"/>
    <p:sldId id="21474821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923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8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9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Evans" userId="8b39185e-a7bc-43e1-824d-731ed06fb3a6" providerId="ADAL" clId="{2EDA9705-8324-434D-840A-D8BE8CDF34AC}"/>
    <pc:docChg chg="modSld">
      <pc:chgData name="Matthew Evans" userId="8b39185e-a7bc-43e1-824d-731ed06fb3a6" providerId="ADAL" clId="{2EDA9705-8324-434D-840A-D8BE8CDF34AC}" dt="2026-06-16T07:51:07.420" v="0" actId="729"/>
      <pc:docMkLst>
        <pc:docMk/>
      </pc:docMkLst>
      <pc:sldChg chg="mod modShow">
        <pc:chgData name="Matthew Evans" userId="8b39185e-a7bc-43e1-824d-731ed06fb3a6" providerId="ADAL" clId="{2EDA9705-8324-434D-840A-D8BE8CDF34AC}" dt="2026-06-16T07:51:07.420" v="0" actId="729"/>
        <pc:sldMkLst>
          <pc:docMk/>
          <pc:sldMk cId="3097284567" sldId="21474821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D1EDA-2EFC-4C82-A9D0-6ABC9A4D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08E76-B913-4359-A219-C11013C186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E1816-1A7D-458E-88E6-C129C30004D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3DB478-ACDC-4A23-A384-EE272C9FAB86}" type="slidenum">
              <a:t>5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5344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63FE4B-2A11-4174-9591-0C9981A24A8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40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323A4-66A3-41DF-B2CE-95A19EF8172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AFCE7-F962-4648-961F-14975F9C795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C0D5214-7A80-435A-9DC9-AEF94E0486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98229715-1DF0-4C61-95E0-62AA307015E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D561-1DD7-42F0-8454-71A535D48A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1CFB51-B326-48B4-B22E-C976685DAFC3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CACCA0-6263-405B-B6FC-D79B87066ECB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0A681FC-D617-4252-A5ED-71B7B7042EE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FCA4E-C1A3-41F8-B33D-61C2A73BBF0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75E8C7D-0BFB-46FA-A648-FB0F62377255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984C-9E63-4962-AD5D-BD1D53A30B7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CF85CB1D-2CFB-40F2-BD96-FB830C0C5A8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79BA607-D323-4BA5-AF54-B81E4E3E417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6EE9BD1-31BD-441E-A6BA-F3465DD7CB1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5332-848B-4B25-A14F-662BCE9FD56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9E5-5FA5-41DF-881E-0FBD0F69491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E9B5-4D0A-4320-9B3C-43C69D62EB3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6248-7FA6-477E-BF97-B2E69F35493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29A1-B183-4695-8A10-62D01E80BFD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679F9A-124D-4B5D-A840-9E3698A51B7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73859D-8407-6915-ACCC-57F8095B5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539" y="1701186"/>
            <a:ext cx="1353550" cy="910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4C676-4876-E215-F006-A8651C456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334" y="2413333"/>
            <a:ext cx="1353550" cy="910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5702FD0-4717-B058-EF47-4A701C1D5A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475387" y="3145040"/>
            <a:ext cx="1353550" cy="9108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999553A-CAF8-4B46-8B69-C1DED98298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79" y="4292877"/>
            <a:ext cx="11112442" cy="8869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0C1002-EDED-47C7-BBA2-0EBFE1FC14DB}"/>
              </a:ext>
            </a:extLst>
          </p:cNvPr>
          <p:cNvSpPr/>
          <p:nvPr userDrawn="1"/>
        </p:nvSpPr>
        <p:spPr>
          <a:xfrm>
            <a:off x="6382512" y="4736362"/>
            <a:ext cx="1709928" cy="2130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61FF7F-8841-44E5-9A7F-42D7389C7783}"/>
              </a:ext>
            </a:extLst>
          </p:cNvPr>
          <p:cNvSpPr/>
          <p:nvPr userDrawn="1"/>
        </p:nvSpPr>
        <p:spPr>
          <a:xfrm>
            <a:off x="8659367" y="4736362"/>
            <a:ext cx="1709928" cy="2130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4049FD-E1B8-46F0-9261-1D12DC233166}"/>
              </a:ext>
            </a:extLst>
          </p:cNvPr>
          <p:cNvSpPr/>
          <p:nvPr userDrawn="1"/>
        </p:nvSpPr>
        <p:spPr>
          <a:xfrm>
            <a:off x="1828800" y="4736362"/>
            <a:ext cx="1709928" cy="21305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8E1F2E-68BD-42F8-B40C-38178837E627}"/>
              </a:ext>
            </a:extLst>
          </p:cNvPr>
          <p:cNvSpPr/>
          <p:nvPr userDrawn="1"/>
        </p:nvSpPr>
        <p:spPr>
          <a:xfrm>
            <a:off x="4105656" y="4736362"/>
            <a:ext cx="1709928" cy="2130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4FE88-C8D9-446D-9CCF-05BB3D62C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6791" y="374068"/>
            <a:ext cx="8818418" cy="469116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585CCA-7E8D-4801-BD69-EE6074D6F7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87513" y="899824"/>
            <a:ext cx="8816975" cy="33738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51A24C-5AE7-4C88-A756-96BF7217B67D}"/>
              </a:ext>
            </a:extLst>
          </p:cNvPr>
          <p:cNvCxnSpPr/>
          <p:nvPr userDrawn="1"/>
        </p:nvCxnSpPr>
        <p:spPr>
          <a:xfrm>
            <a:off x="1061013" y="4736362"/>
            <a:ext cx="10116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A8E93428-4ED9-4325-A388-C3ADA2D31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150" y="1624253"/>
            <a:ext cx="1353312" cy="91064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F6F2B9C-2242-4858-9F13-D35A8AA12D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1221" y="2336241"/>
            <a:ext cx="1353550" cy="9108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D4EDCF5A-7BDE-4D6B-ABD0-3AB65F1C2F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878156" y="3067948"/>
            <a:ext cx="1353550" cy="9108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05A8C23-CD04-4CC0-81F0-B51ED25D6F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101" y="1624094"/>
            <a:ext cx="1353550" cy="9108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BA30145-14AC-4F49-90EC-CCD6C9B0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7653" y="2336241"/>
            <a:ext cx="1353550" cy="9108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C502391-D2FD-42C0-A3AD-CFBA0E74FD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422647" y="3067948"/>
            <a:ext cx="1353550" cy="9108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C5D8DB9-127D-4F50-9EFA-69CCD2DD3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4290" y="1624094"/>
            <a:ext cx="1353550" cy="9108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B68CE4F-9334-460A-AC16-FD7B9D483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085" y="2336241"/>
            <a:ext cx="1353550" cy="9108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FA82588-8741-4458-86A7-BD172C98E2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967138" y="3067948"/>
            <a:ext cx="1353550" cy="9108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F06B201-75A9-4318-9FB7-162ACF2689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9153" y="3977811"/>
            <a:ext cx="3534" cy="576072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83B5AB1-7EBB-41FA-91A7-C559D3C99B65}"/>
              </a:ext>
            </a:extLst>
          </p:cNvPr>
          <p:cNvCxnSpPr/>
          <p:nvPr userDrawn="1"/>
        </p:nvCxnSpPr>
        <p:spPr>
          <a:xfrm>
            <a:off x="1848806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9CD576-7A1C-4CD4-9D8A-7B399C2CA3B1}"/>
              </a:ext>
            </a:extLst>
          </p:cNvPr>
          <p:cNvCxnSpPr>
            <a:cxnSpLocks/>
          </p:cNvCxnSpPr>
          <p:nvPr userDrawn="1"/>
        </p:nvCxnSpPr>
        <p:spPr>
          <a:xfrm>
            <a:off x="2697996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D786A0-A137-4606-ADCE-C6927B42099B}"/>
              </a:ext>
            </a:extLst>
          </p:cNvPr>
          <p:cNvCxnSpPr>
            <a:cxnSpLocks/>
          </p:cNvCxnSpPr>
          <p:nvPr userDrawn="1"/>
        </p:nvCxnSpPr>
        <p:spPr>
          <a:xfrm>
            <a:off x="9448304" y="2599876"/>
            <a:ext cx="18402" cy="188045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815CBB7-9DB2-4084-9FAD-EAF1EC4885E3}"/>
              </a:ext>
            </a:extLst>
          </p:cNvPr>
          <p:cNvCxnSpPr>
            <a:cxnSpLocks/>
          </p:cNvCxnSpPr>
          <p:nvPr userDrawn="1"/>
        </p:nvCxnSpPr>
        <p:spPr>
          <a:xfrm>
            <a:off x="10324486" y="3315751"/>
            <a:ext cx="11328" cy="117876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26B1C5-95B6-45FA-A9CD-A905D2137F41}"/>
              </a:ext>
            </a:extLst>
          </p:cNvPr>
          <p:cNvCxnSpPr>
            <a:cxnSpLocks/>
          </p:cNvCxnSpPr>
          <p:nvPr userDrawn="1"/>
        </p:nvCxnSpPr>
        <p:spPr>
          <a:xfrm>
            <a:off x="11188261" y="4055989"/>
            <a:ext cx="0" cy="47175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7AFA7F4-DFBA-48DD-A963-33300EA6DCB7}"/>
              </a:ext>
            </a:extLst>
          </p:cNvPr>
          <p:cNvCxnSpPr/>
          <p:nvPr userDrawn="1"/>
        </p:nvCxnSpPr>
        <p:spPr>
          <a:xfrm>
            <a:off x="6941144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9273F8B-484B-4948-A3EB-B4FEDFB903E9}"/>
              </a:ext>
            </a:extLst>
          </p:cNvPr>
          <p:cNvCxnSpPr/>
          <p:nvPr userDrawn="1"/>
        </p:nvCxnSpPr>
        <p:spPr>
          <a:xfrm>
            <a:off x="4394975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71">
            <a:extLst>
              <a:ext uri="{FF2B5EF4-FFF2-40B4-BE49-F238E27FC236}">
                <a16:creationId xmlns:a16="http://schemas.microsoft.com/office/drawing/2014/main" id="{FA075AB9-B34D-4B15-BCFC-4BF1B6243A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0242" y="3946744"/>
            <a:ext cx="3534" cy="576072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D61995-16DF-4B2C-89CB-A72CAF07D9B3}"/>
              </a:ext>
            </a:extLst>
          </p:cNvPr>
          <p:cNvCxnSpPr>
            <a:cxnSpLocks/>
          </p:cNvCxnSpPr>
          <p:nvPr userDrawn="1"/>
        </p:nvCxnSpPr>
        <p:spPr>
          <a:xfrm>
            <a:off x="5243935" y="3215974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>
            <a:extLst>
              <a:ext uri="{FF2B5EF4-FFF2-40B4-BE49-F238E27FC236}">
                <a16:creationId xmlns:a16="http://schemas.microsoft.com/office/drawing/2014/main" id="{C8CEB2D1-FD5A-4675-9E26-EEA68EFB9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1332" y="3977811"/>
            <a:ext cx="3534" cy="576072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8628E3-930B-41FE-A903-DB4F8A73E3F2}"/>
              </a:ext>
            </a:extLst>
          </p:cNvPr>
          <p:cNvCxnSpPr>
            <a:cxnSpLocks/>
          </p:cNvCxnSpPr>
          <p:nvPr userDrawn="1"/>
        </p:nvCxnSpPr>
        <p:spPr>
          <a:xfrm>
            <a:off x="7789874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E5A98CC2-08EF-44B9-8B89-5C4625721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521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0" name="Text Placeholder 76">
            <a:extLst>
              <a:ext uri="{FF2B5EF4-FFF2-40B4-BE49-F238E27FC236}">
                <a16:creationId xmlns:a16="http://schemas.microsoft.com/office/drawing/2014/main" id="{F4DC2690-03AF-4032-8ED5-C3D1D4EC32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8131" y="4480330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1" name="Text Placeholder 76">
            <a:extLst>
              <a:ext uri="{FF2B5EF4-FFF2-40B4-BE49-F238E27FC236}">
                <a16:creationId xmlns:a16="http://schemas.microsoft.com/office/drawing/2014/main" id="{0AF910D7-25F6-4C1D-BD02-BA0984AD56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6674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JUN</a:t>
            </a:r>
            <a:endParaRPr lang="ru-RU"/>
          </a:p>
        </p:txBody>
      </p:sp>
      <p:sp>
        <p:nvSpPr>
          <p:cNvPr id="82" name="Text Placeholder 76">
            <a:extLst>
              <a:ext uri="{FF2B5EF4-FFF2-40B4-BE49-F238E27FC236}">
                <a16:creationId xmlns:a16="http://schemas.microsoft.com/office/drawing/2014/main" id="{978CD251-9E38-4039-B45B-81542FDA1D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378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JAN</a:t>
            </a:r>
            <a:endParaRPr lang="ru-RU"/>
          </a:p>
        </p:txBody>
      </p:sp>
      <p:sp>
        <p:nvSpPr>
          <p:cNvPr id="83" name="Text Placeholder 76">
            <a:extLst>
              <a:ext uri="{FF2B5EF4-FFF2-40B4-BE49-F238E27FC236}">
                <a16:creationId xmlns:a16="http://schemas.microsoft.com/office/drawing/2014/main" id="{8862AB59-B495-40FF-A96A-A50D5CB73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9520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APR</a:t>
            </a:r>
            <a:endParaRPr lang="ru-RU"/>
          </a:p>
        </p:txBody>
      </p:sp>
      <p:sp>
        <p:nvSpPr>
          <p:cNvPr id="84" name="Text Placeholder 76">
            <a:extLst>
              <a:ext uri="{FF2B5EF4-FFF2-40B4-BE49-F238E27FC236}">
                <a16:creationId xmlns:a16="http://schemas.microsoft.com/office/drawing/2014/main" id="{4C07DD8A-3623-4BD9-8482-B9476DAB2D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097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MAY</a:t>
            </a:r>
            <a:endParaRPr lang="ru-RU"/>
          </a:p>
        </p:txBody>
      </p:sp>
      <p:sp>
        <p:nvSpPr>
          <p:cNvPr id="85" name="Text Placeholder 76">
            <a:extLst>
              <a:ext uri="{FF2B5EF4-FFF2-40B4-BE49-F238E27FC236}">
                <a16:creationId xmlns:a16="http://schemas.microsoft.com/office/drawing/2014/main" id="{18C43019-5630-404E-8141-4CD73CCF36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2366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FEB</a:t>
            </a:r>
            <a:endParaRPr lang="ru-RU"/>
          </a:p>
        </p:txBody>
      </p:sp>
      <p:sp>
        <p:nvSpPr>
          <p:cNvPr id="86" name="Text Placeholder 76">
            <a:extLst>
              <a:ext uri="{FF2B5EF4-FFF2-40B4-BE49-F238E27FC236}">
                <a16:creationId xmlns:a16="http://schemas.microsoft.com/office/drawing/2014/main" id="{0D5E5F87-7E75-4564-A62F-925E01D0E7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5251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JUL</a:t>
            </a:r>
            <a:endParaRPr lang="ru-RU"/>
          </a:p>
        </p:txBody>
      </p:sp>
      <p:sp>
        <p:nvSpPr>
          <p:cNvPr id="87" name="Text Placeholder 76">
            <a:extLst>
              <a:ext uri="{FF2B5EF4-FFF2-40B4-BE49-F238E27FC236}">
                <a16:creationId xmlns:a16="http://schemas.microsoft.com/office/drawing/2014/main" id="{FE474046-809E-41C2-A82A-63A59EC94E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828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AUG</a:t>
            </a:r>
            <a:endParaRPr lang="ru-RU"/>
          </a:p>
        </p:txBody>
      </p:sp>
      <p:sp>
        <p:nvSpPr>
          <p:cNvPr id="88" name="Text Placeholder 76">
            <a:extLst>
              <a:ext uri="{FF2B5EF4-FFF2-40B4-BE49-F238E27FC236}">
                <a16:creationId xmlns:a16="http://schemas.microsoft.com/office/drawing/2014/main" id="{57AE7F50-477B-4B5E-89D9-3CE27F8BDE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90943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MAR</a:t>
            </a:r>
            <a:endParaRPr lang="ru-RU"/>
          </a:p>
        </p:txBody>
      </p:sp>
      <p:sp>
        <p:nvSpPr>
          <p:cNvPr id="89" name="Text Placeholder 76">
            <a:extLst>
              <a:ext uri="{FF2B5EF4-FFF2-40B4-BE49-F238E27FC236}">
                <a16:creationId xmlns:a16="http://schemas.microsoft.com/office/drawing/2014/main" id="{9F4C2F2B-2B5A-4AA7-8AF9-86FD697DC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405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SEP</a:t>
            </a:r>
            <a:endParaRPr lang="ru-RU"/>
          </a:p>
        </p:txBody>
      </p:sp>
      <p:sp>
        <p:nvSpPr>
          <p:cNvPr id="90" name="Text Placeholder 76">
            <a:extLst>
              <a:ext uri="{FF2B5EF4-FFF2-40B4-BE49-F238E27FC236}">
                <a16:creationId xmlns:a16="http://schemas.microsoft.com/office/drawing/2014/main" id="{C66035AF-713A-4F11-A3A3-6D662CF56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098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OCT</a:t>
            </a:r>
            <a:endParaRPr lang="ru-RU"/>
          </a:p>
        </p:txBody>
      </p:sp>
      <p:sp>
        <p:nvSpPr>
          <p:cNvPr id="91" name="Text Placeholder 76">
            <a:extLst>
              <a:ext uri="{FF2B5EF4-FFF2-40B4-BE49-F238E27FC236}">
                <a16:creationId xmlns:a16="http://schemas.microsoft.com/office/drawing/2014/main" id="{A469C081-9B6B-48BC-993C-A6E3B0B19B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7955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NOV</a:t>
            </a:r>
            <a:endParaRPr lang="ru-RU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89B19B41-BDC6-46D8-975C-2D06E14B61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7935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4" name="Text Placeholder 92">
            <a:extLst>
              <a:ext uri="{FF2B5EF4-FFF2-40B4-BE49-F238E27FC236}">
                <a16:creationId xmlns:a16="http://schemas.microsoft.com/office/drawing/2014/main" id="{7001B197-A958-4E16-AD2D-63EC156A41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7934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6" name="Text Placeholder 92">
            <a:extLst>
              <a:ext uri="{FF2B5EF4-FFF2-40B4-BE49-F238E27FC236}">
                <a16:creationId xmlns:a16="http://schemas.microsoft.com/office/drawing/2014/main" id="{88A84FA1-0D73-49A8-A3D2-E005CD4835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21758" y="182819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7" name="Text Placeholder 92">
            <a:extLst>
              <a:ext uri="{FF2B5EF4-FFF2-40B4-BE49-F238E27FC236}">
                <a16:creationId xmlns:a16="http://schemas.microsoft.com/office/drawing/2014/main" id="{1A902C94-49C3-42E7-B3C0-054980C59F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21757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8" name="Text Placeholder 92">
            <a:extLst>
              <a:ext uri="{FF2B5EF4-FFF2-40B4-BE49-F238E27FC236}">
                <a16:creationId xmlns:a16="http://schemas.microsoft.com/office/drawing/2014/main" id="{6A588BD3-5A93-4BE0-A97C-3F91F703D88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65581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9" name="Text Placeholder 92">
            <a:extLst>
              <a:ext uri="{FF2B5EF4-FFF2-40B4-BE49-F238E27FC236}">
                <a16:creationId xmlns:a16="http://schemas.microsoft.com/office/drawing/2014/main" id="{CF518451-83D4-424A-A603-376701099B1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5580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0" name="Text Placeholder 92">
            <a:extLst>
              <a:ext uri="{FF2B5EF4-FFF2-40B4-BE49-F238E27FC236}">
                <a16:creationId xmlns:a16="http://schemas.microsoft.com/office/drawing/2014/main" id="{67D5CA08-D877-4DB8-B59F-E80836A783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09404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1" name="Text Placeholder 92">
            <a:extLst>
              <a:ext uri="{FF2B5EF4-FFF2-40B4-BE49-F238E27FC236}">
                <a16:creationId xmlns:a16="http://schemas.microsoft.com/office/drawing/2014/main" id="{4787E4F4-A253-4A99-8126-FBAA70686F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9403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2" name="Text Placeholder 92">
            <a:extLst>
              <a:ext uri="{FF2B5EF4-FFF2-40B4-BE49-F238E27FC236}">
                <a16:creationId xmlns:a16="http://schemas.microsoft.com/office/drawing/2014/main" id="{AE0790DD-E8BD-43EC-AA51-7CB68DD20E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21221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3" name="Text Placeholder 92">
            <a:extLst>
              <a:ext uri="{FF2B5EF4-FFF2-40B4-BE49-F238E27FC236}">
                <a16:creationId xmlns:a16="http://schemas.microsoft.com/office/drawing/2014/main" id="{2577F593-79D3-424D-A032-7ECBD1D6FA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021220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4" name="Text Placeholder 92">
            <a:extLst>
              <a:ext uri="{FF2B5EF4-FFF2-40B4-BE49-F238E27FC236}">
                <a16:creationId xmlns:a16="http://schemas.microsoft.com/office/drawing/2014/main" id="{3CB5E2EE-85C4-4CB5-8BE5-865C93896A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9663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5" name="Text Placeholder 92">
            <a:extLst>
              <a:ext uri="{FF2B5EF4-FFF2-40B4-BE49-F238E27FC236}">
                <a16:creationId xmlns:a16="http://schemas.microsoft.com/office/drawing/2014/main" id="{727741F9-FB7A-4DF0-81F7-BC37853C7A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9662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6" name="Text Placeholder 92">
            <a:extLst>
              <a:ext uri="{FF2B5EF4-FFF2-40B4-BE49-F238E27FC236}">
                <a16:creationId xmlns:a16="http://schemas.microsoft.com/office/drawing/2014/main" id="{9AA76CF9-6430-4F34-A84A-8AEDB9AC532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18105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7" name="Text Placeholder 92">
            <a:extLst>
              <a:ext uri="{FF2B5EF4-FFF2-40B4-BE49-F238E27FC236}">
                <a16:creationId xmlns:a16="http://schemas.microsoft.com/office/drawing/2014/main" id="{F8718C69-DBC9-43FE-B643-B1F6ACA11C6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18104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8" name="Text Placeholder 92">
            <a:extLst>
              <a:ext uri="{FF2B5EF4-FFF2-40B4-BE49-F238E27FC236}">
                <a16:creationId xmlns:a16="http://schemas.microsoft.com/office/drawing/2014/main" id="{7D1759ED-E404-427D-B97C-E51C74C374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66547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9" name="Text Placeholder 92">
            <a:extLst>
              <a:ext uri="{FF2B5EF4-FFF2-40B4-BE49-F238E27FC236}">
                <a16:creationId xmlns:a16="http://schemas.microsoft.com/office/drawing/2014/main" id="{F49372DD-8792-4F5E-A97E-777095F8FA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66546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0" name="Text Placeholder 92">
            <a:extLst>
              <a:ext uri="{FF2B5EF4-FFF2-40B4-BE49-F238E27FC236}">
                <a16:creationId xmlns:a16="http://schemas.microsoft.com/office/drawing/2014/main" id="{96DC320A-FF03-4C0F-841F-A1A8376080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83749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1" name="Text Placeholder 92">
            <a:extLst>
              <a:ext uri="{FF2B5EF4-FFF2-40B4-BE49-F238E27FC236}">
                <a16:creationId xmlns:a16="http://schemas.microsoft.com/office/drawing/2014/main" id="{F7EF0281-DC79-47E0-9F16-7739D368B2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83748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2" name="Text Placeholder 92">
            <a:extLst>
              <a:ext uri="{FF2B5EF4-FFF2-40B4-BE49-F238E27FC236}">
                <a16:creationId xmlns:a16="http://schemas.microsoft.com/office/drawing/2014/main" id="{D7C68C9E-596F-4C21-9730-FCD6C1A3C4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6018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3" name="Text Placeholder 92">
            <a:extLst>
              <a:ext uri="{FF2B5EF4-FFF2-40B4-BE49-F238E27FC236}">
                <a16:creationId xmlns:a16="http://schemas.microsoft.com/office/drawing/2014/main" id="{CC380F73-C90F-4AAA-AE5B-063016DC71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26017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4" name="Text Placeholder 92">
            <a:extLst>
              <a:ext uri="{FF2B5EF4-FFF2-40B4-BE49-F238E27FC236}">
                <a16:creationId xmlns:a16="http://schemas.microsoft.com/office/drawing/2014/main" id="{9520F3C5-0987-4517-B0EE-4E412FD9C0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68287" y="326759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5" name="Text Placeholder 92">
            <a:extLst>
              <a:ext uri="{FF2B5EF4-FFF2-40B4-BE49-F238E27FC236}">
                <a16:creationId xmlns:a16="http://schemas.microsoft.com/office/drawing/2014/main" id="{18B7EE9A-2CF8-4F1B-989E-4D6B081D3F4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68286" y="347127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6" name="Text Placeholder 92">
            <a:extLst>
              <a:ext uri="{FF2B5EF4-FFF2-40B4-BE49-F238E27FC236}">
                <a16:creationId xmlns:a16="http://schemas.microsoft.com/office/drawing/2014/main" id="{358A9693-91C8-4CDB-AC04-2FE5D32AC5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10556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7" name="Text Placeholder 92">
            <a:extLst>
              <a:ext uri="{FF2B5EF4-FFF2-40B4-BE49-F238E27FC236}">
                <a16:creationId xmlns:a16="http://schemas.microsoft.com/office/drawing/2014/main" id="{88F651C4-2FDC-4A2D-B5D1-1E752BEBDCF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10555" y="3490326"/>
            <a:ext cx="1347519" cy="517970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20" name="Text Placeholder 92">
            <a:extLst>
              <a:ext uri="{FF2B5EF4-FFF2-40B4-BE49-F238E27FC236}">
                <a16:creationId xmlns:a16="http://schemas.microsoft.com/office/drawing/2014/main" id="{06775BE6-0710-4B20-8C16-DBF3B866006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1981" y="3574380"/>
            <a:ext cx="1347519" cy="433916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PROJECT</a:t>
            </a:r>
            <a:br>
              <a:rPr lang="en-US"/>
            </a:br>
            <a:r>
              <a:rPr lang="en-US"/>
              <a:t>START</a:t>
            </a:r>
          </a:p>
        </p:txBody>
      </p:sp>
      <p:sp>
        <p:nvSpPr>
          <p:cNvPr id="122" name="Text Placeholder 92">
            <a:extLst>
              <a:ext uri="{FF2B5EF4-FFF2-40B4-BE49-F238E27FC236}">
                <a16:creationId xmlns:a16="http://schemas.microsoft.com/office/drawing/2014/main" id="{777F0E57-9D42-4F72-8D6D-4BE03FC71F0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10005" y="539347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Q1</a:t>
            </a:r>
            <a:endParaRPr lang="ru-RU"/>
          </a:p>
        </p:txBody>
      </p:sp>
      <p:sp>
        <p:nvSpPr>
          <p:cNvPr id="123" name="Text Placeholder 92">
            <a:extLst>
              <a:ext uri="{FF2B5EF4-FFF2-40B4-BE49-F238E27FC236}">
                <a16:creationId xmlns:a16="http://schemas.microsoft.com/office/drawing/2014/main" id="{AC38C51F-FEF5-4ABC-A91E-2BEAAD0B16E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10005" y="590377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4" name="Text Placeholder 92">
            <a:extLst>
              <a:ext uri="{FF2B5EF4-FFF2-40B4-BE49-F238E27FC236}">
                <a16:creationId xmlns:a16="http://schemas.microsoft.com/office/drawing/2014/main" id="{89620B00-4C09-4C77-BB19-F22F0928D3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86861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Q2</a:t>
            </a:r>
            <a:endParaRPr lang="ru-RU"/>
          </a:p>
        </p:txBody>
      </p:sp>
      <p:sp>
        <p:nvSpPr>
          <p:cNvPr id="125" name="Text Placeholder 92">
            <a:extLst>
              <a:ext uri="{FF2B5EF4-FFF2-40B4-BE49-F238E27FC236}">
                <a16:creationId xmlns:a16="http://schemas.microsoft.com/office/drawing/2014/main" id="{7F740E72-128A-47CB-944C-6364E30869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86861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6" name="Text Placeholder 92">
            <a:extLst>
              <a:ext uri="{FF2B5EF4-FFF2-40B4-BE49-F238E27FC236}">
                <a16:creationId xmlns:a16="http://schemas.microsoft.com/office/drawing/2014/main" id="{9A2F611C-4E32-4954-A71A-9D325D3635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63717" y="5394195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Q3</a:t>
            </a:r>
            <a:endParaRPr lang="ru-RU"/>
          </a:p>
        </p:txBody>
      </p:sp>
      <p:sp>
        <p:nvSpPr>
          <p:cNvPr id="127" name="Text Placeholder 92">
            <a:extLst>
              <a:ext uri="{FF2B5EF4-FFF2-40B4-BE49-F238E27FC236}">
                <a16:creationId xmlns:a16="http://schemas.microsoft.com/office/drawing/2014/main" id="{6BECFCA3-3003-4E1C-B95A-77F0E24555D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63717" y="5904493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8" name="Text Placeholder 92">
            <a:extLst>
              <a:ext uri="{FF2B5EF4-FFF2-40B4-BE49-F238E27FC236}">
                <a16:creationId xmlns:a16="http://schemas.microsoft.com/office/drawing/2014/main" id="{ADC5ADB7-1218-43F3-8DF4-23F099ECCEB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40572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4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Q4</a:t>
            </a:r>
            <a:endParaRPr lang="ru-RU"/>
          </a:p>
        </p:txBody>
      </p:sp>
      <p:sp>
        <p:nvSpPr>
          <p:cNvPr id="129" name="Text Placeholder 92">
            <a:extLst>
              <a:ext uri="{FF2B5EF4-FFF2-40B4-BE49-F238E27FC236}">
                <a16:creationId xmlns:a16="http://schemas.microsoft.com/office/drawing/2014/main" id="{371EA831-AF53-4C92-875F-48C5C459B32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840572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903342-285D-554D-04A2-EBF4B55E3281}"/>
              </a:ext>
            </a:extLst>
          </p:cNvPr>
          <p:cNvCxnSpPr>
            <a:cxnSpLocks/>
            <a:stCxn id="113" idx="2"/>
            <a:endCxn id="81" idx="0"/>
          </p:cNvCxnSpPr>
          <p:nvPr userDrawn="1"/>
        </p:nvCxnSpPr>
        <p:spPr>
          <a:xfrm flipH="1">
            <a:off x="6092706" y="3975999"/>
            <a:ext cx="7071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EC4A9E-2FAD-B84F-845A-90C225D62275}"/>
              </a:ext>
            </a:extLst>
          </p:cNvPr>
          <p:cNvCxnSpPr>
            <a:cxnSpLocks/>
            <a:stCxn id="111" idx="2"/>
            <a:endCxn id="88" idx="0"/>
          </p:cNvCxnSpPr>
          <p:nvPr userDrawn="1"/>
        </p:nvCxnSpPr>
        <p:spPr>
          <a:xfrm flipH="1">
            <a:off x="3546975" y="3975999"/>
            <a:ext cx="10533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DB9792-D224-7BB3-6969-BEA9605CA514}"/>
              </a:ext>
            </a:extLst>
          </p:cNvPr>
          <p:cNvCxnSpPr>
            <a:cxnSpLocks/>
          </p:cNvCxnSpPr>
          <p:nvPr userDrawn="1"/>
        </p:nvCxnSpPr>
        <p:spPr>
          <a:xfrm>
            <a:off x="8640317" y="3946744"/>
            <a:ext cx="0" cy="53358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606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9088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3904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0138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638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9532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094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1464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181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882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799088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8743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2470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2267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1848407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517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64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53760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99531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4779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61931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8084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1111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827CE033-8984-48E6-AE68-E518DC9CE09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98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64719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1F81-6C56-2412-61FC-502C8EC2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440ED7-CA08-1D0C-4035-F650E9344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58BE4C-F608-A631-965D-AEE48EB3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Marketing Stakeholders</a:t>
            </a:r>
            <a:endParaRPr lang="en-GB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6BCEE8-579B-3901-B9F8-04AF9CEE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D2E6E3-0143-9095-FC81-21881D84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0552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5255-192E-CCFF-51DB-820FFBB0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BF0596-4181-0B0E-B258-AC938AFA6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912" y="1561799"/>
            <a:ext cx="11170023" cy="458086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BDF969-93AC-DC88-5C41-347984E4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02936-D0DF-7508-88D8-071DD7FC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Our Group Function Stakeholders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2A8B25-03BA-8D9C-E6A0-F1FC6040A564}"/>
              </a:ext>
            </a:extLst>
          </p:cNvPr>
          <p:cNvSpPr/>
          <p:nvPr/>
        </p:nvSpPr>
        <p:spPr>
          <a:xfrm>
            <a:off x="1038280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910EBC7-85C6-6566-2946-DD84B91EE46E}"/>
              </a:ext>
            </a:extLst>
          </p:cNvPr>
          <p:cNvSpPr/>
          <p:nvPr/>
        </p:nvSpPr>
        <p:spPr>
          <a:xfrm>
            <a:off x="9289916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A36C8F3-0AC0-EE85-0415-32D4C9CF396F}"/>
              </a:ext>
            </a:extLst>
          </p:cNvPr>
          <p:cNvSpPr/>
          <p:nvPr/>
        </p:nvSpPr>
        <p:spPr>
          <a:xfrm>
            <a:off x="491602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E50776C-27F8-C01F-FDAB-88377216691A}"/>
              </a:ext>
            </a:extLst>
          </p:cNvPr>
          <p:cNvSpPr/>
          <p:nvPr/>
        </p:nvSpPr>
        <p:spPr>
          <a:xfrm>
            <a:off x="4910170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A9DFE62-5C62-59DC-31E8-A19E6A7B00FE}"/>
              </a:ext>
            </a:extLst>
          </p:cNvPr>
          <p:cNvSpPr/>
          <p:nvPr/>
        </p:nvSpPr>
        <p:spPr>
          <a:xfrm>
            <a:off x="928991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45F626B-F1B8-3205-8D83-FAC9BEE5EF6C}"/>
              </a:ext>
            </a:extLst>
          </p:cNvPr>
          <p:cNvSpPr/>
          <p:nvPr/>
        </p:nvSpPr>
        <p:spPr>
          <a:xfrm>
            <a:off x="8195858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5274AE5-8225-0D18-674A-70C4D7357484}"/>
              </a:ext>
            </a:extLst>
          </p:cNvPr>
          <p:cNvSpPr/>
          <p:nvPr/>
        </p:nvSpPr>
        <p:spPr>
          <a:xfrm>
            <a:off x="8195858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8854052-B95C-AE47-3202-05F6996FA83F}"/>
              </a:ext>
            </a:extLst>
          </p:cNvPr>
          <p:cNvSpPr/>
          <p:nvPr/>
        </p:nvSpPr>
        <p:spPr>
          <a:xfrm>
            <a:off x="7102971" y="9216844"/>
            <a:ext cx="1092886" cy="11713"/>
          </a:xfrm>
          <a:custGeom>
            <a:avLst/>
            <a:gdLst>
              <a:gd name="connsiteX0" fmla="*/ 0 w 1092886"/>
              <a:gd name="connsiteY0" fmla="*/ 0 h 11713"/>
              <a:gd name="connsiteX1" fmla="*/ 1092887 w 1092886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886" h="11713">
                <a:moveTo>
                  <a:pt x="0" y="0"/>
                </a:moveTo>
                <a:lnTo>
                  <a:pt x="1092887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5872A86-F453-6F40-95FB-7DC7643277EC}"/>
              </a:ext>
            </a:extLst>
          </p:cNvPr>
          <p:cNvSpPr/>
          <p:nvPr/>
        </p:nvSpPr>
        <p:spPr>
          <a:xfrm>
            <a:off x="600891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0045A3E-8B5C-B0AA-B3DC-2C1DCC58DEBC}"/>
              </a:ext>
            </a:extLst>
          </p:cNvPr>
          <p:cNvSpPr/>
          <p:nvPr/>
        </p:nvSpPr>
        <p:spPr>
          <a:xfrm>
            <a:off x="7102971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9318F41-075E-4457-2928-DEC976606354}"/>
              </a:ext>
            </a:extLst>
          </p:cNvPr>
          <p:cNvSpPr/>
          <p:nvPr/>
        </p:nvSpPr>
        <p:spPr>
          <a:xfrm>
            <a:off x="6008913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940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B683-1598-BD0B-EACF-61B93A25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315829D-A963-A2D9-65AF-682602329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138" y="1561799"/>
            <a:ext cx="10957571" cy="458086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35C158-0565-A92F-200E-B4433AB8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064139-9B2C-F3BF-5EE3-A2437C35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Arial"/>
              </a:rPr>
              <a:t>Some of our key stakeholders around the world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29E170A-EC1A-2968-C197-7EC42D285275}"/>
              </a:ext>
            </a:extLst>
          </p:cNvPr>
          <p:cNvSpPr/>
          <p:nvPr/>
        </p:nvSpPr>
        <p:spPr>
          <a:xfrm>
            <a:off x="1038280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F37AA2-A7F8-C4F5-02FC-14C1879422E8}"/>
              </a:ext>
            </a:extLst>
          </p:cNvPr>
          <p:cNvSpPr/>
          <p:nvPr/>
        </p:nvSpPr>
        <p:spPr>
          <a:xfrm>
            <a:off x="9289916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80BB0F7-883E-808B-429B-53AEB7880EDF}"/>
              </a:ext>
            </a:extLst>
          </p:cNvPr>
          <p:cNvSpPr/>
          <p:nvPr/>
        </p:nvSpPr>
        <p:spPr>
          <a:xfrm>
            <a:off x="491602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E7C3B3D-85C0-FB70-6DCF-2AF481DBBB53}"/>
              </a:ext>
            </a:extLst>
          </p:cNvPr>
          <p:cNvSpPr/>
          <p:nvPr/>
        </p:nvSpPr>
        <p:spPr>
          <a:xfrm>
            <a:off x="4910170" y="9216844"/>
            <a:ext cx="1098743" cy="11713"/>
          </a:xfrm>
          <a:custGeom>
            <a:avLst/>
            <a:gdLst>
              <a:gd name="connsiteX0" fmla="*/ 0 w 1098743"/>
              <a:gd name="connsiteY0" fmla="*/ 0 h 11713"/>
              <a:gd name="connsiteX1" fmla="*/ 1098744 w 1098743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8743" h="11713">
                <a:moveTo>
                  <a:pt x="0" y="0"/>
                </a:moveTo>
                <a:lnTo>
                  <a:pt x="1098744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52CCBE5-E67B-C6A6-D7AC-A00B5ECE8FE7}"/>
              </a:ext>
            </a:extLst>
          </p:cNvPr>
          <p:cNvSpPr/>
          <p:nvPr/>
        </p:nvSpPr>
        <p:spPr>
          <a:xfrm>
            <a:off x="9289916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22D198F-3911-C2B1-ACC3-00E3B47A63F3}"/>
              </a:ext>
            </a:extLst>
          </p:cNvPr>
          <p:cNvSpPr/>
          <p:nvPr/>
        </p:nvSpPr>
        <p:spPr>
          <a:xfrm>
            <a:off x="8195858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D409AC3-0C0B-DDCF-239E-2B0D178DCC80}"/>
              </a:ext>
            </a:extLst>
          </p:cNvPr>
          <p:cNvSpPr/>
          <p:nvPr/>
        </p:nvSpPr>
        <p:spPr>
          <a:xfrm>
            <a:off x="8195858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DBE4D0F-609B-1710-46BE-571B5BE84E52}"/>
              </a:ext>
            </a:extLst>
          </p:cNvPr>
          <p:cNvSpPr/>
          <p:nvPr/>
        </p:nvSpPr>
        <p:spPr>
          <a:xfrm>
            <a:off x="7102971" y="9216844"/>
            <a:ext cx="1092886" cy="11713"/>
          </a:xfrm>
          <a:custGeom>
            <a:avLst/>
            <a:gdLst>
              <a:gd name="connsiteX0" fmla="*/ 0 w 1092886"/>
              <a:gd name="connsiteY0" fmla="*/ 0 h 11713"/>
              <a:gd name="connsiteX1" fmla="*/ 1092887 w 1092886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886" h="11713">
                <a:moveTo>
                  <a:pt x="0" y="0"/>
                </a:moveTo>
                <a:lnTo>
                  <a:pt x="1092887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9954D48-5384-B6FA-D8DB-ADE2D6CBA788}"/>
              </a:ext>
            </a:extLst>
          </p:cNvPr>
          <p:cNvSpPr/>
          <p:nvPr/>
        </p:nvSpPr>
        <p:spPr>
          <a:xfrm>
            <a:off x="6008913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98CE16F-A18F-E17C-CFC6-94FC03F31D8C}"/>
              </a:ext>
            </a:extLst>
          </p:cNvPr>
          <p:cNvSpPr/>
          <p:nvPr/>
        </p:nvSpPr>
        <p:spPr>
          <a:xfrm>
            <a:off x="7102971" y="8702613"/>
            <a:ext cx="11713" cy="508373"/>
          </a:xfrm>
          <a:custGeom>
            <a:avLst/>
            <a:gdLst>
              <a:gd name="connsiteX0" fmla="*/ 0 w 11713"/>
              <a:gd name="connsiteY0" fmla="*/ 508374 h 508373"/>
              <a:gd name="connsiteX1" fmla="*/ 0 w 11713"/>
              <a:gd name="connsiteY1" fmla="*/ 0 h 50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13" h="508373">
                <a:moveTo>
                  <a:pt x="0" y="508374"/>
                </a:moveTo>
                <a:lnTo>
                  <a:pt x="0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32C65D1-40A8-A6FF-AB9F-0D5F38EB2A6C}"/>
              </a:ext>
            </a:extLst>
          </p:cNvPr>
          <p:cNvSpPr/>
          <p:nvPr/>
        </p:nvSpPr>
        <p:spPr>
          <a:xfrm>
            <a:off x="6008913" y="9216844"/>
            <a:ext cx="1094058" cy="11713"/>
          </a:xfrm>
          <a:custGeom>
            <a:avLst/>
            <a:gdLst>
              <a:gd name="connsiteX0" fmla="*/ 0 w 1094058"/>
              <a:gd name="connsiteY0" fmla="*/ 0 h 11713"/>
              <a:gd name="connsiteX1" fmla="*/ 1094058 w 1094058"/>
              <a:gd name="connsiteY1" fmla="*/ 0 h 11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4058" h="11713">
                <a:moveTo>
                  <a:pt x="0" y="0"/>
                </a:moveTo>
                <a:lnTo>
                  <a:pt x="1094058" y="0"/>
                </a:lnTo>
              </a:path>
            </a:pathLst>
          </a:custGeom>
          <a:ln w="11701" cap="flat">
            <a:solidFill>
              <a:srgbClr val="E5F4FB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1800" b="0" i="0" u="none" strike="noStrike" kern="1200" cap="none" spc="0" normalizeH="0" baseline="0" noProof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7396052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2.xml><?xml version="1.0" encoding="utf-8"?>
<a:theme xmlns:a="http://schemas.openxmlformats.org/drawingml/2006/main" name="1_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34A94-4C42-4A22-82FD-D57CC7895F08}"/>
</file>

<file path=customXml/itemProps2.xml><?xml version="1.0" encoding="utf-8"?>
<ds:datastoreItem xmlns:ds="http://schemas.openxmlformats.org/officeDocument/2006/customXml" ds:itemID="{46373A6C-AA7C-40D6-9F3C-3A64C8BE1B7A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06cb7051-c7c6-44c0-af61-9813c784cbe1"/>
    <ds:schemaRef ds:uri="3cdbaa95-48e7-4af6-ba46-b4955525a9b2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902F472-6351-4B2E-883B-2268882070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11822</TotalTime>
  <Words>491</Words>
  <Application>Microsoft Office PowerPoint</Application>
  <PresentationFormat>Widescreen</PresentationFormat>
  <Paragraphs>183</Paragraphs>
  <Slides>18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BioMar</vt:lpstr>
      <vt:lpstr>1_BioMar</vt:lpstr>
      <vt:lpstr>Global and Group Marketing</vt:lpstr>
      <vt:lpstr>What is Global Marketing and Branding</vt:lpstr>
      <vt:lpstr>Our 3 working areas</vt:lpstr>
      <vt:lpstr>Marketing Organisation</vt:lpstr>
      <vt:lpstr>Global Marketing</vt:lpstr>
      <vt:lpstr>PowerPoint Presentation</vt:lpstr>
      <vt:lpstr>Marketing Stakeholders</vt:lpstr>
      <vt:lpstr>Our Group Function Stakeholders</vt:lpstr>
      <vt:lpstr>Some of our key stakeholders around the world</vt:lpstr>
      <vt:lpstr>Marketing Meetings</vt:lpstr>
      <vt:lpstr>Regular meetings</vt:lpstr>
      <vt:lpstr>Special meetings</vt:lpstr>
      <vt:lpstr>How we communicate</vt:lpstr>
      <vt:lpstr>Channels</vt:lpstr>
      <vt:lpstr>Global Marketing Plan </vt:lpstr>
      <vt:lpstr>Global </vt:lpstr>
      <vt:lpstr>Budgets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Marketing 2023</dc:title>
  <dc:creator>Katherine Bryar</dc:creator>
  <cp:lastModifiedBy>Matthew Evans</cp:lastModifiedBy>
  <cp:revision>129</cp:revision>
  <dcterms:created xsi:type="dcterms:W3CDTF">2022-10-12T07:45:40Z</dcterms:created>
  <dcterms:modified xsi:type="dcterms:W3CDTF">2026-06-16T07:51:18Z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