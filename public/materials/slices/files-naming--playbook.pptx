
<file path=[Content_Types].xml><?xml version="1.0" encoding="utf-8"?>
<Types xmlns="http://schemas.openxmlformats.org/package/2006/content-types"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</p:sldMasterIdLst>
  <p:notesMasterIdLst>
    <p:notesMasterId r:id="rId32"/>
  </p:notesMasterIdLst>
  <p:sldIdLst>
    <p:sldId id="386" r:id="rId19"/>
    <p:sldId id="401" r:id="rId20"/>
    <p:sldId id="266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92929"/>
    <a:srgbClr val="F6F6F5"/>
    <a:srgbClr val="9D9D9C"/>
    <a:srgbClr val="1F3E77"/>
    <a:srgbClr val="87878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72833802-FEF1-4C79-8D5D-14CF1EAF98D9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D113A9D2-9D6B-4929-AA2D-F23B5EE8CBE7}" styleName="Themed Style 2 -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18603FDC-E32A-4AB5-989C-0864C3EAD2B8}" styleName="Themed Style 2 - Accent 2">
    <a:tblBg>
      <a:fillRef idx="3">
        <a:schemeClr val="accent2"/>
      </a:fillRef>
      <a:effectRef idx="3">
        <a:schemeClr val="accent2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2">
                <a:tint val="50000"/>
              </a:schemeClr>
            </a:lnRef>
          </a:left>
          <a:right>
            <a:lnRef idx="1">
              <a:schemeClr val="accent2">
                <a:tint val="50000"/>
              </a:schemeClr>
            </a:lnRef>
          </a:right>
          <a:top>
            <a:lnRef idx="1">
              <a:schemeClr val="accent2">
                <a:tint val="50000"/>
              </a:schemeClr>
            </a:lnRef>
          </a:top>
          <a:bottom>
            <a:lnRef idx="1">
              <a:schemeClr val="accent2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306799F8-075E-4A3A-A7F6-7FBC6576F1A4}" styleName="Themed Style 2 - Accent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E269D01E-BC32-4049-B463-5C60D7B0CCD2}" styleName="Themed Style 2 - Accent 4">
    <a:tblBg>
      <a:fillRef idx="3">
        <a:schemeClr val="accent4"/>
      </a:fillRef>
      <a:effectRef idx="3">
        <a:schemeClr val="accent4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4">
                <a:tint val="50000"/>
              </a:schemeClr>
            </a:lnRef>
          </a:left>
          <a:right>
            <a:lnRef idx="1">
              <a:schemeClr val="accent4">
                <a:tint val="50000"/>
              </a:schemeClr>
            </a:lnRef>
          </a:right>
          <a:top>
            <a:lnRef idx="1">
              <a:schemeClr val="accent4">
                <a:tint val="50000"/>
              </a:schemeClr>
            </a:lnRef>
          </a:top>
          <a:bottom>
            <a:lnRef idx="1">
              <a:schemeClr val="accent4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327F97BB-C833-4FB7-BDE5-3F7075034690}" styleName="Themed Style 2 - Accent 5">
    <a:tblBg>
      <a:fillRef idx="3">
        <a:schemeClr val="accent5"/>
      </a:fillRef>
      <a:effectRef idx="3">
        <a:schemeClr val="accent5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5">
                <a:tint val="50000"/>
              </a:schemeClr>
            </a:lnRef>
          </a:left>
          <a:right>
            <a:lnRef idx="1">
              <a:schemeClr val="accent5">
                <a:tint val="50000"/>
              </a:schemeClr>
            </a:lnRef>
          </a:right>
          <a:top>
            <a:lnRef idx="1">
              <a:schemeClr val="accent5">
                <a:tint val="50000"/>
              </a:schemeClr>
            </a:lnRef>
          </a:top>
          <a:bottom>
            <a:lnRef idx="1">
              <a:schemeClr val="accent5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638B1855-1B75-4FBE-930C-398BA8C253C6}" styleName="Themed Style 2 - Accent 6">
    <a:tblBg>
      <a:fillRef idx="3">
        <a:schemeClr val="accent6"/>
      </a:fillRef>
      <a:effectRef idx="3">
        <a:schemeClr val="accent6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6">
                <a:tint val="50000"/>
              </a:schemeClr>
            </a:lnRef>
          </a:left>
          <a:right>
            <a:lnRef idx="1">
              <a:schemeClr val="accent6">
                <a:tint val="50000"/>
              </a:schemeClr>
            </a:lnRef>
          </a:right>
          <a:top>
            <a:lnRef idx="1">
              <a:schemeClr val="accent6">
                <a:tint val="50000"/>
              </a:schemeClr>
            </a:lnRef>
          </a:top>
          <a:bottom>
            <a:lnRef idx="1">
              <a:schemeClr val="accent6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988" autoAdjust="0"/>
    <p:restoredTop sz="93931" autoAdjust="0"/>
  </p:normalViewPr>
  <p:slideViewPr>
    <p:cSldViewPr snapToGrid="0">
      <p:cViewPr varScale="1">
        <p:scale>
          <a:sx n="67" d="100"/>
          <a:sy n="67" d="100"/>
        </p:scale>
        <p:origin x="72" y="1460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21" Type="http://schemas.openxmlformats.org/officeDocument/2006/relationships/slide" Target="slides/slide17.xml"/><Relationship Id="rId34" Type="http://schemas.openxmlformats.org/officeDocument/2006/relationships/viewProps" Target="viewProps.xml"/><Relationship Id="rId33" Type="http://schemas.openxmlformats.org/officeDocument/2006/relationships/presProps" Target="presProps.xml"/><Relationship Id="rId2" Type="http://schemas.openxmlformats.org/officeDocument/2006/relationships/customXml" Target="../customXml/item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32" Type="http://schemas.openxmlformats.org/officeDocument/2006/relationships/notesMaster" Target="notesMasters/notesMaster1.xml"/><Relationship Id="rId37" Type="http://schemas.microsoft.com/office/2016/11/relationships/changesInfo" Target="changesInfos/changesInfo1.xml"/><Relationship Id="rId36" Type="http://schemas.openxmlformats.org/officeDocument/2006/relationships/tableStyles" Target="tableStyles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35" Type="http://schemas.openxmlformats.org/officeDocument/2006/relationships/theme" Target="theme/theme1.xml"/><Relationship Id="rId3" Type="http://schemas.openxmlformats.org/officeDocument/2006/relationships/customXml" Target="../customXml/item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Isidora Silva Chiros" userId="0c986419-ce68-48bd-b705-f5a03ec14101" providerId="ADAL" clId="{BCD2818F-01C6-4AA5-A3AE-DDBFA260FF8C}"/>
    <pc:docChg chg="undo custSel addSld delSld modSld sldOrd">
      <pc:chgData name="Isidora Silva Chiros" userId="0c986419-ce68-48bd-b705-f5a03ec14101" providerId="ADAL" clId="{BCD2818F-01C6-4AA5-A3AE-DDBFA260FF8C}" dt="2026-07-23T13:26:52.047" v="4710" actId="47"/>
      <pc:docMkLst>
        <pc:docMk/>
      </pc:docMkLst>
      <pc:sldChg chg="modSp mod">
        <pc:chgData name="Isidora Silva Chiros" userId="0c986419-ce68-48bd-b705-f5a03ec14101" providerId="ADAL" clId="{BCD2818F-01C6-4AA5-A3AE-DDBFA260FF8C}" dt="2026-07-13T16:09:23.340" v="2722" actId="20577"/>
        <pc:sldMkLst>
          <pc:docMk/>
          <pc:sldMk cId="826948893" sldId="258"/>
        </pc:sldMkLst>
        <pc:spChg chg="mod">
          <ac:chgData name="Isidora Silva Chiros" userId="0c986419-ce68-48bd-b705-f5a03ec14101" providerId="ADAL" clId="{BCD2818F-01C6-4AA5-A3AE-DDBFA260FF8C}" dt="2026-07-13T16:09:23.340" v="2722" actId="20577"/>
          <ac:spMkLst>
            <pc:docMk/>
            <pc:sldMk cId="826948893" sldId="258"/>
            <ac:spMk id="6" creationId="{5D55E325-72FC-B37E-7916-9C7E4CCC276A}"/>
          </ac:spMkLst>
        </pc:spChg>
        <pc:spChg chg="mod">
          <ac:chgData name="Isidora Silva Chiros" userId="0c986419-ce68-48bd-b705-f5a03ec14101" providerId="ADAL" clId="{BCD2818F-01C6-4AA5-A3AE-DDBFA260FF8C}" dt="2026-07-13T16:09:10.564" v="2714" actId="20577"/>
          <ac:spMkLst>
            <pc:docMk/>
            <pc:sldMk cId="826948893" sldId="258"/>
            <ac:spMk id="10" creationId="{C06FDFFA-5351-9810-4FDA-57CDB38A95D7}"/>
          </ac:spMkLst>
        </pc:spChg>
      </pc:sldChg>
      <pc:sldChg chg="addSp delSp modSp mod modClrScheme chgLayout">
        <pc:chgData name="Isidora Silva Chiros" userId="0c986419-ce68-48bd-b705-f5a03ec14101" providerId="ADAL" clId="{BCD2818F-01C6-4AA5-A3AE-DDBFA260FF8C}" dt="2026-07-13T15:10:16.104" v="2446" actId="207"/>
        <pc:sldMkLst>
          <pc:docMk/>
          <pc:sldMk cId="2164166890" sldId="259"/>
        </pc:sldMkLst>
        <pc:spChg chg="mod ord">
          <ac:chgData name="Isidora Silva Chiros" userId="0c986419-ce68-48bd-b705-f5a03ec14101" providerId="ADAL" clId="{BCD2818F-01C6-4AA5-A3AE-DDBFA260FF8C}" dt="2026-07-13T15:10:16.104" v="2446" actId="207"/>
          <ac:spMkLst>
            <pc:docMk/>
            <pc:sldMk cId="2164166890" sldId="259"/>
            <ac:spMk id="2" creationId="{46AC298D-F950-B9A7-EBF3-FC594640F5BC}"/>
          </ac:spMkLst>
        </pc:spChg>
        <pc:spChg chg="mod ord">
          <ac:chgData name="Isidora Silva Chiros" userId="0c986419-ce68-48bd-b705-f5a03ec14101" providerId="ADAL" clId="{BCD2818F-01C6-4AA5-A3AE-DDBFA260FF8C}" dt="2026-07-13T15:05:38.391" v="2430" actId="700"/>
          <ac:spMkLst>
            <pc:docMk/>
            <pc:sldMk cId="2164166890" sldId="259"/>
            <ac:spMk id="3" creationId="{D3C8FC7E-7A81-5117-B098-81D61DDCC74E}"/>
          </ac:spMkLst>
        </pc:spChg>
        <pc:spChg chg="mod ord">
          <ac:chgData name="Isidora Silva Chiros" userId="0c986419-ce68-48bd-b705-f5a03ec14101" providerId="ADAL" clId="{BCD2818F-01C6-4AA5-A3AE-DDBFA260FF8C}" dt="2026-07-13T15:05:38.391" v="2430" actId="700"/>
          <ac:spMkLst>
            <pc:docMk/>
            <pc:sldMk cId="2164166890" sldId="259"/>
            <ac:spMk id="4" creationId="{B2775502-F0D5-BA23-D920-360A4C08A58F}"/>
          </ac:spMkLst>
        </pc:spChg>
        <pc:spChg chg="add mod ord">
          <ac:chgData name="Isidora Silva Chiros" userId="0c986419-ce68-48bd-b705-f5a03ec14101" providerId="ADAL" clId="{BCD2818F-01C6-4AA5-A3AE-DDBFA260FF8C}" dt="2026-07-13T15:05:38.391" v="2430" actId="700"/>
          <ac:spMkLst>
            <pc:docMk/>
            <pc:sldMk cId="2164166890" sldId="259"/>
            <ac:spMk id="5" creationId="{591E7441-811F-4057-C106-CAB12FECD3CB}"/>
          </ac:spMkLst>
        </pc:spChg>
        <pc:spChg chg="add mod ord">
          <ac:chgData name="Isidora Silva Chiros" userId="0c986419-ce68-48bd-b705-f5a03ec14101" providerId="ADAL" clId="{BCD2818F-01C6-4AA5-A3AE-DDBFA260FF8C}" dt="2026-07-13T15:05:38.391" v="2430" actId="700"/>
          <ac:spMkLst>
            <pc:docMk/>
            <pc:sldMk cId="2164166890" sldId="259"/>
            <ac:spMk id="6" creationId="{22F1F8F0-3C9E-EECB-7CCE-25F95E9AF23B}"/>
          </ac:spMkLst>
        </pc:spChg>
        <pc:picChg chg="add mod">
          <ac:chgData name="Isidora Silva Chiros" userId="0c986419-ce68-48bd-b705-f5a03ec14101" providerId="ADAL" clId="{BCD2818F-01C6-4AA5-A3AE-DDBFA260FF8C}" dt="2026-07-13T15:07:27.850" v="2442" actId="1076"/>
          <ac:picMkLst>
            <pc:docMk/>
            <pc:sldMk cId="2164166890" sldId="259"/>
            <ac:picMk id="10" creationId="{436A50AF-39E9-CDF9-EB66-7D2498BD1682}"/>
          </ac:picMkLst>
        </pc:picChg>
      </pc:sldChg>
      <pc:sldChg chg="addSp modSp mod modClrScheme modAnim chgLayout">
        <pc:chgData name="Isidora Silva Chiros" userId="0c986419-ce68-48bd-b705-f5a03ec14101" providerId="ADAL" clId="{BCD2818F-01C6-4AA5-A3AE-DDBFA260FF8C}" dt="2026-07-13T15:39:29.433" v="2528"/>
        <pc:sldMkLst>
          <pc:docMk/>
          <pc:sldMk cId="4171185269" sldId="260"/>
        </pc:sldMkLst>
        <pc:spChg chg="mod ord">
          <ac:chgData name="Isidora Silva Chiros" userId="0c986419-ce68-48bd-b705-f5a03ec14101" providerId="ADAL" clId="{BCD2818F-01C6-4AA5-A3AE-DDBFA260FF8C}" dt="2026-07-13T15:31:01.589" v="2488" actId="255"/>
          <ac:spMkLst>
            <pc:docMk/>
            <pc:sldMk cId="4171185269" sldId="260"/>
            <ac:spMk id="2" creationId="{131B77E5-B783-3C93-9C03-135EA16DEA25}"/>
          </ac:spMkLst>
        </pc:spChg>
        <pc:spChg chg="mod ord">
          <ac:chgData name="Isidora Silva Chiros" userId="0c986419-ce68-48bd-b705-f5a03ec14101" providerId="ADAL" clId="{BCD2818F-01C6-4AA5-A3AE-DDBFA260FF8C}" dt="2026-07-13T15:28:41.606" v="2447" actId="700"/>
          <ac:spMkLst>
            <pc:docMk/>
            <pc:sldMk cId="4171185269" sldId="260"/>
            <ac:spMk id="3" creationId="{B29E65B8-EAEB-652E-5275-7DBF4BC83C0A}"/>
          </ac:spMkLst>
        </pc:spChg>
        <pc:spChg chg="mod ord">
          <ac:chgData name="Isidora Silva Chiros" userId="0c986419-ce68-48bd-b705-f5a03ec14101" providerId="ADAL" clId="{BCD2818F-01C6-4AA5-A3AE-DDBFA260FF8C}" dt="2026-07-13T15:28:41.606" v="2447" actId="700"/>
          <ac:spMkLst>
            <pc:docMk/>
            <pc:sldMk cId="4171185269" sldId="260"/>
            <ac:spMk id="4" creationId="{65439F95-18C7-A570-09EA-2EE3B1CBA87D}"/>
          </ac:spMkLst>
        </pc:spChg>
        <pc:spChg chg="add mod ord">
          <ac:chgData name="Isidora Silva Chiros" userId="0c986419-ce68-48bd-b705-f5a03ec14101" providerId="ADAL" clId="{BCD2818F-01C6-4AA5-A3AE-DDBFA260FF8C}" dt="2026-07-13T15:28:41.606" v="2447" actId="700"/>
          <ac:spMkLst>
            <pc:docMk/>
            <pc:sldMk cId="4171185269" sldId="260"/>
            <ac:spMk id="5" creationId="{BD342B5B-0B05-10DE-A8FA-C197C1F7509B}"/>
          </ac:spMkLst>
        </pc:spChg>
        <pc:spChg chg="add mod ord">
          <ac:chgData name="Isidora Silva Chiros" userId="0c986419-ce68-48bd-b705-f5a03ec14101" providerId="ADAL" clId="{BCD2818F-01C6-4AA5-A3AE-DDBFA260FF8C}" dt="2026-07-13T15:28:41.606" v="2447" actId="700"/>
          <ac:spMkLst>
            <pc:docMk/>
            <pc:sldMk cId="4171185269" sldId="260"/>
            <ac:spMk id="6" creationId="{8F9FD07F-7D9A-74CB-6E3A-7DF69AE798B4}"/>
          </ac:spMkLst>
        </pc:spChg>
        <pc:spChg chg="add mod">
          <ac:chgData name="Isidora Silva Chiros" userId="0c986419-ce68-48bd-b705-f5a03ec14101" providerId="ADAL" clId="{BCD2818F-01C6-4AA5-A3AE-DDBFA260FF8C}" dt="2026-07-13T15:37:03.857" v="2500" actId="1076"/>
          <ac:spMkLst>
            <pc:docMk/>
            <pc:sldMk cId="4171185269" sldId="260"/>
            <ac:spMk id="11" creationId="{EB45E45B-5D97-16A1-5613-C89C2C043B85}"/>
          </ac:spMkLst>
        </pc:spChg>
        <pc:spChg chg="add mod">
          <ac:chgData name="Isidora Silva Chiros" userId="0c986419-ce68-48bd-b705-f5a03ec14101" providerId="ADAL" clId="{BCD2818F-01C6-4AA5-A3AE-DDBFA260FF8C}" dt="2026-07-13T15:37:07.633" v="2501" actId="571"/>
          <ac:spMkLst>
            <pc:docMk/>
            <pc:sldMk cId="4171185269" sldId="260"/>
            <ac:spMk id="12" creationId="{819C539D-89EA-3E83-F068-2116B52C6DD9}"/>
          </ac:spMkLst>
        </pc:spChg>
        <pc:spChg chg="add mod">
          <ac:chgData name="Isidora Silva Chiros" userId="0c986419-ce68-48bd-b705-f5a03ec14101" providerId="ADAL" clId="{BCD2818F-01C6-4AA5-A3AE-DDBFA260FF8C}" dt="2026-07-13T15:38:10.873" v="2514" actId="207"/>
          <ac:spMkLst>
            <pc:docMk/>
            <pc:sldMk cId="4171185269" sldId="260"/>
            <ac:spMk id="14" creationId="{AF908618-E765-A5F9-866E-AC3C477DE523}"/>
          </ac:spMkLst>
        </pc:spChg>
        <pc:spChg chg="add mod">
          <ac:chgData name="Isidora Silva Chiros" userId="0c986419-ce68-48bd-b705-f5a03ec14101" providerId="ADAL" clId="{BCD2818F-01C6-4AA5-A3AE-DDBFA260FF8C}" dt="2026-07-13T15:38:04.668" v="2512" actId="1035"/>
          <ac:spMkLst>
            <pc:docMk/>
            <pc:sldMk cId="4171185269" sldId="260"/>
            <ac:spMk id="15" creationId="{219FB3BB-14E6-CE9C-6415-16C67303D5C7}"/>
          </ac:spMkLst>
        </pc:spChg>
        <pc:spChg chg="add mod">
          <ac:chgData name="Isidora Silva Chiros" userId="0c986419-ce68-48bd-b705-f5a03ec14101" providerId="ADAL" clId="{BCD2818F-01C6-4AA5-A3AE-DDBFA260FF8C}" dt="2026-07-13T15:38:07.475" v="2513" actId="571"/>
          <ac:spMkLst>
            <pc:docMk/>
            <pc:sldMk cId="4171185269" sldId="260"/>
            <ac:spMk id="16" creationId="{2F05E113-FAB6-CF6B-1C1D-E4752D904EDF}"/>
          </ac:spMkLst>
        </pc:spChg>
        <pc:spChg chg="add mod">
          <ac:chgData name="Isidora Silva Chiros" userId="0c986419-ce68-48bd-b705-f5a03ec14101" providerId="ADAL" clId="{BCD2818F-01C6-4AA5-A3AE-DDBFA260FF8C}" dt="2026-07-13T15:38:16.472" v="2516" actId="207"/>
          <ac:spMkLst>
            <pc:docMk/>
            <pc:sldMk cId="4171185269" sldId="260"/>
            <ac:spMk id="17" creationId="{8E513C7F-340B-71F4-31E4-609EEDBC1C1E}"/>
          </ac:spMkLst>
        </pc:spChg>
        <pc:spChg chg="add mod">
          <ac:chgData name="Isidora Silva Chiros" userId="0c986419-ce68-48bd-b705-f5a03ec14101" providerId="ADAL" clId="{BCD2818F-01C6-4AA5-A3AE-DDBFA260FF8C}" dt="2026-07-13T15:38:23.537" v="2517" actId="571"/>
          <ac:spMkLst>
            <pc:docMk/>
            <pc:sldMk cId="4171185269" sldId="260"/>
            <ac:spMk id="18" creationId="{A2FB304C-E186-7F80-B06C-D9AEC78888C0}"/>
          </ac:spMkLst>
        </pc:spChg>
        <pc:spChg chg="add mod">
          <ac:chgData name="Isidora Silva Chiros" userId="0c986419-ce68-48bd-b705-f5a03ec14101" providerId="ADAL" clId="{BCD2818F-01C6-4AA5-A3AE-DDBFA260FF8C}" dt="2026-07-13T15:38:25.852" v="2518" actId="571"/>
          <ac:spMkLst>
            <pc:docMk/>
            <pc:sldMk cId="4171185269" sldId="260"/>
            <ac:spMk id="19" creationId="{70F6CE12-6BE8-37B3-757A-525F498342AA}"/>
          </ac:spMkLst>
        </pc:spChg>
        <pc:spChg chg="add mod">
          <ac:chgData name="Isidora Silva Chiros" userId="0c986419-ce68-48bd-b705-f5a03ec14101" providerId="ADAL" clId="{BCD2818F-01C6-4AA5-A3AE-DDBFA260FF8C}" dt="2026-07-13T15:38:28.553" v="2519" actId="571"/>
          <ac:spMkLst>
            <pc:docMk/>
            <pc:sldMk cId="4171185269" sldId="260"/>
            <ac:spMk id="20" creationId="{BE97C96A-806A-F5E5-C5C6-EAF4F7C1E6BD}"/>
          </ac:spMkLst>
        </pc:spChg>
        <pc:spChg chg="add mod">
          <ac:chgData name="Isidora Silva Chiros" userId="0c986419-ce68-48bd-b705-f5a03ec14101" providerId="ADAL" clId="{BCD2818F-01C6-4AA5-A3AE-DDBFA260FF8C}" dt="2026-07-13T15:38:44.810" v="2521" actId="207"/>
          <ac:spMkLst>
            <pc:docMk/>
            <pc:sldMk cId="4171185269" sldId="260"/>
            <ac:spMk id="21" creationId="{E32FAE34-B5A8-9A3B-3665-4D4355D67E0F}"/>
          </ac:spMkLst>
        </pc:spChg>
        <pc:spChg chg="add mod">
          <ac:chgData name="Isidora Silva Chiros" userId="0c986419-ce68-48bd-b705-f5a03ec14101" providerId="ADAL" clId="{BCD2818F-01C6-4AA5-A3AE-DDBFA260FF8C}" dt="2026-07-13T15:38:50.786" v="2522" actId="571"/>
          <ac:spMkLst>
            <pc:docMk/>
            <pc:sldMk cId="4171185269" sldId="260"/>
            <ac:spMk id="22" creationId="{33259CC9-D15F-0CAF-2877-F9FEFFFE6DEA}"/>
          </ac:spMkLst>
        </pc:spChg>
        <pc:spChg chg="add mod">
          <ac:chgData name="Isidora Silva Chiros" userId="0c986419-ce68-48bd-b705-f5a03ec14101" providerId="ADAL" clId="{BCD2818F-01C6-4AA5-A3AE-DDBFA260FF8C}" dt="2026-07-13T15:38:53.891" v="2523" actId="571"/>
          <ac:spMkLst>
            <pc:docMk/>
            <pc:sldMk cId="4171185269" sldId="260"/>
            <ac:spMk id="23" creationId="{982F733D-DA45-5DC0-9CBA-F1E80BAE41DB}"/>
          </ac:spMkLst>
        </pc:spChg>
        <pc:spChg chg="add mod">
          <ac:chgData name="Isidora Silva Chiros" userId="0c986419-ce68-48bd-b705-f5a03ec14101" providerId="ADAL" clId="{BCD2818F-01C6-4AA5-A3AE-DDBFA260FF8C}" dt="2026-07-13T15:39:00.154" v="2524" actId="571"/>
          <ac:spMkLst>
            <pc:docMk/>
            <pc:sldMk cId="4171185269" sldId="260"/>
            <ac:spMk id="24" creationId="{D76C9E3B-1578-53CF-A24B-1157192B9944}"/>
          </ac:spMkLst>
        </pc:spChg>
        <pc:picChg chg="add mod">
          <ac:chgData name="Isidora Silva Chiros" userId="0c986419-ce68-48bd-b705-f5a03ec14101" providerId="ADAL" clId="{BCD2818F-01C6-4AA5-A3AE-DDBFA260FF8C}" dt="2026-07-13T15:36:11.738" v="2496" actId="1076"/>
          <ac:picMkLst>
            <pc:docMk/>
            <pc:sldMk cId="4171185269" sldId="260"/>
            <ac:picMk id="8" creationId="{FA527E05-3F3D-4644-0865-A526EC034C4C}"/>
          </ac:picMkLst>
        </pc:picChg>
        <pc:picChg chg="add mod">
          <ac:chgData name="Isidora Silva Chiros" userId="0c986419-ce68-48bd-b705-f5a03ec14101" providerId="ADAL" clId="{BCD2818F-01C6-4AA5-A3AE-DDBFA260FF8C}" dt="2026-07-13T15:36:11.738" v="2496" actId="1076"/>
          <ac:picMkLst>
            <pc:docMk/>
            <pc:sldMk cId="4171185269" sldId="260"/>
            <ac:picMk id="10" creationId="{29E8867F-EC62-C7C6-5242-2C46CF6FEA1E}"/>
          </ac:picMkLst>
        </pc:picChg>
      </pc:sldChg>
      <pc:sldChg chg="addSp delSp modSp mod modClrScheme chgLayout">
        <pc:chgData name="Isidora Silva Chiros" userId="0c986419-ce68-48bd-b705-f5a03ec14101" providerId="ADAL" clId="{BCD2818F-01C6-4AA5-A3AE-DDBFA260FF8C}" dt="2026-07-13T16:19:24.595" v="2785" actId="478"/>
        <pc:sldMkLst>
          <pc:docMk/>
          <pc:sldMk cId="2120678631" sldId="262"/>
        </pc:sldMkLst>
        <pc:spChg chg="mod ord">
          <ac:chgData name="Isidora Silva Chiros" userId="0c986419-ce68-48bd-b705-f5a03ec14101" providerId="ADAL" clId="{BCD2818F-01C6-4AA5-A3AE-DDBFA260FF8C}" dt="2026-07-13T16:13:34.665" v="2764" actId="700"/>
          <ac:spMkLst>
            <pc:docMk/>
            <pc:sldMk cId="2120678631" sldId="262"/>
            <ac:spMk id="3" creationId="{22278239-429E-7FC3-78E5-E185AC1198A7}"/>
          </ac:spMkLst>
        </pc:spChg>
        <pc:spChg chg="mod ord">
          <ac:chgData name="Isidora Silva Chiros" userId="0c986419-ce68-48bd-b705-f5a03ec14101" providerId="ADAL" clId="{BCD2818F-01C6-4AA5-A3AE-DDBFA260FF8C}" dt="2026-07-13T16:13:34.665" v="2764" actId="700"/>
          <ac:spMkLst>
            <pc:docMk/>
            <pc:sldMk cId="2120678631" sldId="262"/>
            <ac:spMk id="4" creationId="{DAD25907-56BE-6E49-9890-C6F3FF9DBDFF}"/>
          </ac:spMkLst>
        </pc:spChg>
        <pc:spChg chg="add mod ord">
          <ac:chgData name="Isidora Silva Chiros" userId="0c986419-ce68-48bd-b705-f5a03ec14101" providerId="ADAL" clId="{BCD2818F-01C6-4AA5-A3AE-DDBFA260FF8C}" dt="2026-07-13T16:13:34.665" v="2764" actId="700"/>
          <ac:spMkLst>
            <pc:docMk/>
            <pc:sldMk cId="2120678631" sldId="262"/>
            <ac:spMk id="7" creationId="{20F31098-1D6E-D77B-CD0C-B853189D3302}"/>
          </ac:spMkLst>
        </pc:spChg>
        <pc:spChg chg="add mod">
          <ac:chgData name="Isidora Silva Chiros" userId="0c986419-ce68-48bd-b705-f5a03ec14101" providerId="ADAL" clId="{BCD2818F-01C6-4AA5-A3AE-DDBFA260FF8C}" dt="2026-07-13T16:14:31.719" v="2773" actId="207"/>
          <ac:spMkLst>
            <pc:docMk/>
            <pc:sldMk cId="2120678631" sldId="262"/>
            <ac:spMk id="8" creationId="{B45BA03A-CD57-713E-0E6C-27FB6CC5594C}"/>
          </ac:spMkLst>
        </pc:spChg>
        <pc:spChg chg="add mod">
          <ac:chgData name="Isidora Silva Chiros" userId="0c986419-ce68-48bd-b705-f5a03ec14101" providerId="ADAL" clId="{BCD2818F-01C6-4AA5-A3AE-DDBFA260FF8C}" dt="2026-07-13T16:19:20.288" v="2784" actId="207"/>
          <ac:spMkLst>
            <pc:docMk/>
            <pc:sldMk cId="2120678631" sldId="262"/>
            <ac:spMk id="9" creationId="{A710AF31-8626-19AE-2F06-0F27982E559A}"/>
          </ac:spMkLst>
        </pc:spChg>
        <pc:picChg chg="add mod">
          <ac:chgData name="Isidora Silva Chiros" userId="0c986419-ce68-48bd-b705-f5a03ec14101" providerId="ADAL" clId="{BCD2818F-01C6-4AA5-A3AE-DDBFA260FF8C}" dt="2026-07-13T16:13:49.538" v="2767" actId="14100"/>
          <ac:picMkLst>
            <pc:docMk/>
            <pc:sldMk cId="2120678631" sldId="262"/>
            <ac:picMk id="6" creationId="{528B2605-3BAF-B783-BB43-D440EE42F086}"/>
          </ac:picMkLst>
        </pc:picChg>
      </pc:sldChg>
      <pc:sldChg chg="addSp delSp modSp new mod modClrScheme chgLayout">
        <pc:chgData name="Isidora Silva Chiros" userId="0c986419-ce68-48bd-b705-f5a03ec14101" providerId="ADAL" clId="{BCD2818F-01C6-4AA5-A3AE-DDBFA260FF8C}" dt="2026-07-21T15:36:02.262" v="3333" actId="207"/>
        <pc:sldMkLst>
          <pc:docMk/>
          <pc:sldMk cId="3971146032" sldId="266"/>
        </pc:sldMkLst>
        <pc:spChg chg="mod ord">
          <ac:chgData name="Isidora Silva Chiros" userId="0c986419-ce68-48bd-b705-f5a03ec14101" providerId="ADAL" clId="{BCD2818F-01C6-4AA5-A3AE-DDBFA260FF8C}" dt="2026-07-21T15:33:51.835" v="3301" actId="700"/>
          <ac:spMkLst>
            <pc:docMk/>
            <pc:sldMk cId="3971146032" sldId="266"/>
            <ac:spMk id="2" creationId="{1546C458-1E1D-8585-1330-75C1F11283BB}"/>
          </ac:spMkLst>
        </pc:spChg>
        <pc:spChg chg="mod ord">
          <ac:chgData name="Isidora Silva Chiros" userId="0c986419-ce68-48bd-b705-f5a03ec14101" providerId="ADAL" clId="{BCD2818F-01C6-4AA5-A3AE-DDBFA260FF8C}" dt="2026-07-21T15:33:51.835" v="3301" actId="700"/>
          <ac:spMkLst>
            <pc:docMk/>
            <pc:sldMk cId="3971146032" sldId="266"/>
            <ac:spMk id="3" creationId="{DBF27F0D-CE09-0E48-9DA9-15D56CB9DBAC}"/>
          </ac:spMkLst>
        </pc:spChg>
        <pc:spChg chg="mod ord">
          <ac:chgData name="Isidora Silva Chiros" userId="0c986419-ce68-48bd-b705-f5a03ec14101" providerId="ADAL" clId="{BCD2818F-01C6-4AA5-A3AE-DDBFA260FF8C}" dt="2026-07-21T15:33:51.853" v="3302" actId="27636"/>
          <ac:spMkLst>
            <pc:docMk/>
            <pc:sldMk cId="3971146032" sldId="266"/>
            <ac:spMk id="4" creationId="{FC192060-7A88-68C2-7D7A-223F7E5C93BA}"/>
          </ac:spMkLst>
        </pc:spChg>
        <pc:spChg chg="add mod ord">
          <ac:chgData name="Isidora Silva Chiros" userId="0c986419-ce68-48bd-b705-f5a03ec14101" providerId="ADAL" clId="{BCD2818F-01C6-4AA5-A3AE-DDBFA260FF8C}" dt="2026-07-21T15:33:51.835" v="3301" actId="700"/>
          <ac:spMkLst>
            <pc:docMk/>
            <pc:sldMk cId="3971146032" sldId="266"/>
            <ac:spMk id="5" creationId="{4AF5326C-2ECE-435F-CDF2-03A02C0CC217}"/>
          </ac:spMkLst>
        </pc:spChg>
        <pc:spChg chg="add mod">
          <ac:chgData name="Isidora Silva Chiros" userId="0c986419-ce68-48bd-b705-f5a03ec14101" providerId="ADAL" clId="{BCD2818F-01C6-4AA5-A3AE-DDBFA260FF8C}" dt="2026-07-21T15:34:45.105" v="3317" actId="165"/>
          <ac:spMkLst>
            <pc:docMk/>
            <pc:sldMk cId="3971146032" sldId="266"/>
            <ac:spMk id="9" creationId="{A814FF22-D4FD-C274-F573-F544B8AEEE3D}"/>
          </ac:spMkLst>
        </pc:spChg>
        <pc:spChg chg="add mod">
          <ac:chgData name="Isidora Silva Chiros" userId="0c986419-ce68-48bd-b705-f5a03ec14101" providerId="ADAL" clId="{BCD2818F-01C6-4AA5-A3AE-DDBFA260FF8C}" dt="2026-07-21T15:34:45.105" v="3317" actId="165"/>
          <ac:spMkLst>
            <pc:docMk/>
            <pc:sldMk cId="3971146032" sldId="266"/>
            <ac:spMk id="10" creationId="{C3FD4869-46F0-0FDD-C8A5-E856AC3FC0BB}"/>
          </ac:spMkLst>
        </pc:spChg>
        <pc:spChg chg="add mod">
          <ac:chgData name="Isidora Silva Chiros" userId="0c986419-ce68-48bd-b705-f5a03ec14101" providerId="ADAL" clId="{BCD2818F-01C6-4AA5-A3AE-DDBFA260FF8C}" dt="2026-07-21T15:34:45.105" v="3317" actId="165"/>
          <ac:spMkLst>
            <pc:docMk/>
            <pc:sldMk cId="3971146032" sldId="266"/>
            <ac:spMk id="11" creationId="{828428E8-0AB5-E7FC-B1F4-87AD2BF50E62}"/>
          </ac:spMkLst>
        </pc:spChg>
        <pc:spChg chg="add mod">
          <ac:chgData name="Isidora Silva Chiros" userId="0c986419-ce68-48bd-b705-f5a03ec14101" providerId="ADAL" clId="{BCD2818F-01C6-4AA5-A3AE-DDBFA260FF8C}" dt="2026-07-21T15:35:55.523" v="3332" actId="14100"/>
          <ac:spMkLst>
            <pc:docMk/>
            <pc:sldMk cId="3971146032" sldId="266"/>
            <ac:spMk id="12" creationId="{8C5A3A0A-0FBD-4389-59CC-AE3AA5461FEA}"/>
          </ac:spMkLst>
        </pc:spChg>
        <pc:spChg chg="add mod ord">
          <ac:chgData name="Isidora Silva Chiros" userId="0c986419-ce68-48bd-b705-f5a03ec14101" providerId="ADAL" clId="{BCD2818F-01C6-4AA5-A3AE-DDBFA260FF8C}" dt="2026-07-21T15:36:02.262" v="3333" actId="207"/>
          <ac:spMkLst>
            <pc:docMk/>
            <pc:sldMk cId="3971146032" sldId="266"/>
            <ac:spMk id="13" creationId="{FB8E416B-ECB8-59FC-6E41-3CCB684FCF93}"/>
          </ac:spMkLst>
        </pc:spChg>
        <pc:spChg chg="add mod">
          <ac:chgData name="Isidora Silva Chiros" userId="0c986419-ce68-48bd-b705-f5a03ec14101" providerId="ADAL" clId="{BCD2818F-01C6-4AA5-A3AE-DDBFA260FF8C}" dt="2026-07-21T15:35:52.029" v="3331" actId="242"/>
          <ac:spMkLst>
            <pc:docMk/>
            <pc:sldMk cId="3971146032" sldId="266"/>
            <ac:spMk id="14" creationId="{D6ED4B17-BA47-F5C8-1F70-339F94757BDB}"/>
          </ac:spMkLst>
        </pc:spChg>
        <pc:spChg chg="add mod">
          <ac:chgData name="Isidora Silva Chiros" userId="0c986419-ce68-48bd-b705-f5a03ec14101" providerId="ADAL" clId="{BCD2818F-01C6-4AA5-A3AE-DDBFA260FF8C}" dt="2026-07-21T15:35:52.029" v="3331" actId="242"/>
          <ac:spMkLst>
            <pc:docMk/>
            <pc:sldMk cId="3971146032" sldId="266"/>
            <ac:spMk id="15" creationId="{F808C77C-3B07-A97A-69EA-E05914417629}"/>
          </ac:spMkLst>
        </pc:spChg>
        <pc:grpChg chg="add mod topLvl">
          <ac:chgData name="Isidora Silva Chiros" userId="0c986419-ce68-48bd-b705-f5a03ec14101" providerId="ADAL" clId="{BCD2818F-01C6-4AA5-A3AE-DDBFA260FF8C}" dt="2026-07-21T15:34:45.105" v="3317" actId="165"/>
          <ac:grpSpMkLst>
            <pc:docMk/>
            <pc:sldMk cId="3971146032" sldId="266"/>
            <ac:grpSpMk id="16" creationId="{E0095EEB-3327-C5CE-B55F-6D69517F1119}"/>
          </ac:grpSpMkLst>
        </pc:grpChg>
        <pc:grpChg chg="add mod topLvl">
          <ac:chgData name="Isidora Silva Chiros" userId="0c986419-ce68-48bd-b705-f5a03ec14101" providerId="ADAL" clId="{BCD2818F-01C6-4AA5-A3AE-DDBFA260FF8C}" dt="2026-07-21T15:34:45.105" v="3317" actId="165"/>
          <ac:grpSpMkLst>
            <pc:docMk/>
            <pc:sldMk cId="3971146032" sldId="266"/>
            <ac:grpSpMk id="17" creationId="{E570A357-9CE6-5357-0DD8-D660A9E8A0B6}"/>
          </ac:grpSpMkLst>
        </pc:grpChg>
        <pc:grpChg chg="add mod topLvl">
          <ac:chgData name="Isidora Silva Chiros" userId="0c986419-ce68-48bd-b705-f5a03ec14101" providerId="ADAL" clId="{BCD2818F-01C6-4AA5-A3AE-DDBFA260FF8C}" dt="2026-07-21T15:34:45.105" v="3317" actId="165"/>
          <ac:grpSpMkLst>
            <pc:docMk/>
            <pc:sldMk cId="3971146032" sldId="266"/>
            <ac:grpSpMk id="18" creationId="{EC6E8714-FAB8-E3F1-421B-BC4438EF4A8A}"/>
          </ac:grpSpMkLst>
        </pc:grpChg>
        <pc:picChg chg="add mod">
          <ac:chgData name="Isidora Silva Chiros" userId="0c986419-ce68-48bd-b705-f5a03ec14101" providerId="ADAL" clId="{BCD2818F-01C6-4AA5-A3AE-DDBFA260FF8C}" dt="2026-07-21T15:34:45.105" v="3317" actId="165"/>
          <ac:picMkLst>
            <pc:docMk/>
            <pc:sldMk cId="3971146032" sldId="266"/>
            <ac:picMk id="6" creationId="{53701BFD-3B71-9E95-FA47-B0DB76A53CEE}"/>
          </ac:picMkLst>
        </pc:picChg>
        <pc:picChg chg="add mod">
          <ac:chgData name="Isidora Silva Chiros" userId="0c986419-ce68-48bd-b705-f5a03ec14101" providerId="ADAL" clId="{BCD2818F-01C6-4AA5-A3AE-DDBFA260FF8C}" dt="2026-07-21T15:34:45.105" v="3317" actId="165"/>
          <ac:picMkLst>
            <pc:docMk/>
            <pc:sldMk cId="3971146032" sldId="266"/>
            <ac:picMk id="7" creationId="{03991C83-6407-1573-0759-C3FF2F16AAA1}"/>
          </ac:picMkLst>
        </pc:picChg>
        <pc:picChg chg="add mod">
          <ac:chgData name="Isidora Silva Chiros" userId="0c986419-ce68-48bd-b705-f5a03ec14101" providerId="ADAL" clId="{BCD2818F-01C6-4AA5-A3AE-DDBFA260FF8C}" dt="2026-07-21T15:34:45.105" v="3317" actId="165"/>
          <ac:picMkLst>
            <pc:docMk/>
            <pc:sldMk cId="3971146032" sldId="266"/>
            <ac:picMk id="8" creationId="{4F9CFFCE-6BFD-FCA0-3C95-9E52237041D9}"/>
          </ac:picMkLst>
        </pc:picChg>
      </pc:sldChg>
      <pc:sldChg chg="addSp modSp new mod">
        <pc:chgData name="Isidora Silva Chiros" userId="0c986419-ce68-48bd-b705-f5a03ec14101" providerId="ADAL" clId="{BCD2818F-01C6-4AA5-A3AE-DDBFA260FF8C}" dt="2026-07-23T13:20:48.952" v="4707" actId="20577"/>
        <pc:sldMkLst>
          <pc:docMk/>
          <pc:sldMk cId="1945863902" sldId="267"/>
        </pc:sldMkLst>
        <pc:spChg chg="mod">
          <ac:chgData name="Isidora Silva Chiros" userId="0c986419-ce68-48bd-b705-f5a03ec14101" providerId="ADAL" clId="{BCD2818F-01C6-4AA5-A3AE-DDBFA260FF8C}" dt="2026-07-10T16:25:34.860" v="1669" actId="113"/>
          <ac:spMkLst>
            <pc:docMk/>
            <pc:sldMk cId="1945863902" sldId="267"/>
            <ac:spMk id="2" creationId="{13711EB9-AAC6-5FDB-B70F-6446C52CC3AC}"/>
          </ac:spMkLst>
        </pc:spChg>
        <pc:spChg chg="mod">
          <ac:chgData name="Isidora Silva Chiros" userId="0c986419-ce68-48bd-b705-f5a03ec14101" providerId="ADAL" clId="{BCD2818F-01C6-4AA5-A3AE-DDBFA260FF8C}" dt="2026-07-10T16:20:26.488" v="830" actId="20577"/>
          <ac:spMkLst>
            <pc:docMk/>
            <pc:sldMk cId="1945863902" sldId="267"/>
            <ac:spMk id="4" creationId="{5F82FD66-47B0-3F75-12A6-FFFC84B92402}"/>
          </ac:spMkLst>
        </pc:spChg>
        <pc:spChg chg="add mod">
          <ac:chgData name="Isidora Silva Chiros" userId="0c986419-ce68-48bd-b705-f5a03ec14101" providerId="ADAL" clId="{BCD2818F-01C6-4AA5-A3AE-DDBFA260FF8C}" dt="2026-07-10T16:25:49.527" v="1673" actId="113"/>
          <ac:spMkLst>
            <pc:docMk/>
            <pc:sldMk cId="1945863902" sldId="267"/>
            <ac:spMk id="5" creationId="{F14740D5-E1B5-1B87-0381-A2E2103632C7}"/>
          </ac:spMkLst>
        </pc:spChg>
        <pc:spChg chg="add mod">
          <ac:chgData name="Isidora Silva Chiros" userId="0c986419-ce68-48bd-b705-f5a03ec14101" providerId="ADAL" clId="{BCD2818F-01C6-4AA5-A3AE-DDBFA260FF8C}" dt="2026-07-23T13:20:48.952" v="4707" actId="20577"/>
          <ac:spMkLst>
            <pc:docMk/>
            <pc:sldMk cId="1945863902" sldId="267"/>
            <ac:spMk id="6" creationId="{F7D6A6A5-826B-FD68-07C7-B0A257BAE6B7}"/>
          </ac:spMkLst>
        </pc:spChg>
      </pc:sldChg>
      <pc:sldChg chg="addSp delSp modSp new mod modClrScheme chgLayout">
        <pc:chgData name="Isidora Silva Chiros" userId="0c986419-ce68-48bd-b705-f5a03ec14101" providerId="ADAL" clId="{BCD2818F-01C6-4AA5-A3AE-DDBFA260FF8C}" dt="2026-07-21T16:05:31.179" v="3346" actId="12789"/>
        <pc:sldMkLst>
          <pc:docMk/>
          <pc:sldMk cId="2136406839" sldId="268"/>
        </pc:sldMkLst>
        <pc:spChg chg="mod ord">
          <ac:chgData name="Isidora Silva Chiros" userId="0c986419-ce68-48bd-b705-f5a03ec14101" providerId="ADAL" clId="{BCD2818F-01C6-4AA5-A3AE-DDBFA260FF8C}" dt="2026-07-21T16:04:36.263" v="3341" actId="20577"/>
          <ac:spMkLst>
            <pc:docMk/>
            <pc:sldMk cId="2136406839" sldId="268"/>
            <ac:spMk id="2" creationId="{F082C0B9-D788-C575-F7BE-5CD10B9B8894}"/>
          </ac:spMkLst>
        </pc:spChg>
        <pc:spChg chg="mod ord">
          <ac:chgData name="Isidora Silva Chiros" userId="0c986419-ce68-48bd-b705-f5a03ec14101" providerId="ADAL" clId="{BCD2818F-01C6-4AA5-A3AE-DDBFA260FF8C}" dt="2026-07-10T16:46:17.402" v="1902" actId="700"/>
          <ac:spMkLst>
            <pc:docMk/>
            <pc:sldMk cId="2136406839" sldId="268"/>
            <ac:spMk id="3" creationId="{AC7DC412-F67D-8FC6-1321-ED8352ECCC39}"/>
          </ac:spMkLst>
        </pc:spChg>
        <pc:spChg chg="mod ord">
          <ac:chgData name="Isidora Silva Chiros" userId="0c986419-ce68-48bd-b705-f5a03ec14101" providerId="ADAL" clId="{BCD2818F-01C6-4AA5-A3AE-DDBFA260FF8C}" dt="2026-07-10T16:46:17.402" v="1902" actId="700"/>
          <ac:spMkLst>
            <pc:docMk/>
            <pc:sldMk cId="2136406839" sldId="268"/>
            <ac:spMk id="4" creationId="{DD56E6CC-4846-885E-D76F-94A3E97B7FDE}"/>
          </ac:spMkLst>
        </pc:spChg>
        <pc:spChg chg="add mod ord">
          <ac:chgData name="Isidora Silva Chiros" userId="0c986419-ce68-48bd-b705-f5a03ec14101" providerId="ADAL" clId="{BCD2818F-01C6-4AA5-A3AE-DDBFA260FF8C}" dt="2026-07-10T16:46:17.402" v="1902" actId="700"/>
          <ac:spMkLst>
            <pc:docMk/>
            <pc:sldMk cId="2136406839" sldId="268"/>
            <ac:spMk id="5" creationId="{2A7D893B-C2A1-4DB1-2F3B-D611F3F34241}"/>
          </ac:spMkLst>
        </pc:spChg>
        <pc:spChg chg="add mod ord">
          <ac:chgData name="Isidora Silva Chiros" userId="0c986419-ce68-48bd-b705-f5a03ec14101" providerId="ADAL" clId="{BCD2818F-01C6-4AA5-A3AE-DDBFA260FF8C}" dt="2026-07-21T16:04:27.774" v="3340" actId="207"/>
          <ac:spMkLst>
            <pc:docMk/>
            <pc:sldMk cId="2136406839" sldId="268"/>
            <ac:spMk id="6" creationId="{7BDF4AAE-CE00-3D82-565D-5A400C8C1447}"/>
          </ac:spMkLst>
        </pc:spChg>
        <pc:picChg chg="add mod modCrop">
          <ac:chgData name="Isidora Silva Chiros" userId="0c986419-ce68-48bd-b705-f5a03ec14101" providerId="ADAL" clId="{BCD2818F-01C6-4AA5-A3AE-DDBFA260FF8C}" dt="2026-07-21T16:05:31.179" v="3346" actId="12789"/>
          <ac:picMkLst>
            <pc:docMk/>
            <pc:sldMk cId="2136406839" sldId="268"/>
            <ac:picMk id="9" creationId="{B5697264-27F6-1616-C7D0-BB28D1597F01}"/>
          </ac:picMkLst>
        </pc:picChg>
      </pc:sldChg>
      <pc:sldChg chg="addSp delSp modSp add mod modClrScheme modAnim chgLayout">
        <pc:chgData name="Isidora Silva Chiros" userId="0c986419-ce68-48bd-b705-f5a03ec14101" providerId="ADAL" clId="{BCD2818F-01C6-4AA5-A3AE-DDBFA260FF8C}" dt="2026-07-21T16:11:09.188" v="3354"/>
        <pc:sldMkLst>
          <pc:docMk/>
          <pc:sldMk cId="3916922291" sldId="270"/>
        </pc:sldMkLst>
        <pc:spChg chg="mod ord">
          <ac:chgData name="Isidora Silva Chiros" userId="0c986419-ce68-48bd-b705-f5a03ec14101" providerId="ADAL" clId="{BCD2818F-01C6-4AA5-A3AE-DDBFA260FF8C}" dt="2026-07-13T14:55:29.796" v="2316" actId="700"/>
          <ac:spMkLst>
            <pc:docMk/>
            <pc:sldMk cId="3916922291" sldId="270"/>
            <ac:spMk id="2" creationId="{1249F211-74FA-EE6C-9D14-453B70A89D91}"/>
          </ac:spMkLst>
        </pc:spChg>
        <pc:spChg chg="mod ord">
          <ac:chgData name="Isidora Silva Chiros" userId="0c986419-ce68-48bd-b705-f5a03ec14101" providerId="ADAL" clId="{BCD2818F-01C6-4AA5-A3AE-DDBFA260FF8C}" dt="2026-07-13T14:55:29.796" v="2316" actId="700"/>
          <ac:spMkLst>
            <pc:docMk/>
            <pc:sldMk cId="3916922291" sldId="270"/>
            <ac:spMk id="3" creationId="{0E8C3D59-686E-8D80-D8D7-4E6D960DD49D}"/>
          </ac:spMkLst>
        </pc:spChg>
        <pc:spChg chg="mod ord">
          <ac:chgData name="Isidora Silva Chiros" userId="0c986419-ce68-48bd-b705-f5a03ec14101" providerId="ADAL" clId="{BCD2818F-01C6-4AA5-A3AE-DDBFA260FF8C}" dt="2026-07-13T14:55:29.796" v="2316" actId="700"/>
          <ac:spMkLst>
            <pc:docMk/>
            <pc:sldMk cId="3916922291" sldId="270"/>
            <ac:spMk id="4" creationId="{8386AF0A-7BC7-EAF6-EA8F-8507E1903698}"/>
          </ac:spMkLst>
        </pc:spChg>
        <pc:spChg chg="add mod ord">
          <ac:chgData name="Isidora Silva Chiros" userId="0c986419-ce68-48bd-b705-f5a03ec14101" providerId="ADAL" clId="{BCD2818F-01C6-4AA5-A3AE-DDBFA260FF8C}" dt="2026-07-13T14:55:29.796" v="2316" actId="700"/>
          <ac:spMkLst>
            <pc:docMk/>
            <pc:sldMk cId="3916922291" sldId="270"/>
            <ac:spMk id="5" creationId="{1269FEC4-F17B-8DEC-A78D-AE83610B4E84}"/>
          </ac:spMkLst>
        </pc:spChg>
        <pc:picChg chg="add mod">
          <ac:chgData name="Isidora Silva Chiros" userId="0c986419-ce68-48bd-b705-f5a03ec14101" providerId="ADAL" clId="{BCD2818F-01C6-4AA5-A3AE-DDBFA260FF8C}" dt="2026-07-21T16:10:23.350" v="3350" actId="1076"/>
          <ac:picMkLst>
            <pc:docMk/>
            <pc:sldMk cId="3916922291" sldId="270"/>
            <ac:picMk id="7" creationId="{0A6B2DC7-A774-C3CC-884A-F179D803B343}"/>
          </ac:picMkLst>
        </pc:picChg>
      </pc:sldChg>
      <pc:sldChg chg="modSp add mod">
        <pc:chgData name="Isidora Silva Chiros" userId="0c986419-ce68-48bd-b705-f5a03ec14101" providerId="ADAL" clId="{BCD2818F-01C6-4AA5-A3AE-DDBFA260FF8C}" dt="2026-07-13T14:52:46.882" v="2001" actId="20577"/>
        <pc:sldMkLst>
          <pc:docMk/>
          <pc:sldMk cId="2719258263" sldId="271"/>
        </pc:sldMkLst>
        <pc:spChg chg="mod">
          <ac:chgData name="Isidora Silva Chiros" userId="0c986419-ce68-48bd-b705-f5a03ec14101" providerId="ADAL" clId="{BCD2818F-01C6-4AA5-A3AE-DDBFA260FF8C}" dt="2026-07-13T14:52:46.882" v="2001" actId="20577"/>
          <ac:spMkLst>
            <pc:docMk/>
            <pc:sldMk cId="2719258263" sldId="271"/>
            <ac:spMk id="6" creationId="{074EDEFB-8651-3F08-D93A-2F2E8A588CE8}"/>
          </ac:spMkLst>
        </pc:spChg>
      </pc:sldChg>
      <pc:sldChg chg="add">
        <pc:chgData name="Isidora Silva Chiros" userId="0c986419-ce68-48bd-b705-f5a03ec14101" providerId="ADAL" clId="{BCD2818F-01C6-4AA5-A3AE-DDBFA260FF8C}" dt="2026-07-13T14:56:34.719" v="2317"/>
        <pc:sldMkLst>
          <pc:docMk/>
          <pc:sldMk cId="2672140074" sldId="386"/>
        </pc:sldMkLst>
      </pc:sldChg>
      <pc:sldChg chg="add">
        <pc:chgData name="Isidora Silva Chiros" userId="0c986419-ce68-48bd-b705-f5a03ec14101" providerId="ADAL" clId="{BCD2818F-01C6-4AA5-A3AE-DDBFA260FF8C}" dt="2026-07-13T14:57:27.431" v="2320"/>
        <pc:sldMkLst>
          <pc:docMk/>
          <pc:sldMk cId="4005372060" sldId="387"/>
        </pc:sldMkLst>
      </pc:sldChg>
      <pc:sldChg chg="modSp add del mod">
        <pc:chgData name="Isidora Silva Chiros" userId="0c986419-ce68-48bd-b705-f5a03ec14101" providerId="ADAL" clId="{BCD2818F-01C6-4AA5-A3AE-DDBFA260FF8C}" dt="2026-07-23T13:26:52.047" v="4710" actId="47"/>
        <pc:sldMkLst>
          <pc:docMk/>
          <pc:sldMk cId="3004409506" sldId="388"/>
        </pc:sldMkLst>
        <pc:spChg chg="mod">
          <ac:chgData name="Isidora Silva Chiros" userId="0c986419-ce68-48bd-b705-f5a03ec14101" providerId="ADAL" clId="{BCD2818F-01C6-4AA5-A3AE-DDBFA260FF8C}" dt="2026-07-13T15:03:17.238" v="2429" actId="20577"/>
          <ac:spMkLst>
            <pc:docMk/>
            <pc:sldMk cId="3004409506" sldId="388"/>
            <ac:spMk id="4" creationId="{B56FA365-162F-6889-2B15-70CB127A4A25}"/>
          </ac:spMkLst>
        </pc:spChg>
      </pc:sldChg>
      <pc:sldChg chg="addSp delSp modSp new mod">
        <pc:chgData name="Isidora Silva Chiros" userId="0c986419-ce68-48bd-b705-f5a03ec14101" providerId="ADAL" clId="{BCD2818F-01C6-4AA5-A3AE-DDBFA260FF8C}" dt="2026-07-21T16:22:20.700" v="3846" actId="20577"/>
        <pc:sldMkLst>
          <pc:docMk/>
          <pc:sldMk cId="2553902162" sldId="389"/>
        </pc:sldMkLst>
        <pc:spChg chg="mod">
          <ac:chgData name="Isidora Silva Chiros" userId="0c986419-ce68-48bd-b705-f5a03ec14101" providerId="ADAL" clId="{BCD2818F-01C6-4AA5-A3AE-DDBFA260FF8C}" dt="2026-07-21T16:20:46.086" v="3577" actId="20577"/>
          <ac:spMkLst>
            <pc:docMk/>
            <pc:sldMk cId="2553902162" sldId="389"/>
            <ac:spMk id="2" creationId="{0926E3E9-D431-6CE3-F6F2-892F325E9054}"/>
          </ac:spMkLst>
        </pc:spChg>
        <pc:spChg chg="mod">
          <ac:chgData name="Isidora Silva Chiros" userId="0c986419-ce68-48bd-b705-f5a03ec14101" providerId="ADAL" clId="{BCD2818F-01C6-4AA5-A3AE-DDBFA260FF8C}" dt="2026-07-13T14:58:50.784" v="2374" actId="1076"/>
          <ac:spMkLst>
            <pc:docMk/>
            <pc:sldMk cId="2553902162" sldId="389"/>
            <ac:spMk id="4" creationId="{DB383FB3-7A68-532D-12C2-1BF3B8E56CC0}"/>
          </ac:spMkLst>
        </pc:spChg>
        <pc:spChg chg="add mod">
          <ac:chgData name="Isidora Silva Chiros" userId="0c986419-ce68-48bd-b705-f5a03ec14101" providerId="ADAL" clId="{BCD2818F-01C6-4AA5-A3AE-DDBFA260FF8C}" dt="2026-07-21T16:22:20.700" v="3846" actId="20577"/>
          <ac:spMkLst>
            <pc:docMk/>
            <pc:sldMk cId="2553902162" sldId="389"/>
            <ac:spMk id="6" creationId="{02628A1C-670D-E7FE-129B-05C151BB9CC4}"/>
          </ac:spMkLst>
        </pc:spChg>
        <pc:spChg chg="add mod">
          <ac:chgData name="Isidora Silva Chiros" userId="0c986419-ce68-48bd-b705-f5a03ec14101" providerId="ADAL" clId="{BCD2818F-01C6-4AA5-A3AE-DDBFA260FF8C}" dt="2026-07-21T16:21:01.636" v="3578" actId="164"/>
          <ac:spMkLst>
            <pc:docMk/>
            <pc:sldMk cId="2553902162" sldId="389"/>
            <ac:spMk id="7" creationId="{680435D7-5476-6B2F-90D3-F7FEAF09352D}"/>
          </ac:spMkLst>
        </pc:spChg>
        <pc:spChg chg="add mod">
          <ac:chgData name="Isidora Silva Chiros" userId="0c986419-ce68-48bd-b705-f5a03ec14101" providerId="ADAL" clId="{BCD2818F-01C6-4AA5-A3AE-DDBFA260FF8C}" dt="2026-07-21T16:21:01.636" v="3578" actId="164"/>
          <ac:spMkLst>
            <pc:docMk/>
            <pc:sldMk cId="2553902162" sldId="389"/>
            <ac:spMk id="8" creationId="{B82EA89E-D589-00DF-4FC3-F98523963BF2}"/>
          </ac:spMkLst>
        </pc:spChg>
        <pc:spChg chg="add mod">
          <ac:chgData name="Isidora Silva Chiros" userId="0c986419-ce68-48bd-b705-f5a03ec14101" providerId="ADAL" clId="{BCD2818F-01C6-4AA5-A3AE-DDBFA260FF8C}" dt="2026-07-21T16:21:01.636" v="3578" actId="164"/>
          <ac:spMkLst>
            <pc:docMk/>
            <pc:sldMk cId="2553902162" sldId="389"/>
            <ac:spMk id="9" creationId="{AC0E6A67-21D4-72E4-F2C4-6A48C5C07FAF}"/>
          </ac:spMkLst>
        </pc:spChg>
        <pc:grpChg chg="add mod">
          <ac:chgData name="Isidora Silva Chiros" userId="0c986419-ce68-48bd-b705-f5a03ec14101" providerId="ADAL" clId="{BCD2818F-01C6-4AA5-A3AE-DDBFA260FF8C}" dt="2026-07-21T16:21:01.636" v="3578" actId="164"/>
          <ac:grpSpMkLst>
            <pc:docMk/>
            <pc:sldMk cId="2553902162" sldId="389"/>
            <ac:grpSpMk id="10" creationId="{ED526C44-93AC-72C9-C29F-23A4F52C8A52}"/>
          </ac:grpSpMkLst>
        </pc:grpChg>
        <pc:picChg chg="add mod modCrop">
          <ac:chgData name="Isidora Silva Chiros" userId="0c986419-ce68-48bd-b705-f5a03ec14101" providerId="ADAL" clId="{BCD2818F-01C6-4AA5-A3AE-DDBFA260FF8C}" dt="2026-07-21T16:21:01.636" v="3578" actId="164"/>
          <ac:picMkLst>
            <pc:docMk/>
            <pc:sldMk cId="2553902162" sldId="389"/>
            <ac:picMk id="5" creationId="{0AA0486D-AAAE-CFF5-C783-29EF5DA2E5FE}"/>
          </ac:picMkLst>
        </pc:picChg>
      </pc:sldChg>
      <pc:sldChg chg="addSp delSp modSp add mod modClrScheme delAnim modAnim chgLayout">
        <pc:chgData name="Isidora Silva Chiros" userId="0c986419-ce68-48bd-b705-f5a03ec14101" providerId="ADAL" clId="{BCD2818F-01C6-4AA5-A3AE-DDBFA260FF8C}" dt="2026-07-21T16:30:29.530" v="4131"/>
        <pc:sldMkLst>
          <pc:docMk/>
          <pc:sldMk cId="1336918099" sldId="390"/>
        </pc:sldMkLst>
        <pc:spChg chg="mod ord">
          <ac:chgData name="Isidora Silva Chiros" userId="0c986419-ce68-48bd-b705-f5a03ec14101" providerId="ADAL" clId="{BCD2818F-01C6-4AA5-A3AE-DDBFA260FF8C}" dt="2026-07-21T16:29:56.114" v="4127" actId="20577"/>
          <ac:spMkLst>
            <pc:docMk/>
            <pc:sldMk cId="1336918099" sldId="390"/>
            <ac:spMk id="2" creationId="{7AB2AC86-6555-00CF-06A3-EEB1521686AC}"/>
          </ac:spMkLst>
        </pc:spChg>
        <pc:spChg chg="mod ord">
          <ac:chgData name="Isidora Silva Chiros" userId="0c986419-ce68-48bd-b705-f5a03ec14101" providerId="ADAL" clId="{BCD2818F-01C6-4AA5-A3AE-DDBFA260FF8C}" dt="2026-07-21T16:26:32.193" v="3914" actId="700"/>
          <ac:spMkLst>
            <pc:docMk/>
            <pc:sldMk cId="1336918099" sldId="390"/>
            <ac:spMk id="3" creationId="{BF57C408-C65F-1DF1-A55E-72775786BE4F}"/>
          </ac:spMkLst>
        </pc:spChg>
        <pc:spChg chg="mod ord">
          <ac:chgData name="Isidora Silva Chiros" userId="0c986419-ce68-48bd-b705-f5a03ec14101" providerId="ADAL" clId="{BCD2818F-01C6-4AA5-A3AE-DDBFA260FF8C}" dt="2026-07-21T16:26:32.193" v="3914" actId="700"/>
          <ac:spMkLst>
            <pc:docMk/>
            <pc:sldMk cId="1336918099" sldId="390"/>
            <ac:spMk id="4" creationId="{6ADED52A-E08D-6035-1731-BC1F3E89CF96}"/>
          </ac:spMkLst>
        </pc:spChg>
        <pc:spChg chg="add mod ord">
          <ac:chgData name="Isidora Silva Chiros" userId="0c986419-ce68-48bd-b705-f5a03ec14101" providerId="ADAL" clId="{BCD2818F-01C6-4AA5-A3AE-DDBFA260FF8C}" dt="2026-07-21T16:26:32.193" v="3914" actId="700"/>
          <ac:spMkLst>
            <pc:docMk/>
            <pc:sldMk cId="1336918099" sldId="390"/>
            <ac:spMk id="7" creationId="{29724A4B-70B8-24FD-0A5D-C2924A02A739}"/>
          </ac:spMkLst>
        </pc:spChg>
        <pc:spChg chg="add mod ord">
          <ac:chgData name="Isidora Silva Chiros" userId="0c986419-ce68-48bd-b705-f5a03ec14101" providerId="ADAL" clId="{BCD2818F-01C6-4AA5-A3AE-DDBFA260FF8C}" dt="2026-07-21T16:27:10.739" v="3934" actId="207"/>
          <ac:spMkLst>
            <pc:docMk/>
            <pc:sldMk cId="1336918099" sldId="390"/>
            <ac:spMk id="8" creationId="{F6DE26EE-3FE8-41FE-57BA-C88BF5B535C8}"/>
          </ac:spMkLst>
        </pc:spChg>
        <pc:picChg chg="add mod">
          <ac:chgData name="Isidora Silva Chiros" userId="0c986419-ce68-48bd-b705-f5a03ec14101" providerId="ADAL" clId="{BCD2818F-01C6-4AA5-A3AE-DDBFA260FF8C}" dt="2026-07-21T16:27:08.857" v="3933"/>
          <ac:picMkLst>
            <pc:docMk/>
            <pc:sldMk cId="1336918099" sldId="390"/>
            <ac:picMk id="9" creationId="{19023CC5-7402-B109-FCBE-B1B6B963D792}"/>
          </ac:picMkLst>
        </pc:picChg>
      </pc:sldChg>
      <pc:sldChg chg="add">
        <pc:chgData name="Isidora Silva Chiros" userId="0c986419-ce68-48bd-b705-f5a03ec14101" providerId="ADAL" clId="{BCD2818F-01C6-4AA5-A3AE-DDBFA260FF8C}" dt="2026-07-13T15:03:09.605" v="2413"/>
        <pc:sldMkLst>
          <pc:docMk/>
          <pc:sldMk cId="1061943542" sldId="391"/>
        </pc:sldMkLst>
      </pc:sldChg>
      <pc:sldChg chg="addSp delSp modSp add mod modClrScheme delAnim chgLayout">
        <pc:chgData name="Isidora Silva Chiros" userId="0c986419-ce68-48bd-b705-f5a03ec14101" providerId="ADAL" clId="{BCD2818F-01C6-4AA5-A3AE-DDBFA260FF8C}" dt="2026-07-13T16:12:20.451" v="2754" actId="1035"/>
        <pc:sldMkLst>
          <pc:docMk/>
          <pc:sldMk cId="2398688509" sldId="392"/>
        </pc:sldMkLst>
        <pc:spChg chg="mod ord">
          <ac:chgData name="Isidora Silva Chiros" userId="0c986419-ce68-48bd-b705-f5a03ec14101" providerId="ADAL" clId="{BCD2818F-01C6-4AA5-A3AE-DDBFA260FF8C}" dt="2026-07-13T16:12:20.451" v="2754" actId="1035"/>
          <ac:spMkLst>
            <pc:docMk/>
            <pc:sldMk cId="2398688509" sldId="392"/>
            <ac:spMk id="2" creationId="{671CB322-3C0F-65D5-4532-04AA9DD2CAF8}"/>
          </ac:spMkLst>
        </pc:spChg>
        <pc:spChg chg="mod ord">
          <ac:chgData name="Isidora Silva Chiros" userId="0c986419-ce68-48bd-b705-f5a03ec14101" providerId="ADAL" clId="{BCD2818F-01C6-4AA5-A3AE-DDBFA260FF8C}" dt="2026-07-13T15:59:52.414" v="2573" actId="700"/>
          <ac:spMkLst>
            <pc:docMk/>
            <pc:sldMk cId="2398688509" sldId="392"/>
            <ac:spMk id="3" creationId="{92012BE8-6806-278E-6148-27278A111315}"/>
          </ac:spMkLst>
        </pc:spChg>
        <pc:spChg chg="mod ord">
          <ac:chgData name="Isidora Silva Chiros" userId="0c986419-ce68-48bd-b705-f5a03ec14101" providerId="ADAL" clId="{BCD2818F-01C6-4AA5-A3AE-DDBFA260FF8C}" dt="2026-07-13T15:59:52.414" v="2573" actId="700"/>
          <ac:spMkLst>
            <pc:docMk/>
            <pc:sldMk cId="2398688509" sldId="392"/>
            <ac:spMk id="4" creationId="{F2FEA110-BA03-4731-4B11-9FD2DA21B2DC}"/>
          </ac:spMkLst>
        </pc:spChg>
        <pc:spChg chg="add mod ord">
          <ac:chgData name="Isidora Silva Chiros" userId="0c986419-ce68-48bd-b705-f5a03ec14101" providerId="ADAL" clId="{BCD2818F-01C6-4AA5-A3AE-DDBFA260FF8C}" dt="2026-07-13T15:59:52.414" v="2573" actId="700"/>
          <ac:spMkLst>
            <pc:docMk/>
            <pc:sldMk cId="2398688509" sldId="392"/>
            <ac:spMk id="7" creationId="{940569EA-95DF-2497-C405-E4580EEBF541}"/>
          </ac:spMkLst>
        </pc:spChg>
        <pc:spChg chg="add mod ord">
          <ac:chgData name="Isidora Silva Chiros" userId="0c986419-ce68-48bd-b705-f5a03ec14101" providerId="ADAL" clId="{BCD2818F-01C6-4AA5-A3AE-DDBFA260FF8C}" dt="2026-07-13T15:59:52.414" v="2573" actId="700"/>
          <ac:spMkLst>
            <pc:docMk/>
            <pc:sldMk cId="2398688509" sldId="392"/>
            <ac:spMk id="9" creationId="{6678F2EC-5150-0061-9A54-B859BA9F5A15}"/>
          </ac:spMkLst>
        </pc:spChg>
        <pc:spChg chg="add mod">
          <ac:chgData name="Isidora Silva Chiros" userId="0c986419-ce68-48bd-b705-f5a03ec14101" providerId="ADAL" clId="{BCD2818F-01C6-4AA5-A3AE-DDBFA260FF8C}" dt="2026-07-13T16:12:20.451" v="2754" actId="1035"/>
          <ac:spMkLst>
            <pc:docMk/>
            <pc:sldMk cId="2398688509" sldId="392"/>
            <ac:spMk id="13" creationId="{A8AE26A5-1272-A94D-EE40-FFC645EE3D76}"/>
          </ac:spMkLst>
        </pc:spChg>
        <pc:spChg chg="add mod">
          <ac:chgData name="Isidora Silva Chiros" userId="0c986419-ce68-48bd-b705-f5a03ec14101" providerId="ADAL" clId="{BCD2818F-01C6-4AA5-A3AE-DDBFA260FF8C}" dt="2026-07-13T16:10:45.420" v="2734" actId="1076"/>
          <ac:spMkLst>
            <pc:docMk/>
            <pc:sldMk cId="2398688509" sldId="392"/>
            <ac:spMk id="29" creationId="{B26AEBA7-4583-77DC-32D4-EA4D4FA4E99F}"/>
          </ac:spMkLst>
        </pc:spChg>
        <pc:picChg chg="add mod">
          <ac:chgData name="Isidora Silva Chiros" userId="0c986419-ce68-48bd-b705-f5a03ec14101" providerId="ADAL" clId="{BCD2818F-01C6-4AA5-A3AE-DDBFA260FF8C}" dt="2026-07-13T16:08:46.905" v="2706" actId="1076"/>
          <ac:picMkLst>
            <pc:docMk/>
            <pc:sldMk cId="2398688509" sldId="392"/>
            <ac:picMk id="28" creationId="{D2178D22-B691-77B0-EA9D-632E800783AC}"/>
          </ac:picMkLst>
        </pc:picChg>
      </pc:sldChg>
      <pc:sldChg chg="modSp add mod modTransition">
        <pc:chgData name="Isidora Silva Chiros" userId="0c986419-ce68-48bd-b705-f5a03ec14101" providerId="ADAL" clId="{BCD2818F-01C6-4AA5-A3AE-DDBFA260FF8C}" dt="2026-07-13T16:20:16.587" v="2799" actId="14100"/>
        <pc:sldMkLst>
          <pc:docMk/>
          <pc:sldMk cId="2714695735" sldId="393"/>
        </pc:sldMkLst>
        <pc:spChg chg="mod">
          <ac:chgData name="Isidora Silva Chiros" userId="0c986419-ce68-48bd-b705-f5a03ec14101" providerId="ADAL" clId="{BCD2818F-01C6-4AA5-A3AE-DDBFA260FF8C}" dt="2026-07-13T16:19:44.889" v="2790" actId="14100"/>
          <ac:spMkLst>
            <pc:docMk/>
            <pc:sldMk cId="2714695735" sldId="393"/>
            <ac:spMk id="8" creationId="{38BEC0D1-A5B5-A677-98C2-16C2F4C5104B}"/>
          </ac:spMkLst>
        </pc:spChg>
        <pc:spChg chg="mod">
          <ac:chgData name="Isidora Silva Chiros" userId="0c986419-ce68-48bd-b705-f5a03ec14101" providerId="ADAL" clId="{BCD2818F-01C6-4AA5-A3AE-DDBFA260FF8C}" dt="2026-07-13T16:20:16.587" v="2799" actId="14100"/>
          <ac:spMkLst>
            <pc:docMk/>
            <pc:sldMk cId="2714695735" sldId="393"/>
            <ac:spMk id="9" creationId="{44A649BE-730B-C8DD-B10C-55CED6DAB870}"/>
          </ac:spMkLst>
        </pc:spChg>
      </pc:sldChg>
      <pc:sldChg chg="add">
        <pc:chgData name="Isidora Silva Chiros" userId="0c986419-ce68-48bd-b705-f5a03ec14101" providerId="ADAL" clId="{BCD2818F-01C6-4AA5-A3AE-DDBFA260FF8C}" dt="2026-07-13T16:35:17.330" v="2921"/>
        <pc:sldMkLst>
          <pc:docMk/>
          <pc:sldMk cId="1287402726" sldId="396"/>
        </pc:sldMkLst>
      </pc:sldChg>
      <pc:sldChg chg="modSp add mod">
        <pc:chgData name="Isidora Silva Chiros" userId="0c986419-ce68-48bd-b705-f5a03ec14101" providerId="ADAL" clId="{BCD2818F-01C6-4AA5-A3AE-DDBFA260FF8C}" dt="2026-07-13T16:36:07.283" v="2940" actId="1076"/>
        <pc:sldMkLst>
          <pc:docMk/>
          <pc:sldMk cId="1004742103" sldId="398"/>
        </pc:sldMkLst>
        <pc:spChg chg="mod">
          <ac:chgData name="Isidora Silva Chiros" userId="0c986419-ce68-48bd-b705-f5a03ec14101" providerId="ADAL" clId="{BCD2818F-01C6-4AA5-A3AE-DDBFA260FF8C}" dt="2026-07-13T16:35:32.812" v="2927" actId="14100"/>
          <ac:spMkLst>
            <pc:docMk/>
            <pc:sldMk cId="1004742103" sldId="398"/>
            <ac:spMk id="8" creationId="{D371350C-2C62-5DA1-F49E-D497EBB10F10}"/>
          </ac:spMkLst>
        </pc:spChg>
        <pc:spChg chg="mod">
          <ac:chgData name="Isidora Silva Chiros" userId="0c986419-ce68-48bd-b705-f5a03ec14101" providerId="ADAL" clId="{BCD2818F-01C6-4AA5-A3AE-DDBFA260FF8C}" dt="2026-07-13T16:36:07.283" v="2940" actId="1076"/>
          <ac:spMkLst>
            <pc:docMk/>
            <pc:sldMk cId="1004742103" sldId="398"/>
            <ac:spMk id="9" creationId="{2254B7DE-5FAE-AC7E-30BC-D7DEFBC9B0CA}"/>
          </ac:spMkLst>
        </pc:spChg>
      </pc:sldChg>
      <pc:sldChg chg="addSp delSp modSp add mod">
        <pc:chgData name="Isidora Silva Chiros" userId="0c986419-ce68-48bd-b705-f5a03ec14101" providerId="ADAL" clId="{BCD2818F-01C6-4AA5-A3AE-DDBFA260FF8C}" dt="2026-07-13T16:46:02.991" v="3104" actId="478"/>
        <pc:sldMkLst>
          <pc:docMk/>
          <pc:sldMk cId="2522851686" sldId="399"/>
        </pc:sldMkLst>
        <pc:spChg chg="add mod">
          <ac:chgData name="Isidora Silva Chiros" userId="0c986419-ce68-48bd-b705-f5a03ec14101" providerId="ADAL" clId="{BCD2818F-01C6-4AA5-A3AE-DDBFA260FF8C}" dt="2026-07-13T16:44:03.692" v="3076" actId="1076"/>
          <ac:spMkLst>
            <pc:docMk/>
            <pc:sldMk cId="2522851686" sldId="399"/>
            <ac:spMk id="2" creationId="{E3D77C8B-B371-060D-111E-9AFC349BE6D6}"/>
          </ac:spMkLst>
        </pc:spChg>
        <pc:spChg chg="mod">
          <ac:chgData name="Isidora Silva Chiros" userId="0c986419-ce68-48bd-b705-f5a03ec14101" providerId="ADAL" clId="{BCD2818F-01C6-4AA5-A3AE-DDBFA260FF8C}" dt="2026-07-13T16:44:03.692" v="3076" actId="1076"/>
          <ac:spMkLst>
            <pc:docMk/>
            <pc:sldMk cId="2522851686" sldId="399"/>
            <ac:spMk id="5" creationId="{29BAF0E6-9B37-4989-50E4-3CE060C0780A}"/>
          </ac:spMkLst>
        </pc:spChg>
        <pc:spChg chg="add mod">
          <ac:chgData name="Isidora Silva Chiros" userId="0c986419-ce68-48bd-b705-f5a03ec14101" providerId="ADAL" clId="{BCD2818F-01C6-4AA5-A3AE-DDBFA260FF8C}" dt="2026-07-13T16:44:17.142" v="3079" actId="14100"/>
          <ac:spMkLst>
            <pc:docMk/>
            <pc:sldMk cId="2522851686" sldId="399"/>
            <ac:spMk id="9" creationId="{9E217EB8-EFAA-D5F9-3118-6ABBD07DE561}"/>
          </ac:spMkLst>
        </pc:spChg>
        <pc:spChg chg="add mod">
          <ac:chgData name="Isidora Silva Chiros" userId="0c986419-ce68-48bd-b705-f5a03ec14101" providerId="ADAL" clId="{BCD2818F-01C6-4AA5-A3AE-DDBFA260FF8C}" dt="2026-07-13T16:44:17.142" v="3079" actId="14100"/>
          <ac:spMkLst>
            <pc:docMk/>
            <pc:sldMk cId="2522851686" sldId="399"/>
            <ac:spMk id="20" creationId="{3B09A350-9387-EE75-41C2-3C581FEBC41E}"/>
          </ac:spMkLst>
        </pc:spChg>
        <pc:spChg chg="add mod">
          <ac:chgData name="Isidora Silva Chiros" userId="0c986419-ce68-48bd-b705-f5a03ec14101" providerId="ADAL" clId="{BCD2818F-01C6-4AA5-A3AE-DDBFA260FF8C}" dt="2026-07-13T16:44:17.142" v="3079" actId="14100"/>
          <ac:spMkLst>
            <pc:docMk/>
            <pc:sldMk cId="2522851686" sldId="399"/>
            <ac:spMk id="22" creationId="{75D2E6D0-6FC7-6192-8D99-9C7EB654F8FF}"/>
          </ac:spMkLst>
        </pc:spChg>
        <pc:spChg chg="add mod">
          <ac:chgData name="Isidora Silva Chiros" userId="0c986419-ce68-48bd-b705-f5a03ec14101" providerId="ADAL" clId="{BCD2818F-01C6-4AA5-A3AE-DDBFA260FF8C}" dt="2026-07-13T16:44:03.692" v="3076" actId="1076"/>
          <ac:spMkLst>
            <pc:docMk/>
            <pc:sldMk cId="2522851686" sldId="399"/>
            <ac:spMk id="24" creationId="{7D5A029F-21D3-93C6-DBE8-03A44AEEBF6D}"/>
          </ac:spMkLst>
        </pc:spChg>
        <pc:spChg chg="add mod">
          <ac:chgData name="Isidora Silva Chiros" userId="0c986419-ce68-48bd-b705-f5a03ec14101" providerId="ADAL" clId="{BCD2818F-01C6-4AA5-A3AE-DDBFA260FF8C}" dt="2026-07-13T16:44:03.692" v="3076" actId="1076"/>
          <ac:spMkLst>
            <pc:docMk/>
            <pc:sldMk cId="2522851686" sldId="399"/>
            <ac:spMk id="26" creationId="{91C85210-D2AD-046F-D159-698E946C018A}"/>
          </ac:spMkLst>
        </pc:spChg>
        <pc:spChg chg="add mod">
          <ac:chgData name="Isidora Silva Chiros" userId="0c986419-ce68-48bd-b705-f5a03ec14101" providerId="ADAL" clId="{BCD2818F-01C6-4AA5-A3AE-DDBFA260FF8C}" dt="2026-07-13T16:44:03.692" v="3076" actId="1076"/>
          <ac:spMkLst>
            <pc:docMk/>
            <pc:sldMk cId="2522851686" sldId="399"/>
            <ac:spMk id="28" creationId="{BD8D787F-C979-555B-ABB3-281CBE9DFAA0}"/>
          </ac:spMkLst>
        </pc:spChg>
        <pc:spChg chg="add mod">
          <ac:chgData name="Isidora Silva Chiros" userId="0c986419-ce68-48bd-b705-f5a03ec14101" providerId="ADAL" clId="{BCD2818F-01C6-4AA5-A3AE-DDBFA260FF8C}" dt="2026-07-13T16:44:24.422" v="3080" actId="14100"/>
          <ac:spMkLst>
            <pc:docMk/>
            <pc:sldMk cId="2522851686" sldId="399"/>
            <ac:spMk id="30" creationId="{8BC97FC0-DC14-9AEA-9FCF-39E561345678}"/>
          </ac:spMkLst>
        </pc:spChg>
        <pc:grpChg chg="mod">
          <ac:chgData name="Isidora Silva Chiros" userId="0c986419-ce68-48bd-b705-f5a03ec14101" providerId="ADAL" clId="{BCD2818F-01C6-4AA5-A3AE-DDBFA260FF8C}" dt="2026-07-13T16:44:03.692" v="3076" actId="1076"/>
          <ac:grpSpMkLst>
            <pc:docMk/>
            <pc:sldMk cId="2522851686" sldId="399"/>
            <ac:grpSpMk id="17" creationId="{81F9DD76-22EF-24BB-7289-1E92CA293725}"/>
          </ac:grpSpMkLst>
        </pc:grpChg>
      </pc:sldChg>
      <pc:sldChg chg="addSp delSp modSp add mod">
        <pc:chgData name="Isidora Silva Chiros" userId="0c986419-ce68-48bd-b705-f5a03ec14101" providerId="ADAL" clId="{BCD2818F-01C6-4AA5-A3AE-DDBFA260FF8C}" dt="2026-07-13T16:45:54.472" v="3102"/>
        <pc:sldMkLst>
          <pc:docMk/>
          <pc:sldMk cId="1924994515" sldId="400"/>
        </pc:sldMkLst>
        <pc:spChg chg="mod">
          <ac:chgData name="Isidora Silva Chiros" userId="0c986419-ce68-48bd-b705-f5a03ec14101" providerId="ADAL" clId="{BCD2818F-01C6-4AA5-A3AE-DDBFA260FF8C}" dt="2026-07-13T16:45:11.750" v="3090" actId="14100"/>
          <ac:spMkLst>
            <pc:docMk/>
            <pc:sldMk cId="1924994515" sldId="400"/>
            <ac:spMk id="12" creationId="{0E6D7443-9C43-0BC3-02D0-5A515B084851}"/>
          </ac:spMkLst>
        </pc:spChg>
        <pc:spChg chg="mod">
          <ac:chgData name="Isidora Silva Chiros" userId="0c986419-ce68-48bd-b705-f5a03ec14101" providerId="ADAL" clId="{BCD2818F-01C6-4AA5-A3AE-DDBFA260FF8C}" dt="2026-07-13T16:45:11.750" v="3090" actId="14100"/>
          <ac:spMkLst>
            <pc:docMk/>
            <pc:sldMk cId="1924994515" sldId="400"/>
            <ac:spMk id="18" creationId="{F25CD090-4054-1E91-3DDB-186C07173E2F}"/>
          </ac:spMkLst>
        </pc:spChg>
        <pc:spChg chg="add mod">
          <ac:chgData name="Isidora Silva Chiros" userId="0c986419-ce68-48bd-b705-f5a03ec14101" providerId="ADAL" clId="{BCD2818F-01C6-4AA5-A3AE-DDBFA260FF8C}" dt="2026-07-13T16:44:42.806" v="3082"/>
          <ac:spMkLst>
            <pc:docMk/>
            <pc:sldMk cId="1924994515" sldId="400"/>
            <ac:spMk id="22" creationId="{3F1A2E9B-6942-B6B8-11C6-561F4364C1CD}"/>
          </ac:spMkLst>
        </pc:spChg>
        <pc:spChg chg="add mod">
          <ac:chgData name="Isidora Silva Chiros" userId="0c986419-ce68-48bd-b705-f5a03ec14101" providerId="ADAL" clId="{BCD2818F-01C6-4AA5-A3AE-DDBFA260FF8C}" dt="2026-07-13T16:45:54.472" v="3102"/>
          <ac:spMkLst>
            <pc:docMk/>
            <pc:sldMk cId="1924994515" sldId="400"/>
            <ac:spMk id="27" creationId="{EDE5429D-DF5B-2DB0-9A6C-52830616E23A}"/>
          </ac:spMkLst>
        </pc:spChg>
        <pc:spChg chg="add mod">
          <ac:chgData name="Isidora Silva Chiros" userId="0c986419-ce68-48bd-b705-f5a03ec14101" providerId="ADAL" clId="{BCD2818F-01C6-4AA5-A3AE-DDBFA260FF8C}" dt="2026-07-13T16:45:26.658" v="3094" actId="208"/>
          <ac:spMkLst>
            <pc:docMk/>
            <pc:sldMk cId="1924994515" sldId="400"/>
            <ac:spMk id="28" creationId="{B85404AB-AABC-DE0C-FCE5-AEA9F4B98DF0}"/>
          </ac:spMkLst>
        </pc:spChg>
        <pc:spChg chg="add mod">
          <ac:chgData name="Isidora Silva Chiros" userId="0c986419-ce68-48bd-b705-f5a03ec14101" providerId="ADAL" clId="{BCD2818F-01C6-4AA5-A3AE-DDBFA260FF8C}" dt="2026-07-13T16:45:37.082" v="3097" actId="208"/>
          <ac:spMkLst>
            <pc:docMk/>
            <pc:sldMk cId="1924994515" sldId="400"/>
            <ac:spMk id="29" creationId="{967669C2-7342-C135-D84A-5F733F18BA7F}"/>
          </ac:spMkLst>
        </pc:spChg>
        <pc:grpChg chg="add mod">
          <ac:chgData name="Isidora Silva Chiros" userId="0c986419-ce68-48bd-b705-f5a03ec14101" providerId="ADAL" clId="{BCD2818F-01C6-4AA5-A3AE-DDBFA260FF8C}" dt="2026-07-13T16:44:42.806" v="3082"/>
          <ac:grpSpMkLst>
            <pc:docMk/>
            <pc:sldMk cId="1924994515" sldId="400"/>
            <ac:grpSpMk id="8" creationId="{4982B810-EBBA-F0E6-3A1C-A611B0CE423C}"/>
          </ac:grpSpMkLst>
        </pc:grpChg>
        <pc:picChg chg="mod">
          <ac:chgData name="Isidora Silva Chiros" userId="0c986419-ce68-48bd-b705-f5a03ec14101" providerId="ADAL" clId="{BCD2818F-01C6-4AA5-A3AE-DDBFA260FF8C}" dt="2026-07-13T16:44:42.806" v="3082"/>
          <ac:picMkLst>
            <pc:docMk/>
            <pc:sldMk cId="1924994515" sldId="400"/>
            <ac:picMk id="9" creationId="{C8EBC798-E36B-1ADA-FABA-6B6C9CB6A836}"/>
          </ac:picMkLst>
        </pc:picChg>
        <pc:picChg chg="mod">
          <ac:chgData name="Isidora Silva Chiros" userId="0c986419-ce68-48bd-b705-f5a03ec14101" providerId="ADAL" clId="{BCD2818F-01C6-4AA5-A3AE-DDBFA260FF8C}" dt="2026-07-13T16:44:42.806" v="3082"/>
          <ac:picMkLst>
            <pc:docMk/>
            <pc:sldMk cId="1924994515" sldId="400"/>
            <ac:picMk id="10" creationId="{5F957502-E131-BD0E-7CED-3F8A2F5F7838}"/>
          </ac:picMkLst>
        </pc:picChg>
        <pc:picChg chg="mod">
          <ac:chgData name="Isidora Silva Chiros" userId="0c986419-ce68-48bd-b705-f5a03ec14101" providerId="ADAL" clId="{BCD2818F-01C6-4AA5-A3AE-DDBFA260FF8C}" dt="2026-07-13T16:44:42.806" v="3082"/>
          <ac:picMkLst>
            <pc:docMk/>
            <pc:sldMk cId="1924994515" sldId="400"/>
            <ac:picMk id="20" creationId="{92B78BD6-E698-4F96-06E3-6D0BF2ABFD6F}"/>
          </ac:picMkLst>
        </pc:picChg>
      </pc:sldChg>
      <pc:sldChg chg="addSp delSp modSp add mod">
        <pc:chgData name="Isidora Silva Chiros" userId="0c986419-ce68-48bd-b705-f5a03ec14101" providerId="ADAL" clId="{BCD2818F-01C6-4AA5-A3AE-DDBFA260FF8C}" dt="2026-07-21T15:33:30.758" v="3300"/>
        <pc:sldMkLst>
          <pc:docMk/>
          <pc:sldMk cId="4195091957" sldId="401"/>
        </pc:sldMkLst>
        <pc:spChg chg="add mod topLvl">
          <ac:chgData name="Isidora Silva Chiros" userId="0c986419-ce68-48bd-b705-f5a03ec14101" providerId="ADAL" clId="{BCD2818F-01C6-4AA5-A3AE-DDBFA260FF8C}" dt="2026-07-21T15:26:53.705" v="3127" actId="207"/>
          <ac:spMkLst>
            <pc:docMk/>
            <pc:sldMk cId="4195091957" sldId="401"/>
            <ac:spMk id="9" creationId="{851A6632-D58A-C6B2-A102-894ED3D5CD67}"/>
          </ac:spMkLst>
        </pc:spChg>
        <pc:spChg chg="add mod topLvl">
          <ac:chgData name="Isidora Silva Chiros" userId="0c986419-ce68-48bd-b705-f5a03ec14101" providerId="ADAL" clId="{BCD2818F-01C6-4AA5-A3AE-DDBFA260FF8C}" dt="2026-07-21T15:26:57.645" v="3128" actId="207"/>
          <ac:spMkLst>
            <pc:docMk/>
            <pc:sldMk cId="4195091957" sldId="401"/>
            <ac:spMk id="10" creationId="{E50DD29A-9625-1A32-926A-A81C070255BC}"/>
          </ac:spMkLst>
        </pc:spChg>
        <pc:spChg chg="add mod topLvl">
          <ac:chgData name="Isidora Silva Chiros" userId="0c986419-ce68-48bd-b705-f5a03ec14101" providerId="ADAL" clId="{BCD2818F-01C6-4AA5-A3AE-DDBFA260FF8C}" dt="2026-07-21T15:27:02.760" v="3129" actId="207"/>
          <ac:spMkLst>
            <pc:docMk/>
            <pc:sldMk cId="4195091957" sldId="401"/>
            <ac:spMk id="11" creationId="{93382588-BCEA-912A-EF6B-41B42556EC59}"/>
          </ac:spMkLst>
        </pc:spChg>
        <pc:spChg chg="add mod">
          <ac:chgData name="Isidora Silva Chiros" userId="0c986419-ce68-48bd-b705-f5a03ec14101" providerId="ADAL" clId="{BCD2818F-01C6-4AA5-A3AE-DDBFA260FF8C}" dt="2026-07-21T15:32:10.461" v="3274" actId="20577"/>
          <ac:spMkLst>
            <pc:docMk/>
            <pc:sldMk cId="4195091957" sldId="401"/>
            <ac:spMk id="13" creationId="{2E6FF8EE-57AB-A231-1F86-EF178B84144E}"/>
          </ac:spMkLst>
        </pc:spChg>
        <pc:spChg chg="add mod">
          <ac:chgData name="Isidora Silva Chiros" userId="0c986419-ce68-48bd-b705-f5a03ec14101" providerId="ADAL" clId="{BCD2818F-01C6-4AA5-A3AE-DDBFA260FF8C}" dt="2026-07-21T15:32:27.078" v="3278" actId="1076"/>
          <ac:spMkLst>
            <pc:docMk/>
            <pc:sldMk cId="4195091957" sldId="401"/>
            <ac:spMk id="20" creationId="{208ADBB4-4873-57C4-CF14-BD67FEE7925B}"/>
          </ac:spMkLst>
        </pc:spChg>
        <pc:spChg chg="add mod">
          <ac:chgData name="Isidora Silva Chiros" userId="0c986419-ce68-48bd-b705-f5a03ec14101" providerId="ADAL" clId="{BCD2818F-01C6-4AA5-A3AE-DDBFA260FF8C}" dt="2026-07-21T15:33:30.758" v="3300"/>
          <ac:spMkLst>
            <pc:docMk/>
            <pc:sldMk cId="4195091957" sldId="401"/>
            <ac:spMk id="22" creationId="{A850010F-3FD8-88C4-FD74-C2B679DF6ECF}"/>
          </ac:spMkLst>
        </pc:spChg>
        <pc:picChg chg="add mod">
          <ac:chgData name="Isidora Silva Chiros" userId="0c986419-ce68-48bd-b705-f5a03ec14101" providerId="ADAL" clId="{BCD2818F-01C6-4AA5-A3AE-DDBFA260FF8C}" dt="2026-07-21T15:31:21.043" v="3239" actId="1076"/>
          <ac:picMkLst>
            <pc:docMk/>
            <pc:sldMk cId="4195091957" sldId="401"/>
            <ac:picMk id="15" creationId="{FEC9D7A0-9E14-070A-512B-A1D3340F0A65}"/>
          </ac:picMkLst>
        </pc:picChg>
        <pc:picChg chg="add mod">
          <ac:chgData name="Isidora Silva Chiros" userId="0c986419-ce68-48bd-b705-f5a03ec14101" providerId="ADAL" clId="{BCD2818F-01C6-4AA5-A3AE-DDBFA260FF8C}" dt="2026-07-21T15:31:06.033" v="3236" actId="555"/>
          <ac:picMkLst>
            <pc:docMk/>
            <pc:sldMk cId="4195091957" sldId="401"/>
            <ac:picMk id="17" creationId="{34340E00-5C1F-A998-A2FD-A911E1F55AA4}"/>
          </ac:picMkLst>
        </pc:picChg>
        <pc:picChg chg="add mod">
          <ac:chgData name="Isidora Silva Chiros" userId="0c986419-ce68-48bd-b705-f5a03ec14101" providerId="ADAL" clId="{BCD2818F-01C6-4AA5-A3AE-DDBFA260FF8C}" dt="2026-07-21T15:31:06.033" v="3236" actId="555"/>
          <ac:picMkLst>
            <pc:docMk/>
            <pc:sldMk cId="4195091957" sldId="401"/>
            <ac:picMk id="19" creationId="{CCCB8D51-EC90-C0D9-D09C-BF0F7C4D50DF}"/>
          </ac:picMkLst>
        </pc:picChg>
      </pc:sldChg>
      <pc:sldChg chg="addSp delSp modSp add mod delAnim modAnim">
        <pc:chgData name="Isidora Silva Chiros" userId="0c986419-ce68-48bd-b705-f5a03ec14101" providerId="ADAL" clId="{BCD2818F-01C6-4AA5-A3AE-DDBFA260FF8C}" dt="2026-07-21T18:21:32.205" v="4229"/>
        <pc:sldMkLst>
          <pc:docMk/>
          <pc:sldMk cId="2243968560" sldId="402"/>
        </pc:sldMkLst>
        <pc:spChg chg="mod">
          <ac:chgData name="Isidora Silva Chiros" userId="0c986419-ce68-48bd-b705-f5a03ec14101" providerId="ADAL" clId="{BCD2818F-01C6-4AA5-A3AE-DDBFA260FF8C}" dt="2026-07-21T16:26:58.380" v="3930" actId="207"/>
          <ac:spMkLst>
            <pc:docMk/>
            <pc:sldMk cId="2243968560" sldId="402"/>
            <ac:spMk id="8" creationId="{1A269E84-17CF-7A43-F617-DC18FC4872A3}"/>
          </ac:spMkLst>
        </pc:spChg>
        <pc:spChg chg="add mod">
          <ac:chgData name="Isidora Silva Chiros" userId="0c986419-ce68-48bd-b705-f5a03ec14101" providerId="ADAL" clId="{BCD2818F-01C6-4AA5-A3AE-DDBFA260FF8C}" dt="2026-07-21T18:21:00.217" v="4223" actId="20577"/>
          <ac:spMkLst>
            <pc:docMk/>
            <pc:sldMk cId="2243968560" sldId="402"/>
            <ac:spMk id="11" creationId="{E104E6F0-B760-17F5-FC67-5D2C0D412788}"/>
          </ac:spMkLst>
        </pc:spChg>
        <pc:picChg chg="add mod">
          <ac:chgData name="Isidora Silva Chiros" userId="0c986419-ce68-48bd-b705-f5a03ec14101" providerId="ADAL" clId="{BCD2818F-01C6-4AA5-A3AE-DDBFA260FF8C}" dt="2026-07-21T18:21:15.668" v="4226" actId="1076"/>
          <ac:picMkLst>
            <pc:docMk/>
            <pc:sldMk cId="2243968560" sldId="402"/>
            <ac:picMk id="12" creationId="{B0B30F02-7321-C270-A3BE-02DB5EBDA323}"/>
          </ac:picMkLst>
        </pc:picChg>
      </pc:sldChg>
      <pc:sldChg chg="addSp delSp modSp new mod ord modClrScheme chgLayout">
        <pc:chgData name="Isidora Silva Chiros" userId="0c986419-ce68-48bd-b705-f5a03ec14101" providerId="ADAL" clId="{BCD2818F-01C6-4AA5-A3AE-DDBFA260FF8C}" dt="2026-07-23T13:26:50.814" v="4709"/>
        <pc:sldMkLst>
          <pc:docMk/>
          <pc:sldMk cId="3412066388" sldId="403"/>
        </pc:sldMkLst>
        <pc:spChg chg="mod ord">
          <ac:chgData name="Isidora Silva Chiros" userId="0c986419-ce68-48bd-b705-f5a03ec14101" providerId="ADAL" clId="{BCD2818F-01C6-4AA5-A3AE-DDBFA260FF8C}" dt="2026-07-21T18:34:00.276" v="4264" actId="700"/>
          <ac:spMkLst>
            <pc:docMk/>
            <pc:sldMk cId="3412066388" sldId="403"/>
            <ac:spMk id="4" creationId="{8470BD6B-29C6-C13F-6DDA-9089CDD6D27F}"/>
          </ac:spMkLst>
        </pc:spChg>
        <pc:spChg chg="add mod ord">
          <ac:chgData name="Isidora Silva Chiros" userId="0c986419-ce68-48bd-b705-f5a03ec14101" providerId="ADAL" clId="{BCD2818F-01C6-4AA5-A3AE-DDBFA260FF8C}" dt="2026-07-21T18:34:06.092" v="4266" actId="403"/>
          <ac:spMkLst>
            <pc:docMk/>
            <pc:sldMk cId="3412066388" sldId="403"/>
            <ac:spMk id="5" creationId="{09992BF4-94E8-B2E9-48D0-FD49B53E9487}"/>
          </ac:spMkLst>
        </pc:spChg>
        <pc:spChg chg="add mod ord">
          <ac:chgData name="Isidora Silva Chiros" userId="0c986419-ce68-48bd-b705-f5a03ec14101" providerId="ADAL" clId="{BCD2818F-01C6-4AA5-A3AE-DDBFA260FF8C}" dt="2026-07-21T18:34:00.276" v="4264" actId="700"/>
          <ac:spMkLst>
            <pc:docMk/>
            <pc:sldMk cId="3412066388" sldId="403"/>
            <ac:spMk id="8" creationId="{37CA639D-9F17-82A8-9F79-EF324E75E5AF}"/>
          </ac:spMkLst>
        </pc:spChg>
        <pc:spChg chg="add mod ord">
          <ac:chgData name="Isidora Silva Chiros" userId="0c986419-ce68-48bd-b705-f5a03ec14101" providerId="ADAL" clId="{BCD2818F-01C6-4AA5-A3AE-DDBFA260FF8C}" dt="2026-07-21T18:34:00.276" v="4264" actId="700"/>
          <ac:spMkLst>
            <pc:docMk/>
            <pc:sldMk cId="3412066388" sldId="403"/>
            <ac:spMk id="9" creationId="{D01570D9-DA57-3435-C0E8-DDA86456C65F}"/>
          </ac:spMkLst>
        </pc:spChg>
        <pc:spChg chg="add mod ord">
          <ac:chgData name="Isidora Silva Chiros" userId="0c986419-ce68-48bd-b705-f5a03ec14101" providerId="ADAL" clId="{BCD2818F-01C6-4AA5-A3AE-DDBFA260FF8C}" dt="2026-07-21T18:55:22.871" v="4691" actId="20577"/>
          <ac:spMkLst>
            <pc:docMk/>
            <pc:sldMk cId="3412066388" sldId="403"/>
            <ac:spMk id="10" creationId="{DDAD9E32-24AA-10F3-0538-AC89EAFEF324}"/>
          </ac:spMkLst>
        </pc:spChg>
        <pc:spChg chg="add mod">
          <ac:chgData name="Isidora Silva Chiros" userId="0c986419-ce68-48bd-b705-f5a03ec14101" providerId="ADAL" clId="{BCD2818F-01C6-4AA5-A3AE-DDBFA260FF8C}" dt="2026-07-21T18:41:29.961" v="4345" actId="20577"/>
          <ac:spMkLst>
            <pc:docMk/>
            <pc:sldMk cId="3412066388" sldId="403"/>
            <ac:spMk id="11" creationId="{1083BC74-E48C-74A0-40E9-8DAFFF2B7288}"/>
          </ac:spMkLst>
        </pc:spChg>
        <pc:spChg chg="add mod">
          <ac:chgData name="Isidora Silva Chiros" userId="0c986419-ce68-48bd-b705-f5a03ec14101" providerId="ADAL" clId="{BCD2818F-01C6-4AA5-A3AE-DDBFA260FF8C}" dt="2026-07-21T18:46:11.513" v="4482" actId="20577"/>
          <ac:spMkLst>
            <pc:docMk/>
            <pc:sldMk cId="3412066388" sldId="403"/>
            <ac:spMk id="12" creationId="{CD5FCD26-635B-ED32-07CB-6ACB5CD2805C}"/>
          </ac:spMkLst>
        </pc:spChg>
        <pc:spChg chg="add mod">
          <ac:chgData name="Isidora Silva Chiros" userId="0c986419-ce68-48bd-b705-f5a03ec14101" providerId="ADAL" clId="{BCD2818F-01C6-4AA5-A3AE-DDBFA260FF8C}" dt="2026-07-21T18:46:13.912" v="4484" actId="20577"/>
          <ac:spMkLst>
            <pc:docMk/>
            <pc:sldMk cId="3412066388" sldId="403"/>
            <ac:spMk id="13" creationId="{748AF561-7AEC-520F-DE0C-B775FD17A068}"/>
          </ac:spMkLst>
        </pc:spChg>
        <pc:spChg chg="add mod">
          <ac:chgData name="Isidora Silva Chiros" userId="0c986419-ce68-48bd-b705-f5a03ec14101" providerId="ADAL" clId="{BCD2818F-01C6-4AA5-A3AE-DDBFA260FF8C}" dt="2026-07-21T18:48:48.325" v="4591" actId="6549"/>
          <ac:spMkLst>
            <pc:docMk/>
            <pc:sldMk cId="3412066388" sldId="403"/>
            <ac:spMk id="14" creationId="{0E8566A9-AF5F-FFAB-6443-85A50F5D79FF}"/>
          </ac:spMkLst>
        </pc:spChg>
        <pc:spChg chg="add mod">
          <ac:chgData name="Isidora Silva Chiros" userId="0c986419-ce68-48bd-b705-f5a03ec14101" providerId="ADAL" clId="{BCD2818F-01C6-4AA5-A3AE-DDBFA260FF8C}" dt="2026-07-21T18:46:27.984" v="4489" actId="20577"/>
          <ac:spMkLst>
            <pc:docMk/>
            <pc:sldMk cId="3412066388" sldId="403"/>
            <ac:spMk id="15" creationId="{957A41A0-E707-C4CE-275B-1C7D572E7138}"/>
          </ac:spMkLst>
        </pc:spChg>
        <pc:spChg chg="add mod">
          <ac:chgData name="Isidora Silva Chiros" userId="0c986419-ce68-48bd-b705-f5a03ec14101" providerId="ADAL" clId="{BCD2818F-01C6-4AA5-A3AE-DDBFA260FF8C}" dt="2026-07-21T18:47:36.502" v="4513" actId="20577"/>
          <ac:spMkLst>
            <pc:docMk/>
            <pc:sldMk cId="3412066388" sldId="403"/>
            <ac:spMk id="16" creationId="{8CA5DFCA-E761-5A1B-FD37-32E3761DB811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F9097A3-8DD6-420B-AB1F-30262CEC0103}" type="datetimeFigureOut">
              <a:rPr lang="en-GB" smtClean="0"/>
              <a:t>23/07/2026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E63FE4B-2A11-4174-9591-0C9981A24A8F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556039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A01B4E-7AAB-4396-BFCF-FBF71A7FBE39}" type="slidenum">
              <a:rPr lang="en-DK" smtClean="0"/>
              <a:t>15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62902183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Para </a:t>
            </a:r>
            <a:r>
              <a:rPr lang="es-ES" err="1"/>
              <a:t>PDFs</a:t>
            </a:r>
            <a:r>
              <a:rPr lang="es-ES"/>
              <a:t> por ejemplo, se les enviará el camino, o el link de la carpeta, para que puedan ver el archivo, y dejar sus comentarios en el </a:t>
            </a:r>
            <a:r>
              <a:rPr lang="es-ES" err="1"/>
              <a:t>pdf</a:t>
            </a:r>
            <a:r>
              <a:rPr lang="es-ES"/>
              <a:t>.</a:t>
            </a:r>
          </a:p>
          <a:p>
            <a:endParaRPr lang="es-ES"/>
          </a:p>
          <a:p>
            <a:r>
              <a:rPr lang="es-ES"/>
              <a:t>El proceso con las imágenes es similar.</a:t>
            </a:r>
          </a:p>
          <a:p>
            <a:endParaRPr lang="es-ES"/>
          </a:p>
          <a:p>
            <a:r>
              <a:rPr lang="es-ES"/>
              <a:t>En el caso de los videos, se les enviará el link del mismo </a:t>
            </a:r>
            <a:r>
              <a:rPr lang="es-ES" err="1"/>
              <a:t>via</a:t>
            </a:r>
            <a:r>
              <a:rPr lang="es-ES"/>
              <a:t> </a:t>
            </a:r>
            <a:r>
              <a:rPr lang="es-ES" err="1"/>
              <a:t>sharepoint</a:t>
            </a:r>
            <a:r>
              <a:rPr lang="es-ES"/>
              <a:t>, donde podrán dejar sus comentarios. 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A01B4E-7AAB-4396-BFCF-FBF71A7FBE39}" type="slidenum">
              <a:rPr lang="en-DK" smtClean="0"/>
              <a:t>20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62461485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de título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1D4469C5-1101-499A-8CA4-CDAF5BC89DA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2C1ACDDE-2D20-4390-8706-8C1282B6050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72240" y="4337728"/>
            <a:ext cx="8430805" cy="745247"/>
          </a:xfrm>
        </p:spPr>
        <p:txBody>
          <a:bodyPr lIns="0" tIns="0" rIns="0" bIns="0"/>
          <a:lstStyle>
            <a:lvl1pPr marL="0" indent="0" algn="l">
              <a:buNone/>
              <a:defRPr sz="2400" b="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 noProof="0"/>
              <a:t>Haga clic para modificar el estilo de subtítulo del patrón</a:t>
            </a:r>
            <a:endParaRPr lang="en-GB" noProof="0" dirty="0"/>
          </a:p>
        </p:txBody>
      </p:sp>
      <p:pic>
        <p:nvPicPr>
          <p:cNvPr id="59" name="Line">
            <a:extLst>
              <a:ext uri="{FF2B5EF4-FFF2-40B4-BE49-F238E27FC236}">
                <a16:creationId xmlns:a16="http://schemas.microsoft.com/office/drawing/2014/main" id="{A8F21188-3E45-4924-AA66-9AEF6C0A7C55}"/>
              </a:ext>
            </a:extLst>
          </p:cNvPr>
          <p:cNvPicPr>
            <a:picLocks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751" t="-7865" r="3340" b="6220"/>
          <a:stretch/>
        </p:blipFill>
        <p:spPr>
          <a:xfrm>
            <a:off x="1881477" y="4062221"/>
            <a:ext cx="4979635" cy="9098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F782485-9A91-4D78-BE63-FEC8E0C8ED9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72240" y="2087418"/>
            <a:ext cx="8430805" cy="1828793"/>
          </a:xfrm>
        </p:spPr>
        <p:txBody>
          <a:bodyPr lIns="0" tIns="0" rIns="0" bIns="0" anchor="b">
            <a:normAutofit/>
          </a:bodyPr>
          <a:lstStyle>
            <a:lvl1pPr algn="l">
              <a:defRPr sz="6000">
                <a:solidFill>
                  <a:schemeClr val="accent3"/>
                </a:solidFill>
              </a:defRPr>
            </a:lvl1pPr>
          </a:lstStyle>
          <a:p>
            <a:r>
              <a:rPr lang="es-ES" noProof="0"/>
              <a:t>Haga clic para modificar el estilo de título del patrón</a:t>
            </a:r>
            <a:endParaRPr lang="en-GB" noProof="0" dirty="0"/>
          </a:p>
        </p:txBody>
      </p:sp>
      <p:pic>
        <p:nvPicPr>
          <p:cNvPr id="8" name="BioMar logo" descr="A close up of a sign&#10;&#10;Description automatically generated">
            <a:extLst>
              <a:ext uri="{FF2B5EF4-FFF2-40B4-BE49-F238E27FC236}">
                <a16:creationId xmlns:a16="http://schemas.microsoft.com/office/drawing/2014/main" id="{10229DB7-0C3C-4581-A748-187D72270E5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669" t="6364" r="25067" b="10105"/>
          <a:stretch/>
        </p:blipFill>
        <p:spPr>
          <a:xfrm>
            <a:off x="1868774" y="527858"/>
            <a:ext cx="1222664" cy="1138550"/>
          </a:xfrm>
          <a:prstGeom prst="roundRect">
            <a:avLst>
              <a:gd name="adj" fmla="val 0"/>
            </a:avLst>
          </a:prstGeom>
          <a:effectLst>
            <a:outerShdw blurRad="635000" sx="102000" sy="102000" algn="ctr" rotWithShape="0">
              <a:prstClr val="black">
                <a:alpha val="20000"/>
              </a:prstClr>
            </a:outerShdw>
          </a:effectLst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29A16E-1C20-4137-8BFF-8BC83EB285B4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1816508" y="6392405"/>
            <a:ext cx="2743200" cy="252000"/>
          </a:xfrm>
        </p:spPr>
        <p:txBody>
          <a:bodyPr lIns="0" rIns="0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B75C220-CE6D-47EE-AD4A-FFF4B5EBA863}" type="datetime1">
              <a:rPr lang="en-GB" noProof="0" smtClean="0"/>
              <a:t>23/07/2026</a:t>
            </a:fld>
            <a:endParaRPr lang="en-GB" noProof="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4F653F-EF38-47C8-B49B-D8DC1E448610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868774" y="5513348"/>
            <a:ext cx="4114800" cy="252000"/>
          </a:xfrm>
        </p:spPr>
        <p:txBody>
          <a:bodyPr lIns="0"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endParaRPr lang="en-GB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0E4FF7-71E0-4C56-80FA-B9721BCB3520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66F6B9C1-1745-48B0-A8CA-B72E47831159}" type="slidenum">
              <a:rPr lang="en-GB" noProof="0" smtClean="0"/>
              <a:pPr/>
              <a:t>‹Nº›</a:t>
            </a:fld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26790540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EE6F4C-2D26-4FE8-ADC3-E1F70D0870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 noProof="0"/>
              <a:t>Haga clic para modificar los estilos de texto del patrón</a:t>
            </a:r>
          </a:p>
          <a:p>
            <a:pPr lvl="1"/>
            <a:r>
              <a:rPr lang="es-ES" noProof="0"/>
              <a:t>Segundo nivel</a:t>
            </a:r>
          </a:p>
          <a:p>
            <a:pPr lvl="2"/>
            <a:r>
              <a:rPr lang="es-ES" noProof="0"/>
              <a:t>Tercer nivel</a:t>
            </a:r>
          </a:p>
          <a:p>
            <a:pPr lvl="3"/>
            <a:r>
              <a:rPr lang="es-ES" noProof="0"/>
              <a:t>Cuarto nivel</a:t>
            </a:r>
          </a:p>
          <a:p>
            <a:pPr lvl="4"/>
            <a:r>
              <a:rPr lang="es-ES" noProof="0"/>
              <a:t>Quinto nivel</a:t>
            </a:r>
            <a:endParaRPr lang="en-GB" noProof="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FD1D0CC-210D-4045-8A67-841981251192}"/>
              </a:ext>
            </a:extLst>
          </p:cNvPr>
          <p:cNvPicPr>
            <a:picLocks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59" b="-11319"/>
          <a:stretch/>
        </p:blipFill>
        <p:spPr>
          <a:xfrm>
            <a:off x="495708" y="1191289"/>
            <a:ext cx="11232000" cy="72000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933BA39-58E5-4CD2-8720-1CD6994DEA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6CC7CC-EA31-471A-9C0F-7D75EA7BEC22}" type="datetime1">
              <a:rPr lang="en-GB" noProof="0" smtClean="0"/>
              <a:t>23/07/2026</a:t>
            </a:fld>
            <a:endParaRPr lang="en-GB" noProof="0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7D5DA99-A6A5-4B1D-838D-A53201A413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D3E2ED3-B7CA-4509-819E-F58E7A0DAC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F6B9C1-1745-48B0-A8CA-B72E47831159}" type="slidenum">
              <a:rPr lang="en-GB" noProof="0" smtClean="0"/>
              <a:pPr/>
              <a:t>‹Nº›</a:t>
            </a:fld>
            <a:endParaRPr lang="en-GB" noProof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CC1E5E85-87CB-407B-ACEE-1C18831038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noProof="0"/>
              <a:t>Haga clic para modificar el estilo de título del patrón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131773764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s/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1" name="Date Placeholder 540">
            <a:extLst>
              <a:ext uri="{FF2B5EF4-FFF2-40B4-BE49-F238E27FC236}">
                <a16:creationId xmlns:a16="http://schemas.microsoft.com/office/drawing/2014/main" id="{D427F0E5-5613-4AC6-AFF0-DDDBE4862779}"/>
              </a:ext>
            </a:extLst>
          </p:cNvPr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fld id="{29F733B2-9299-4499-9563-F289B2800722}" type="datetime1">
              <a:rPr lang="en-GB" noProof="0" smtClean="0"/>
              <a:t>23/07/2026</a:t>
            </a:fld>
            <a:endParaRPr lang="en-GB" noProof="0"/>
          </a:p>
        </p:txBody>
      </p:sp>
      <p:sp>
        <p:nvSpPr>
          <p:cNvPr id="542" name="Footer Placeholder 541">
            <a:extLst>
              <a:ext uri="{FF2B5EF4-FFF2-40B4-BE49-F238E27FC236}">
                <a16:creationId xmlns:a16="http://schemas.microsoft.com/office/drawing/2014/main" id="{DE5B132F-71D1-4EC4-87B0-4849361F406B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>
          <a:xfrm>
            <a:off x="7442198" y="6409657"/>
            <a:ext cx="3760472" cy="252000"/>
          </a:xfrm>
        </p:spPr>
        <p:txBody>
          <a:bodyPr/>
          <a:lstStyle/>
          <a:p>
            <a:endParaRPr lang="en-GB" noProof="0"/>
          </a:p>
        </p:txBody>
      </p:sp>
      <p:sp>
        <p:nvSpPr>
          <p:cNvPr id="543" name="Slide Number Placeholder 542">
            <a:extLst>
              <a:ext uri="{FF2B5EF4-FFF2-40B4-BE49-F238E27FC236}">
                <a16:creationId xmlns:a16="http://schemas.microsoft.com/office/drawing/2014/main" id="{EB79982C-2234-4052-AF68-B1F91F8C5D77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66F6B9C1-1745-48B0-A8CA-B72E47831159}" type="slidenum">
              <a:rPr lang="en-GB" noProof="0" smtClean="0"/>
              <a:pPr/>
              <a:t>‹Nº›</a:t>
            </a:fld>
            <a:endParaRPr lang="en-GB" noProof="0"/>
          </a:p>
        </p:txBody>
      </p:sp>
      <p:sp>
        <p:nvSpPr>
          <p:cNvPr id="276" name="Picture Placeholder 2">
            <a:extLst>
              <a:ext uri="{FF2B5EF4-FFF2-40B4-BE49-F238E27FC236}">
                <a16:creationId xmlns:a16="http://schemas.microsoft.com/office/drawing/2014/main" id="{74AA26DB-9177-9442-953E-52EEC4EF1AEB}"/>
              </a:ext>
            </a:extLst>
          </p:cNvPr>
          <p:cNvSpPr>
            <a:spLocks noGrp="1"/>
          </p:cNvSpPr>
          <p:nvPr>
            <p:ph type="pic" idx="15" hasCustomPrompt="1"/>
          </p:nvPr>
        </p:nvSpPr>
        <p:spPr>
          <a:xfrm>
            <a:off x="1478" y="0"/>
            <a:ext cx="7027477" cy="6858000"/>
          </a:xfr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14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Add Your Picture Here</a:t>
            </a:r>
          </a:p>
        </p:txBody>
      </p:sp>
      <p:sp>
        <p:nvSpPr>
          <p:cNvPr id="544" name="Title 543">
            <a:extLst>
              <a:ext uri="{FF2B5EF4-FFF2-40B4-BE49-F238E27FC236}">
                <a16:creationId xmlns:a16="http://schemas.microsoft.com/office/drawing/2014/main" id="{8617B394-9586-4DC7-AEC5-D837F9BC2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42198" y="1108365"/>
            <a:ext cx="4306887" cy="1092208"/>
          </a:xfrm>
        </p:spPr>
        <p:txBody>
          <a:bodyPr rIns="36000" anchor="b" anchorCtr="0">
            <a:normAutofit/>
          </a:bodyPr>
          <a:lstStyle>
            <a:lvl1pPr algn="r">
              <a:defRPr sz="3600"/>
            </a:lvl1pPr>
          </a:lstStyle>
          <a:p>
            <a:r>
              <a:rPr lang="es-ES" noProof="0"/>
              <a:t>Haga clic para modificar el estilo de título del patrón</a:t>
            </a:r>
            <a:endParaRPr lang="en-GB" noProof="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56E3DFA-C385-4C0E-AA46-779059C36E1E}"/>
              </a:ext>
            </a:extLst>
          </p:cNvPr>
          <p:cNvPicPr>
            <a:picLocks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2284" t="-3530" r="1" b="-2"/>
          <a:stretch/>
        </p:blipFill>
        <p:spPr>
          <a:xfrm>
            <a:off x="7442198" y="2225675"/>
            <a:ext cx="4276902" cy="92676"/>
          </a:xfrm>
          <a:prstGeom prst="rect">
            <a:avLst/>
          </a:prstGeom>
        </p:spPr>
      </p:pic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66F21C-819C-4B79-ADF3-5541652CFDE8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7442200" y="2463801"/>
            <a:ext cx="4306888" cy="3828078"/>
          </a:xfrm>
        </p:spPr>
        <p:txBody>
          <a:bodyPr/>
          <a:lstStyle>
            <a:lvl1pPr marL="0" indent="0" algn="r">
              <a:buFontTx/>
              <a:buNone/>
              <a:defRPr/>
            </a:lvl1pPr>
            <a:lvl2pPr marL="457200" indent="0" algn="r">
              <a:buFontTx/>
              <a:buNone/>
              <a:defRPr/>
            </a:lvl2pPr>
            <a:lvl3pPr marL="914400" indent="0" algn="r">
              <a:buFontTx/>
              <a:buNone/>
              <a:defRPr/>
            </a:lvl3pPr>
            <a:lvl4pPr marL="1371600" indent="0" algn="r">
              <a:buFontTx/>
              <a:buNone/>
              <a:defRPr/>
            </a:lvl4pPr>
            <a:lvl5pPr marL="1828800" indent="0" algn="r">
              <a:buFontTx/>
              <a:buNone/>
              <a:defRPr/>
            </a:lvl5pPr>
          </a:lstStyle>
          <a:p>
            <a:pPr lvl="0"/>
            <a:r>
              <a:rPr lang="es-ES" noProof="0"/>
              <a:t>Haga clic para modificar los estilos de texto del patrón</a:t>
            </a:r>
          </a:p>
        </p:txBody>
      </p:sp>
    </p:spTree>
    <p:extLst>
      <p:ext uri="{BB962C8B-B14F-4D97-AF65-F5344CB8AC3E}">
        <p14:creationId xmlns:p14="http://schemas.microsoft.com/office/powerpoint/2010/main" val="371396688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EE6F4C-2D26-4FE8-ADC3-E1F70D0870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8000" y="1838246"/>
            <a:ext cx="11232000" cy="4361957"/>
          </a:xfrm>
        </p:spPr>
        <p:txBody>
          <a:bodyPr/>
          <a:lstStyle/>
          <a:p>
            <a:pPr lvl="0"/>
            <a:r>
              <a:rPr lang="es-ES" noProof="0"/>
              <a:t>Haga clic para modificar los estilos de texto del patrón</a:t>
            </a:r>
          </a:p>
          <a:p>
            <a:pPr lvl="1"/>
            <a:r>
              <a:rPr lang="es-ES" noProof="0"/>
              <a:t>Segundo nivel</a:t>
            </a:r>
          </a:p>
          <a:p>
            <a:pPr lvl="2"/>
            <a:r>
              <a:rPr lang="es-ES" noProof="0"/>
              <a:t>Tercer nivel</a:t>
            </a:r>
          </a:p>
          <a:p>
            <a:pPr lvl="3"/>
            <a:r>
              <a:rPr lang="es-ES" noProof="0"/>
              <a:t>Cuarto nivel</a:t>
            </a:r>
          </a:p>
          <a:p>
            <a:pPr lvl="4"/>
            <a:r>
              <a:rPr lang="es-ES" noProof="0"/>
              <a:t>Quinto nivel</a:t>
            </a:r>
            <a:endParaRPr lang="en-GB" noProof="0" dirty="0"/>
          </a:p>
        </p:txBody>
      </p:sp>
      <p:sp>
        <p:nvSpPr>
          <p:cNvPr id="530" name="Date Placeholder 529">
            <a:extLst>
              <a:ext uri="{FF2B5EF4-FFF2-40B4-BE49-F238E27FC236}">
                <a16:creationId xmlns:a16="http://schemas.microsoft.com/office/drawing/2014/main" id="{4E897482-955E-4641-8274-4471E3D594E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68000" y="6392405"/>
            <a:ext cx="2743200" cy="252000"/>
          </a:xfrm>
        </p:spPr>
        <p:txBody>
          <a:bodyPr/>
          <a:lstStyle/>
          <a:p>
            <a:fld id="{5A7ADBFF-FA0E-4161-940E-938B32966E54}" type="datetime1">
              <a:rPr lang="en-GB" noProof="0" smtClean="0"/>
              <a:t>23/07/2026</a:t>
            </a:fld>
            <a:endParaRPr lang="en-GB" noProof="0" dirty="0"/>
          </a:p>
        </p:txBody>
      </p:sp>
      <p:sp>
        <p:nvSpPr>
          <p:cNvPr id="531" name="Footer Placeholder 530">
            <a:extLst>
              <a:ext uri="{FF2B5EF4-FFF2-40B4-BE49-F238E27FC236}">
                <a16:creationId xmlns:a16="http://schemas.microsoft.com/office/drawing/2014/main" id="{409E6082-30A2-49EC-900F-90177FED81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087870" y="6409657"/>
            <a:ext cx="4114800" cy="252000"/>
          </a:xfrm>
        </p:spPr>
        <p:txBody>
          <a:bodyPr/>
          <a:lstStyle/>
          <a:p>
            <a:endParaRPr lang="en-GB" noProof="0" dirty="0"/>
          </a:p>
        </p:txBody>
      </p:sp>
      <p:sp>
        <p:nvSpPr>
          <p:cNvPr id="532" name="Slide Number Placeholder 531">
            <a:extLst>
              <a:ext uri="{FF2B5EF4-FFF2-40B4-BE49-F238E27FC236}">
                <a16:creationId xmlns:a16="http://schemas.microsoft.com/office/drawing/2014/main" id="{DD45E5A5-BF18-41E9-A5FC-200885BEF6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F6B9C1-1745-48B0-A8CA-B72E47831159}" type="slidenum">
              <a:rPr lang="en-GB" noProof="0" smtClean="0"/>
              <a:pPr/>
              <a:t>‹Nº›</a:t>
            </a:fld>
            <a:endParaRPr lang="en-GB" noProof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4E593F3-08EA-4655-844F-2C6E2B39E1A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67999" y="1436595"/>
            <a:ext cx="11235600" cy="329206"/>
          </a:xfrm>
        </p:spPr>
        <p:txBody>
          <a:bodyPr lIns="72000" tIns="0" rIns="0" bIns="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2400" b="1" kern="0" cap="none" spc="0" baseline="0">
                <a:solidFill>
                  <a:schemeClr val="bg2"/>
                </a:solidFill>
              </a:defRPr>
            </a:lvl1pPr>
            <a:lvl2pPr marL="457200" indent="0">
              <a:buFontTx/>
              <a:buNone/>
              <a:defRPr>
                <a:solidFill>
                  <a:schemeClr val="accent2"/>
                </a:solidFill>
              </a:defRPr>
            </a:lvl2pPr>
            <a:lvl3pPr marL="914400" indent="0">
              <a:buFontTx/>
              <a:buNone/>
              <a:defRPr>
                <a:solidFill>
                  <a:schemeClr val="accent2"/>
                </a:solidFill>
              </a:defRPr>
            </a:lvl3pPr>
            <a:lvl4pPr marL="1371600" indent="0">
              <a:buFontTx/>
              <a:buNone/>
              <a:defRPr>
                <a:solidFill>
                  <a:schemeClr val="accent2"/>
                </a:solidFill>
              </a:defRPr>
            </a:lvl4pPr>
            <a:lvl5pPr marL="1828800" indent="0">
              <a:buFontTx/>
              <a:buNone/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GB" noProof="0" dirty="0"/>
              <a:t>Click to add subtitle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E18D0E78-DA72-42AD-AB28-45587105B4A3}"/>
              </a:ext>
            </a:extLst>
          </p:cNvPr>
          <p:cNvPicPr>
            <a:picLocks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59" b="-11319"/>
          <a:stretch/>
        </p:blipFill>
        <p:spPr>
          <a:xfrm>
            <a:off x="495708" y="1191289"/>
            <a:ext cx="11232000" cy="72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C1C9476-7D88-4E89-8F29-361D808D2C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8000" y="432000"/>
            <a:ext cx="10368000" cy="684000"/>
          </a:xfrm>
        </p:spPr>
        <p:txBody>
          <a:bodyPr/>
          <a:lstStyle/>
          <a:p>
            <a:r>
              <a:rPr lang="es-ES" noProof="0"/>
              <a:t>Haga clic para modificar el estilo de título del patrón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36382815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, 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EE6F4C-2D26-4FE8-ADC3-E1F70D0870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 noProof="0"/>
              <a:t>Haga clic para modificar los estilos de texto del patrón</a:t>
            </a:r>
          </a:p>
          <a:p>
            <a:pPr lvl="1"/>
            <a:r>
              <a:rPr lang="es-ES" noProof="0"/>
              <a:t>Segundo nivel</a:t>
            </a:r>
          </a:p>
          <a:p>
            <a:pPr lvl="2"/>
            <a:r>
              <a:rPr lang="es-ES" noProof="0"/>
              <a:t>Tercer nivel</a:t>
            </a:r>
          </a:p>
          <a:p>
            <a:pPr lvl="3"/>
            <a:r>
              <a:rPr lang="es-ES" noProof="0"/>
              <a:t>Cuarto nivel</a:t>
            </a:r>
          </a:p>
          <a:p>
            <a:pPr lvl="4"/>
            <a:r>
              <a:rPr lang="es-ES" noProof="0"/>
              <a:t>Quinto nivel</a:t>
            </a:r>
            <a:endParaRPr lang="en-GB" noProof="0" dirty="0"/>
          </a:p>
        </p:txBody>
      </p:sp>
      <p:sp>
        <p:nvSpPr>
          <p:cNvPr id="793" name="Date Placeholder 792">
            <a:extLst>
              <a:ext uri="{FF2B5EF4-FFF2-40B4-BE49-F238E27FC236}">
                <a16:creationId xmlns:a16="http://schemas.microsoft.com/office/drawing/2014/main" id="{20D5AE6B-86D6-4A9D-A2CD-EB2E7FD072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9F5583-A164-4A49-9BCB-405A916382AB}" type="datetime1">
              <a:rPr lang="en-GB" noProof="0" smtClean="0"/>
              <a:t>23/07/2026</a:t>
            </a:fld>
            <a:endParaRPr lang="en-GB" noProof="0" dirty="0"/>
          </a:p>
        </p:txBody>
      </p:sp>
      <p:sp>
        <p:nvSpPr>
          <p:cNvPr id="794" name="Footer Placeholder 793">
            <a:extLst>
              <a:ext uri="{FF2B5EF4-FFF2-40B4-BE49-F238E27FC236}">
                <a16:creationId xmlns:a16="http://schemas.microsoft.com/office/drawing/2014/main" id="{44B7771D-F36D-4E96-953F-7EC7A4C65B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795" name="Slide Number Placeholder 794">
            <a:extLst>
              <a:ext uri="{FF2B5EF4-FFF2-40B4-BE49-F238E27FC236}">
                <a16:creationId xmlns:a16="http://schemas.microsoft.com/office/drawing/2014/main" id="{D42055D7-7ABD-49AB-BB20-02C8D678A3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F6B9C1-1745-48B0-A8CA-B72E47831159}" type="slidenum">
              <a:rPr lang="en-GB" noProof="0" smtClean="0"/>
              <a:pPr/>
              <a:t>‹Nº›</a:t>
            </a:fld>
            <a:endParaRPr lang="en-GB" noProof="0"/>
          </a:p>
        </p:txBody>
      </p:sp>
      <p:sp>
        <p:nvSpPr>
          <p:cNvPr id="264" name="Text Placeholder 3">
            <a:extLst>
              <a:ext uri="{FF2B5EF4-FFF2-40B4-BE49-F238E27FC236}">
                <a16:creationId xmlns:a16="http://schemas.microsoft.com/office/drawing/2014/main" id="{BA9A2C39-FCA0-4869-BB45-C99C9BBC7F0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67999" y="88093"/>
            <a:ext cx="10368000" cy="324000"/>
          </a:xfrm>
        </p:spPr>
        <p:txBody>
          <a:bodyPr lIns="36000" tIns="0" rIns="0" bIns="0" anchor="b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1800" b="1" kern="0" cap="none" spc="50" baseline="0">
                <a:solidFill>
                  <a:schemeClr val="bg2"/>
                </a:solidFill>
              </a:defRPr>
            </a:lvl1pPr>
            <a:lvl2pPr marL="457200" indent="0">
              <a:buFontTx/>
              <a:buNone/>
              <a:defRPr>
                <a:solidFill>
                  <a:schemeClr val="accent2"/>
                </a:solidFill>
              </a:defRPr>
            </a:lvl2pPr>
            <a:lvl3pPr marL="914400" indent="0">
              <a:buFontTx/>
              <a:buNone/>
              <a:defRPr>
                <a:solidFill>
                  <a:schemeClr val="accent2"/>
                </a:solidFill>
              </a:defRPr>
            </a:lvl3pPr>
            <a:lvl4pPr marL="1371600" indent="0">
              <a:buFontTx/>
              <a:buNone/>
              <a:defRPr>
                <a:solidFill>
                  <a:schemeClr val="accent2"/>
                </a:solidFill>
              </a:defRPr>
            </a:lvl4pPr>
            <a:lvl5pPr marL="1828800" indent="0">
              <a:buFontTx/>
              <a:buNone/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GB" noProof="0" dirty="0"/>
              <a:t>Section header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D437074-B210-4A56-9DBD-F3282AD01448}"/>
              </a:ext>
            </a:extLst>
          </p:cNvPr>
          <p:cNvPicPr>
            <a:picLocks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59" b="-11319"/>
          <a:stretch/>
        </p:blipFill>
        <p:spPr>
          <a:xfrm>
            <a:off x="495708" y="1191289"/>
            <a:ext cx="11232000" cy="7200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D1CBFB62-DC66-4DA1-B73B-4F210B6415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74135838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F51FD1A9-A1E6-4637-A63D-DB937B5CA4D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"/>
            <a:ext cx="12192000" cy="6857173"/>
          </a:xfrm>
          <a:prstGeom prst="rect">
            <a:avLst/>
          </a:prstGeom>
        </p:spPr>
      </p:pic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8D7360D-6616-4F4E-8D57-3065FCCCA6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4000" y="4962562"/>
            <a:ext cx="9796272" cy="1197412"/>
          </a:xfrm>
        </p:spPr>
        <p:txBody>
          <a:bodyPr lIns="18000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noProof="0"/>
              <a:t>Haga clic para modificar los estilos de texto del patrón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D04C4A7-63F2-48C4-ABE5-E8957E424C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989" y="2952000"/>
            <a:ext cx="9786891" cy="1737126"/>
          </a:xfrm>
        </p:spPr>
        <p:txBody>
          <a:bodyPr lIns="0" anchor="b">
            <a:normAutofit/>
          </a:bodyPr>
          <a:lstStyle>
            <a:lvl1pPr>
              <a:defRPr sz="4800">
                <a:solidFill>
                  <a:schemeClr val="accent3"/>
                </a:solidFill>
              </a:defRPr>
            </a:lvl1pPr>
          </a:lstStyle>
          <a:p>
            <a:r>
              <a:rPr lang="es-ES" noProof="0"/>
              <a:t>Haga clic para modificar el estilo de título del patrón</a:t>
            </a:r>
            <a:endParaRPr lang="en-GB" noProof="0" dirty="0"/>
          </a:p>
        </p:txBody>
      </p:sp>
      <p:pic>
        <p:nvPicPr>
          <p:cNvPr id="8" name="Picture 7" descr="A close up of a sign&#10;&#10;Description automatically generated">
            <a:extLst>
              <a:ext uri="{FF2B5EF4-FFF2-40B4-BE49-F238E27FC236}">
                <a16:creationId xmlns:a16="http://schemas.microsoft.com/office/drawing/2014/main" id="{07BFC014-840F-49E6-876B-8D36C4F80AA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669" t="6364" r="25067" b="10105"/>
          <a:stretch/>
        </p:blipFill>
        <p:spPr>
          <a:xfrm>
            <a:off x="658813" y="527858"/>
            <a:ext cx="1222664" cy="1138550"/>
          </a:xfrm>
          <a:prstGeom prst="roundRect">
            <a:avLst>
              <a:gd name="adj" fmla="val 0"/>
            </a:avLst>
          </a:prstGeom>
          <a:effectLst>
            <a:outerShdw blurRad="635000" sx="102000" sy="102000" algn="ctr" rotWithShape="0">
              <a:prstClr val="black">
                <a:alpha val="20000"/>
              </a:prstClr>
            </a:outerShdw>
          </a:effectLst>
        </p:spPr>
      </p:pic>
      <p:pic>
        <p:nvPicPr>
          <p:cNvPr id="9" name="Line">
            <a:extLst>
              <a:ext uri="{FF2B5EF4-FFF2-40B4-BE49-F238E27FC236}">
                <a16:creationId xmlns:a16="http://schemas.microsoft.com/office/drawing/2014/main" id="{A2AAC550-A760-4808-971F-C107AF9FFA4B}"/>
              </a:ext>
            </a:extLst>
          </p:cNvPr>
          <p:cNvPicPr>
            <a:picLocks/>
          </p:cNvPicPr>
          <p:nvPr userDrawn="1"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751" t="-7865" r="3340" b="6220"/>
          <a:stretch/>
        </p:blipFill>
        <p:spPr>
          <a:xfrm>
            <a:off x="682989" y="4780351"/>
            <a:ext cx="4979635" cy="90985"/>
          </a:xfrm>
          <a:prstGeom prst="rect">
            <a:avLst/>
          </a:prstGeom>
        </p:spPr>
      </p:pic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0B570AA5-3509-451D-B12B-A9E10E56A37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80434" y="6392405"/>
            <a:ext cx="2743200" cy="2520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88901B5-C238-411B-BA65-1E591DA3563A}" type="datetime1">
              <a:rPr lang="en-GB" smtClean="0"/>
              <a:t>23/07/2026</a:t>
            </a:fld>
            <a:endParaRPr lang="en-GB" dirty="0"/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0B69E9C0-49A3-408B-8E81-6900AC6C5C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39CFBA96-2B00-4625-85D6-B57F3F1426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F6B9C1-1745-48B0-A8CA-B72E47831159}" type="slidenum">
              <a:rPr lang="en-GB" noProof="0" smtClean="0"/>
              <a:pPr/>
              <a:t>‹Nº›</a:t>
            </a:fld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318930472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F51FD1A9-A1E6-4637-A63D-DB937B5CA4D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1"/>
            <a:ext cx="12192000" cy="6857173"/>
          </a:xfrm>
          <a:prstGeom prst="rect">
            <a:avLst/>
          </a:prstGeom>
        </p:spPr>
      </p:pic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8D7360D-6616-4F4E-8D57-3065FCCCA6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4000" y="4962562"/>
            <a:ext cx="9796272" cy="1197412"/>
          </a:xfrm>
        </p:spPr>
        <p:txBody>
          <a:bodyPr lIns="18000">
            <a:normAutofit/>
          </a:bodyPr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noProof="0"/>
              <a:t>Haga clic para modificar los estilos de texto del patrón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D04C4A7-63F2-48C4-ABE5-E8957E424C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989" y="2952000"/>
            <a:ext cx="9786891" cy="1737126"/>
          </a:xfrm>
        </p:spPr>
        <p:txBody>
          <a:bodyPr lIns="0" anchor="b">
            <a:normAutofit/>
          </a:bodyPr>
          <a:lstStyle>
            <a:lvl1pPr>
              <a:defRPr sz="4800">
                <a:solidFill>
                  <a:schemeClr val="accent1"/>
                </a:solidFill>
              </a:defRPr>
            </a:lvl1pPr>
          </a:lstStyle>
          <a:p>
            <a:r>
              <a:rPr lang="es-ES" noProof="0"/>
              <a:t>Haga clic para modificar el estilo de título del patrón</a:t>
            </a:r>
            <a:endParaRPr lang="en-GB" noProof="0" dirty="0"/>
          </a:p>
        </p:txBody>
      </p:sp>
      <p:pic>
        <p:nvPicPr>
          <p:cNvPr id="8" name="Picture 7" descr="A close up of a sign&#10;&#10;Description automatically generated">
            <a:extLst>
              <a:ext uri="{FF2B5EF4-FFF2-40B4-BE49-F238E27FC236}">
                <a16:creationId xmlns:a16="http://schemas.microsoft.com/office/drawing/2014/main" id="{07BFC014-840F-49E6-876B-8D36C4F80AA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669" t="6364" r="25067" b="10105"/>
          <a:stretch/>
        </p:blipFill>
        <p:spPr>
          <a:xfrm>
            <a:off x="658813" y="527858"/>
            <a:ext cx="1222664" cy="1138550"/>
          </a:xfrm>
          <a:prstGeom prst="roundRect">
            <a:avLst>
              <a:gd name="adj" fmla="val 0"/>
            </a:avLst>
          </a:prstGeom>
          <a:effectLst>
            <a:outerShdw blurRad="635000" sx="102000" sy="102000" algn="ctr" rotWithShape="0">
              <a:prstClr val="black">
                <a:alpha val="20000"/>
              </a:prstClr>
            </a:outerShdw>
          </a:effectLst>
        </p:spPr>
      </p:pic>
      <p:pic>
        <p:nvPicPr>
          <p:cNvPr id="9" name="Line">
            <a:extLst>
              <a:ext uri="{FF2B5EF4-FFF2-40B4-BE49-F238E27FC236}">
                <a16:creationId xmlns:a16="http://schemas.microsoft.com/office/drawing/2014/main" id="{A2AAC550-A760-4808-971F-C107AF9FFA4B}"/>
              </a:ext>
            </a:extLst>
          </p:cNvPr>
          <p:cNvPicPr>
            <a:picLocks/>
          </p:cNvPicPr>
          <p:nvPr userDrawn="1"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751" t="-7865" r="3340" b="6220"/>
          <a:stretch/>
        </p:blipFill>
        <p:spPr>
          <a:xfrm>
            <a:off x="682989" y="4780351"/>
            <a:ext cx="4979635" cy="90985"/>
          </a:xfrm>
          <a:prstGeom prst="rect">
            <a:avLst/>
          </a:prstGeom>
        </p:spPr>
      </p:pic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4B3460B1-9651-4644-9926-16AC74391A5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2724" y="6392405"/>
            <a:ext cx="2743200" cy="252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668F2EE-FA19-4DFF-AB74-BF506FF2AD90}" type="datetime1">
              <a:rPr lang="en-GB" smtClean="0"/>
              <a:t>23/07/2026</a:t>
            </a:fld>
            <a:endParaRPr lang="en-GB" dirty="0"/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96572E9B-310F-483A-81CA-D71C772EA9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F4C83A1E-9A79-4E4A-BF41-07D0121FB2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F6B9C1-1745-48B0-A8CA-B72E47831159}" type="slidenum">
              <a:rPr lang="en-GB" noProof="0" smtClean="0"/>
              <a:pPr/>
              <a:t>‹Nº›</a:t>
            </a:fld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163872673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B0C501-BA5B-4C42-84D2-ED731C3B449E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54DEF6CD-836D-4E0D-A33E-3F010FDB910E}" type="datetime1">
              <a:rPr lang="en-GB" noProof="0" smtClean="0"/>
              <a:t>23/07/2026</a:t>
            </a:fld>
            <a:endParaRPr lang="en-GB" noProof="0"/>
          </a:p>
        </p:txBody>
      </p:sp>
      <p:sp>
        <p:nvSpPr>
          <p:cNvPr id="57" name="Picture Placeholder 2">
            <a:extLst>
              <a:ext uri="{FF2B5EF4-FFF2-40B4-BE49-F238E27FC236}">
                <a16:creationId xmlns:a16="http://schemas.microsoft.com/office/drawing/2014/main" id="{F7F61A98-A0CF-4246-8434-89A70C039DBF}"/>
              </a:ext>
            </a:extLst>
          </p:cNvPr>
          <p:cNvSpPr>
            <a:spLocks noGrp="1"/>
          </p:cNvSpPr>
          <p:nvPr>
            <p:ph type="pic" idx="14" hasCustomPrompt="1"/>
          </p:nvPr>
        </p:nvSpPr>
        <p:spPr>
          <a:xfrm>
            <a:off x="0" y="0"/>
            <a:ext cx="4085463" cy="6858000"/>
          </a:xfr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14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Add Your Picture Here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8D7360D-6616-4F4E-8D57-3065FCCCA6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08500" y="3706434"/>
            <a:ext cx="6658840" cy="1197412"/>
          </a:xfrm>
        </p:spPr>
        <p:txBody>
          <a:bodyPr lIns="18000">
            <a:normAutofit/>
          </a:bodyPr>
          <a:lstStyle>
            <a:lvl1pPr marL="0" indent="0">
              <a:buNone/>
              <a:defRPr sz="200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noProof="0"/>
              <a:t>Haga clic para modificar los estilos de texto del patrón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D04C4A7-63F2-48C4-ABE5-E8957E424C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8108" y="1695872"/>
            <a:ext cx="6658841" cy="1737126"/>
          </a:xfrm>
        </p:spPr>
        <p:txBody>
          <a:bodyPr lIns="0" anchor="b">
            <a:normAutofit/>
          </a:bodyPr>
          <a:lstStyle>
            <a:lvl1pPr>
              <a:defRPr sz="4800">
                <a:solidFill>
                  <a:schemeClr val="tx2"/>
                </a:solidFill>
              </a:defRPr>
            </a:lvl1pPr>
          </a:lstStyle>
          <a:p>
            <a:r>
              <a:rPr lang="es-ES" noProof="0"/>
              <a:t>Haga clic para modificar el estilo de título del patrón</a:t>
            </a:r>
            <a:endParaRPr lang="en-GB" noProof="0" dirty="0"/>
          </a:p>
        </p:txBody>
      </p:sp>
      <p:pic>
        <p:nvPicPr>
          <p:cNvPr id="10" name="Line">
            <a:extLst>
              <a:ext uri="{FF2B5EF4-FFF2-40B4-BE49-F238E27FC236}">
                <a16:creationId xmlns:a16="http://schemas.microsoft.com/office/drawing/2014/main" id="{D8CEE087-9A4F-4559-B49F-15BAD956173E}"/>
              </a:ext>
            </a:extLst>
          </p:cNvPr>
          <p:cNvPicPr>
            <a:picLocks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751" t="-7865" r="3340" b="6220"/>
          <a:stretch/>
        </p:blipFill>
        <p:spPr>
          <a:xfrm>
            <a:off x="4498108" y="3524223"/>
            <a:ext cx="4979635" cy="90985"/>
          </a:xfrm>
          <a:prstGeom prst="rect">
            <a:avLst/>
          </a:prstGeom>
        </p:spPr>
      </p:pic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A94780-6B39-4373-9056-F2C49D7C47F6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GB" noProof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239D89-E9C9-42B8-A1D8-1A68B3C475F0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66F6B9C1-1745-48B0-A8CA-B72E47831159}" type="slidenum">
              <a:rPr lang="en-GB" noProof="0" smtClean="0"/>
              <a:pPr/>
              <a:t>‹Nº›</a:t>
            </a:fld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4827657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BA46F6-4F1B-4943-8B34-89B8D4F7B33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04000" y="1440000"/>
            <a:ext cx="5400000" cy="4752000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400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es-ES" noProof="0"/>
              <a:t>Haga clic para modificar los estilos de texto del patrón</a:t>
            </a:r>
          </a:p>
          <a:p>
            <a:pPr lvl="1"/>
            <a:r>
              <a:rPr lang="es-ES" noProof="0"/>
              <a:t>Segundo nivel</a:t>
            </a:r>
          </a:p>
          <a:p>
            <a:pPr lvl="2"/>
            <a:r>
              <a:rPr lang="es-ES" noProof="0"/>
              <a:t>Tercer nivel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1A2AAC1-2978-4345-9225-1EC875F19B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36190" y="1440000"/>
            <a:ext cx="5364000" cy="4752000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400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es-ES" noProof="0"/>
              <a:t>Haga clic para modificar los estilos de texto del patrón</a:t>
            </a:r>
          </a:p>
          <a:p>
            <a:pPr lvl="1"/>
            <a:r>
              <a:rPr lang="es-ES" noProof="0"/>
              <a:t>Segundo nivel</a:t>
            </a:r>
          </a:p>
          <a:p>
            <a:pPr lvl="2"/>
            <a:r>
              <a:rPr lang="es-ES" noProof="0"/>
              <a:t>Tercer nivel</a:t>
            </a:r>
          </a:p>
        </p:txBody>
      </p:sp>
      <p:sp>
        <p:nvSpPr>
          <p:cNvPr id="15" name="Date Placeholder 14">
            <a:extLst>
              <a:ext uri="{FF2B5EF4-FFF2-40B4-BE49-F238E27FC236}">
                <a16:creationId xmlns:a16="http://schemas.microsoft.com/office/drawing/2014/main" id="{C6E3EF12-519C-4F8C-B227-7CD7B702CA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98F85-BCF2-4F17-BB45-DAB4C33A9AA1}" type="datetime1">
              <a:rPr lang="en-GB" noProof="0" smtClean="0"/>
              <a:t>23/07/2026</a:t>
            </a:fld>
            <a:endParaRPr lang="en-GB" noProof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1D5CA05A-C91A-444E-8023-2F306324B8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noProof="0"/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D4D2BB7B-5EC0-4C28-87BE-E6C61AA8A9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F6B9C1-1745-48B0-A8CA-B72E47831159}" type="slidenum">
              <a:rPr lang="en-GB" noProof="0" smtClean="0"/>
              <a:pPr/>
              <a:t>‹Nº›</a:t>
            </a:fld>
            <a:endParaRPr lang="en-GB" noProof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5DFEBCF-C5E6-4CA2-AF84-C68688EA1C04}"/>
              </a:ext>
            </a:extLst>
          </p:cNvPr>
          <p:cNvPicPr>
            <a:picLocks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59" b="-11319"/>
          <a:stretch/>
        </p:blipFill>
        <p:spPr>
          <a:xfrm>
            <a:off x="495708" y="1191289"/>
            <a:ext cx="11232000" cy="72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7F55AED-4FEE-4486-BC2C-9EB53B34F8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noProof="0"/>
              <a:t>Haga clic para modificar el estilo de título del patrón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3265479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F21E329-94E2-464F-BC27-1578964E5E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95709" y="1476944"/>
            <a:ext cx="5395020" cy="541050"/>
          </a:xfrm>
        </p:spPr>
        <p:txBody>
          <a:bodyPr lIns="288000" anchor="b"/>
          <a:lstStyle>
            <a:lvl1pPr marL="0" indent="0" algn="l">
              <a:buNone/>
              <a:defRPr sz="2400" b="1">
                <a:solidFill>
                  <a:schemeClr val="bg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noProof="0"/>
              <a:t>Haga clic para modificar los estilos de texto del patrón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85E98A8-820D-4339-A22B-818171C77B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88902" y="2169045"/>
            <a:ext cx="5399233" cy="4032000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400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es-ES" noProof="0"/>
              <a:t>Haga clic para modificar los estilos de texto del patrón</a:t>
            </a:r>
          </a:p>
          <a:p>
            <a:pPr lvl="1"/>
            <a:r>
              <a:rPr lang="es-ES" noProof="0"/>
              <a:t>Segundo nivel</a:t>
            </a:r>
          </a:p>
          <a:p>
            <a:pPr lvl="2"/>
            <a:r>
              <a:rPr lang="es-ES" noProof="0"/>
              <a:t>Tercer nivel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7A552A6-2B01-46FB-B581-B11816688E2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23308" y="1476944"/>
            <a:ext cx="5399232" cy="541050"/>
          </a:xfrm>
        </p:spPr>
        <p:txBody>
          <a:bodyPr lIns="288000" anchor="b"/>
          <a:lstStyle>
            <a:lvl1pPr marL="0" indent="0" algn="l">
              <a:buNone/>
              <a:defRPr sz="2400" b="1">
                <a:solidFill>
                  <a:schemeClr val="bg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noProof="0"/>
              <a:t>Haga clic para modificar los estilos de texto del patrón</a:t>
            </a:r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66624372-C806-49C7-B5B3-B471FB84E306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6325131" y="2156319"/>
            <a:ext cx="5399233" cy="4032000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400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es-ES" noProof="0"/>
              <a:t>Haga clic para modificar los estilos de texto del patrón</a:t>
            </a:r>
          </a:p>
          <a:p>
            <a:pPr lvl="1"/>
            <a:r>
              <a:rPr lang="es-ES" noProof="0"/>
              <a:t>Segundo nivel</a:t>
            </a:r>
          </a:p>
          <a:p>
            <a:pPr lvl="2"/>
            <a:r>
              <a:rPr lang="es-ES" noProof="0"/>
              <a:t>Tercer nivel</a:t>
            </a:r>
          </a:p>
        </p:txBody>
      </p:sp>
      <p:sp>
        <p:nvSpPr>
          <p:cNvPr id="17" name="Date Placeholder 16">
            <a:extLst>
              <a:ext uri="{FF2B5EF4-FFF2-40B4-BE49-F238E27FC236}">
                <a16:creationId xmlns:a16="http://schemas.microsoft.com/office/drawing/2014/main" id="{B1CD2AD1-449A-4F44-87F3-51D925B6B23E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2A96BC2D-867D-4107-BCF4-EEFB0652966E}" type="datetime1">
              <a:rPr lang="en-GB" noProof="0" smtClean="0"/>
              <a:t>23/07/2026</a:t>
            </a:fld>
            <a:endParaRPr lang="en-GB" noProof="0"/>
          </a:p>
        </p:txBody>
      </p:sp>
      <p:sp>
        <p:nvSpPr>
          <p:cNvPr id="18" name="Footer Placeholder 17">
            <a:extLst>
              <a:ext uri="{FF2B5EF4-FFF2-40B4-BE49-F238E27FC236}">
                <a16:creationId xmlns:a16="http://schemas.microsoft.com/office/drawing/2014/main" id="{78C02DC0-1D54-4077-A3AE-CE6AE738204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GB" noProof="0"/>
          </a:p>
        </p:txBody>
      </p:sp>
      <p:sp>
        <p:nvSpPr>
          <p:cNvPr id="19" name="Slide Number Placeholder 18">
            <a:extLst>
              <a:ext uri="{FF2B5EF4-FFF2-40B4-BE49-F238E27FC236}">
                <a16:creationId xmlns:a16="http://schemas.microsoft.com/office/drawing/2014/main" id="{C30F974C-5E8C-48FE-9EBF-6D61C4ACCDF7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66F6B9C1-1745-48B0-A8CA-B72E47831159}" type="slidenum">
              <a:rPr lang="en-GB" noProof="0" smtClean="0"/>
              <a:pPr/>
              <a:t>‹Nº›</a:t>
            </a:fld>
            <a:endParaRPr lang="en-GB" noProof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097D89E0-F3A1-4CF1-AFB1-A85F6F1ADED0}"/>
              </a:ext>
            </a:extLst>
          </p:cNvPr>
          <p:cNvPicPr>
            <a:picLocks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59" b="-11319"/>
          <a:stretch/>
        </p:blipFill>
        <p:spPr>
          <a:xfrm>
            <a:off x="495708" y="1191289"/>
            <a:ext cx="11232000" cy="72000"/>
          </a:xfrm>
          <a:prstGeom prst="rect">
            <a:avLst/>
          </a:prstGeom>
        </p:spPr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5F769518-4816-46BB-AAED-97648A1C85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noProof="0"/>
              <a:t>Haga clic para modificar el estilo de título del patrón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11116383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BA46F6-4F1B-4943-8B34-89B8D4F7B33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90728" y="1339416"/>
            <a:ext cx="5400000" cy="2340000"/>
          </a:xfrm>
        </p:spPr>
        <p:txBody>
          <a:bodyPr anchor="ctr"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s-ES" noProof="0"/>
              <a:t>Haga clic para modificar los estilos de texto del patrón</a:t>
            </a:r>
          </a:p>
          <a:p>
            <a:pPr lvl="1"/>
            <a:r>
              <a:rPr lang="es-ES" noProof="0"/>
              <a:t>Segundo nivel</a:t>
            </a:r>
          </a:p>
          <a:p>
            <a:pPr lvl="2"/>
            <a:r>
              <a:rPr lang="es-ES" noProof="0"/>
              <a:t>Tercer nivel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31C96A28-455A-4C90-BCF7-5B370482BECE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501361" y="3859416"/>
            <a:ext cx="5400000" cy="2340000"/>
          </a:xfrm>
        </p:spPr>
        <p:txBody>
          <a:bodyPr anchor="ctr"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s-ES" noProof="0"/>
              <a:t>Haga clic para modificar los estilos de texto del patrón</a:t>
            </a:r>
          </a:p>
          <a:p>
            <a:pPr lvl="1"/>
            <a:r>
              <a:rPr lang="es-ES" noProof="0"/>
              <a:t>Segundo nivel</a:t>
            </a:r>
          </a:p>
          <a:p>
            <a:pPr lvl="2"/>
            <a:r>
              <a:rPr lang="es-ES" noProof="0"/>
              <a:t>Tercer nivel</a:t>
            </a: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81222174-B5D3-4D67-88FE-E144DEE3FE36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6279898" y="1339416"/>
            <a:ext cx="5400000" cy="2340000"/>
          </a:xfrm>
        </p:spPr>
        <p:txBody>
          <a:bodyPr anchor="ctr"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s-ES" noProof="0"/>
              <a:t>Haga clic para modificar los estilos de texto del patrón</a:t>
            </a:r>
          </a:p>
          <a:p>
            <a:pPr lvl="1"/>
            <a:r>
              <a:rPr lang="es-ES" noProof="0"/>
              <a:t>Segundo nivel</a:t>
            </a:r>
          </a:p>
          <a:p>
            <a:pPr lvl="2"/>
            <a:r>
              <a:rPr lang="es-ES" noProof="0"/>
              <a:t>Tercer nivel</a:t>
            </a: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D475E464-D945-4177-98BA-904DEB6B026F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xfrm>
            <a:off x="6272059" y="3859416"/>
            <a:ext cx="5400000" cy="2340000"/>
          </a:xfrm>
        </p:spPr>
        <p:txBody>
          <a:bodyPr anchor="ctr"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s-ES" noProof="0"/>
              <a:t>Haga clic para modificar los estilos de texto del patrón</a:t>
            </a:r>
          </a:p>
          <a:p>
            <a:pPr lvl="1"/>
            <a:r>
              <a:rPr lang="es-ES" noProof="0"/>
              <a:t>Segundo nivel</a:t>
            </a:r>
          </a:p>
          <a:p>
            <a:pPr lvl="2"/>
            <a:r>
              <a:rPr lang="es-ES" noProof="0"/>
              <a:t>Tercer nivel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4AD7EF-1A8C-4EB7-A9F7-C86FDD13DB7D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82B1185D-263B-4DB9-B2FF-C09547B33D21}" type="datetime1">
              <a:rPr lang="en-GB" noProof="0" smtClean="0"/>
              <a:t>23/07/2026</a:t>
            </a:fld>
            <a:endParaRPr lang="en-GB" noProof="0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152516-C652-40E0-A0E5-B9ADA7B8AF97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2E6685B-740F-4E4A-90C9-64331236C977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66F6B9C1-1745-48B0-A8CA-B72E47831159}" type="slidenum">
              <a:rPr lang="en-GB" noProof="0" smtClean="0"/>
              <a:pPr/>
              <a:t>‹Nº›</a:t>
            </a:fld>
            <a:endParaRPr lang="en-GB" noProof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9A4D4AA6-3618-4C18-98CE-AF5E0C051D1F}"/>
              </a:ext>
            </a:extLst>
          </p:cNvPr>
          <p:cNvPicPr>
            <a:picLocks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59" b="-11319"/>
          <a:stretch/>
        </p:blipFill>
        <p:spPr>
          <a:xfrm>
            <a:off x="495708" y="1191289"/>
            <a:ext cx="11232000" cy="7200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BC3386FA-7DB2-43A1-98E0-30655E0EFD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noProof="0"/>
              <a:t>Haga clic para modificar el estilo de título del patrón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9577735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x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95A7142-9670-4CBD-BEB3-65148FF806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E73F0-37AB-4348-93ED-28FCA0314038}" type="datetime1">
              <a:rPr lang="en-GB" noProof="0" smtClean="0"/>
              <a:t>23/07/2026</a:t>
            </a:fld>
            <a:endParaRPr lang="en-GB" noProof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0960751-3363-4197-86A3-8617F72DFA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noProof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B28ACE3-F4BC-4BB3-975A-583AAA3EA2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F6B9C1-1745-48B0-A8CA-B72E47831159}" type="slidenum">
              <a:rPr lang="en-GB" noProof="0" smtClean="0"/>
              <a:pPr/>
              <a:t>‹Nº›</a:t>
            </a:fld>
            <a:endParaRPr lang="en-GB" noProof="0"/>
          </a:p>
        </p:txBody>
      </p:sp>
      <p:sp>
        <p:nvSpPr>
          <p:cNvPr id="19" name="Content Placeholder 12">
            <a:extLst>
              <a:ext uri="{FF2B5EF4-FFF2-40B4-BE49-F238E27FC236}">
                <a16:creationId xmlns:a16="http://schemas.microsoft.com/office/drawing/2014/main" id="{913B3FC7-D6D7-4BF4-99DD-BC9A30B98F3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90538" y="1373823"/>
            <a:ext cx="3600450" cy="2339975"/>
          </a:xfrm>
        </p:spPr>
        <p:txBody>
          <a:bodyPr anchor="ctr">
            <a:noAutofit/>
          </a:bodyPr>
          <a:lstStyle>
            <a:lvl1pPr>
              <a:defRPr sz="1800"/>
            </a:lvl1pPr>
            <a:lvl2pPr>
              <a:defRPr sz="18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s-ES" noProof="0"/>
              <a:t>Haga clic para modificar los estilos de texto del patrón</a:t>
            </a:r>
          </a:p>
          <a:p>
            <a:pPr lvl="1"/>
            <a:r>
              <a:rPr lang="es-ES" noProof="0"/>
              <a:t>Segundo nivel</a:t>
            </a:r>
          </a:p>
        </p:txBody>
      </p:sp>
      <p:sp>
        <p:nvSpPr>
          <p:cNvPr id="20" name="Content Placeholder 12">
            <a:extLst>
              <a:ext uri="{FF2B5EF4-FFF2-40B4-BE49-F238E27FC236}">
                <a16:creationId xmlns:a16="http://schemas.microsoft.com/office/drawing/2014/main" id="{401D03FF-D13D-4C52-9038-85AA3D41163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95044" y="1378447"/>
            <a:ext cx="3600450" cy="2339975"/>
          </a:xfrm>
        </p:spPr>
        <p:txBody>
          <a:bodyPr anchor="ctr">
            <a:noAutofit/>
          </a:bodyPr>
          <a:lstStyle>
            <a:lvl1pPr>
              <a:defRPr sz="1800"/>
            </a:lvl1pPr>
            <a:lvl2pPr>
              <a:defRPr sz="18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s-ES" noProof="0"/>
              <a:t>Haga clic para modificar los estilos de texto del patrón</a:t>
            </a:r>
          </a:p>
          <a:p>
            <a:pPr lvl="1"/>
            <a:r>
              <a:rPr lang="es-ES" noProof="0"/>
              <a:t>Segundo nivel</a:t>
            </a:r>
          </a:p>
        </p:txBody>
      </p:sp>
      <p:sp>
        <p:nvSpPr>
          <p:cNvPr id="21" name="Content Placeholder 12">
            <a:extLst>
              <a:ext uri="{FF2B5EF4-FFF2-40B4-BE49-F238E27FC236}">
                <a16:creationId xmlns:a16="http://schemas.microsoft.com/office/drawing/2014/main" id="{88F92D5D-4E12-4149-9E4D-0D37D209FA37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8099550" y="1373822"/>
            <a:ext cx="3600450" cy="2339975"/>
          </a:xfrm>
        </p:spPr>
        <p:txBody>
          <a:bodyPr anchor="ctr">
            <a:noAutofit/>
          </a:bodyPr>
          <a:lstStyle>
            <a:lvl1pPr>
              <a:defRPr sz="1800"/>
            </a:lvl1pPr>
            <a:lvl2pPr>
              <a:defRPr sz="18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s-ES" noProof="0"/>
              <a:t>Haga clic para modificar los estilos de texto del patrón</a:t>
            </a:r>
          </a:p>
          <a:p>
            <a:pPr lvl="1"/>
            <a:r>
              <a:rPr lang="es-ES" noProof="0"/>
              <a:t>Segundo nivel</a:t>
            </a:r>
          </a:p>
        </p:txBody>
      </p:sp>
      <p:sp>
        <p:nvSpPr>
          <p:cNvPr id="22" name="Content Placeholder 12">
            <a:extLst>
              <a:ext uri="{FF2B5EF4-FFF2-40B4-BE49-F238E27FC236}">
                <a16:creationId xmlns:a16="http://schemas.microsoft.com/office/drawing/2014/main" id="{06298E8B-9D61-400A-A266-185C1875931E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90538" y="3871913"/>
            <a:ext cx="3600450" cy="2339975"/>
          </a:xfrm>
        </p:spPr>
        <p:txBody>
          <a:bodyPr anchor="ctr">
            <a:noAutofit/>
          </a:bodyPr>
          <a:lstStyle>
            <a:lvl1pPr>
              <a:defRPr sz="1800"/>
            </a:lvl1pPr>
            <a:lvl2pPr>
              <a:defRPr sz="18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s-ES" noProof="0"/>
              <a:t>Haga clic para modificar los estilos de texto del patrón</a:t>
            </a:r>
          </a:p>
          <a:p>
            <a:pPr lvl="1"/>
            <a:r>
              <a:rPr lang="es-ES" noProof="0"/>
              <a:t>Segundo nivel</a:t>
            </a:r>
          </a:p>
        </p:txBody>
      </p:sp>
      <p:sp>
        <p:nvSpPr>
          <p:cNvPr id="23" name="Content Placeholder 12">
            <a:extLst>
              <a:ext uri="{FF2B5EF4-FFF2-40B4-BE49-F238E27FC236}">
                <a16:creationId xmlns:a16="http://schemas.microsoft.com/office/drawing/2014/main" id="{C0C74D3B-4CBD-43D7-9CCE-25A356BC2E51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301081" y="3876537"/>
            <a:ext cx="3600450" cy="2339975"/>
          </a:xfrm>
        </p:spPr>
        <p:txBody>
          <a:bodyPr anchor="ctr">
            <a:noAutofit/>
          </a:bodyPr>
          <a:lstStyle>
            <a:lvl1pPr>
              <a:defRPr sz="1800"/>
            </a:lvl1pPr>
            <a:lvl2pPr>
              <a:defRPr sz="18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s-ES" noProof="0"/>
              <a:t>Haga clic para modificar los estilos de texto del patrón</a:t>
            </a:r>
          </a:p>
          <a:p>
            <a:pPr lvl="1"/>
            <a:r>
              <a:rPr lang="es-ES" noProof="0"/>
              <a:t>Segundo nivel</a:t>
            </a:r>
          </a:p>
        </p:txBody>
      </p:sp>
      <p:sp>
        <p:nvSpPr>
          <p:cNvPr id="24" name="Content Placeholder 12">
            <a:extLst>
              <a:ext uri="{FF2B5EF4-FFF2-40B4-BE49-F238E27FC236}">
                <a16:creationId xmlns:a16="http://schemas.microsoft.com/office/drawing/2014/main" id="{78FD959B-1ECC-42F1-A025-DE3464026CE1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8111625" y="3869817"/>
            <a:ext cx="3600450" cy="2339975"/>
          </a:xfrm>
        </p:spPr>
        <p:txBody>
          <a:bodyPr anchor="ctr">
            <a:noAutofit/>
          </a:bodyPr>
          <a:lstStyle>
            <a:lvl1pPr>
              <a:defRPr sz="1800"/>
            </a:lvl1pPr>
            <a:lvl2pPr>
              <a:defRPr sz="18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s-ES" noProof="0"/>
              <a:t>Haga clic para modificar los estilos de texto del patrón</a:t>
            </a:r>
          </a:p>
          <a:p>
            <a:pPr lvl="1"/>
            <a:r>
              <a:rPr lang="es-ES" noProof="0"/>
              <a:t>Segundo nivel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F8A496D1-9393-4C7C-B049-D3456602BC47}"/>
              </a:ext>
            </a:extLst>
          </p:cNvPr>
          <p:cNvPicPr>
            <a:picLocks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59" b="-11319"/>
          <a:stretch/>
        </p:blipFill>
        <p:spPr>
          <a:xfrm>
            <a:off x="495708" y="1191289"/>
            <a:ext cx="11232000" cy="72000"/>
          </a:xfrm>
          <a:prstGeom prst="rect">
            <a:avLst/>
          </a:prstGeom>
        </p:spPr>
      </p:pic>
      <p:sp>
        <p:nvSpPr>
          <p:cNvPr id="6" name="Title 5">
            <a:extLst>
              <a:ext uri="{FF2B5EF4-FFF2-40B4-BE49-F238E27FC236}">
                <a16:creationId xmlns:a16="http://schemas.microsoft.com/office/drawing/2014/main" id="{B33454CA-BC31-487D-B03B-A1C7557355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noProof="0"/>
              <a:t>Haga clic para modificar el estilo de título del patrón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4692846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rtical Title and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0AF94DF-C3B2-4D53-A160-16795F1A79CB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66F6B9C1-1745-48B0-A8CA-B72E47831159}" type="slidenum">
              <a:rPr lang="en-GB" noProof="0" smtClean="0"/>
              <a:pPr/>
              <a:t>‹Nº›</a:t>
            </a:fld>
            <a:endParaRPr lang="en-GB" noProof="0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A7ED87E-A5D3-4F5C-95D3-EFDD88411589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6AC7824-6763-43D7-8EC6-90566B7BA240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1881164" y="6392405"/>
            <a:ext cx="2743200" cy="252000"/>
          </a:xfrm>
        </p:spPr>
        <p:txBody>
          <a:bodyPr/>
          <a:lstStyle/>
          <a:p>
            <a:fld id="{770392D7-AA18-4C58-9CFE-0E3E55ECA2DD}" type="datetime1">
              <a:rPr lang="en-GB" noProof="0" smtClean="0"/>
              <a:t>23/07/2026</a:t>
            </a:fld>
            <a:endParaRPr lang="en-GB" noProof="0" dirty="0"/>
          </a:p>
        </p:txBody>
      </p:sp>
      <p:sp>
        <p:nvSpPr>
          <p:cNvPr id="12" name="Picture Placeholder 2">
            <a:extLst>
              <a:ext uri="{FF2B5EF4-FFF2-40B4-BE49-F238E27FC236}">
                <a16:creationId xmlns:a16="http://schemas.microsoft.com/office/drawing/2014/main" id="{E156BF3C-C8C1-412F-AE23-C486ECF90669}"/>
              </a:ext>
            </a:extLst>
          </p:cNvPr>
          <p:cNvSpPr>
            <a:spLocks noGrp="1"/>
          </p:cNvSpPr>
          <p:nvPr>
            <p:ph type="pic" idx="15" hasCustomPrompt="1"/>
          </p:nvPr>
        </p:nvSpPr>
        <p:spPr>
          <a:xfrm>
            <a:off x="1543793" y="0"/>
            <a:ext cx="10648207" cy="6858000"/>
          </a:xfr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14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Add Your Picture Here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D4E97A0-7CE3-4C3A-8865-E44AEC366C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rot="16200000">
            <a:off x="-2198266" y="3036731"/>
            <a:ext cx="5841220" cy="487756"/>
          </a:xfrm>
        </p:spPr>
        <p:txBody>
          <a:bodyPr lIns="0" rIns="0">
            <a:normAutofit/>
          </a:bodyPr>
          <a:lstStyle>
            <a:lvl1pPr>
              <a:defRPr sz="2800"/>
            </a:lvl1pPr>
          </a:lstStyle>
          <a:p>
            <a:r>
              <a:rPr lang="es-ES"/>
              <a:t>Haga clic para modificar el estilo de título del patrón</a:t>
            </a:r>
            <a:endParaRPr lang="en-GB" dirty="0"/>
          </a:p>
        </p:txBody>
      </p:sp>
      <p:pic>
        <p:nvPicPr>
          <p:cNvPr id="6" name="Line">
            <a:extLst>
              <a:ext uri="{FF2B5EF4-FFF2-40B4-BE49-F238E27FC236}">
                <a16:creationId xmlns:a16="http://schemas.microsoft.com/office/drawing/2014/main" id="{4EBD82E6-20EE-4CF2-BEF3-037F483496F4}"/>
              </a:ext>
            </a:extLst>
          </p:cNvPr>
          <p:cNvPicPr>
            <a:picLocks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751" t="-7865" r="3340" b="6220"/>
          <a:stretch/>
        </p:blipFill>
        <p:spPr>
          <a:xfrm rot="16200000">
            <a:off x="-1320467" y="3665909"/>
            <a:ext cx="4979635" cy="90985"/>
          </a:xfrm>
          <a:prstGeom prst="rect">
            <a:avLst/>
          </a:prstGeom>
        </p:spPr>
      </p:pic>
      <p:pic>
        <p:nvPicPr>
          <p:cNvPr id="56" name="Picture 55" descr="A close up of a sign&#10;&#10;Description automatically generated">
            <a:extLst>
              <a:ext uri="{FF2B5EF4-FFF2-40B4-BE49-F238E27FC236}">
                <a16:creationId xmlns:a16="http://schemas.microsoft.com/office/drawing/2014/main" id="{93845E4D-87FB-4B23-889D-380B14CD7A2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669" t="6364" r="25067" b="10105"/>
          <a:stretch/>
        </p:blipFill>
        <p:spPr>
          <a:xfrm>
            <a:off x="11085404" y="359999"/>
            <a:ext cx="654492" cy="609465"/>
          </a:xfrm>
          <a:prstGeom prst="roundRect">
            <a:avLst>
              <a:gd name="adj" fmla="val 0"/>
            </a:avLst>
          </a:prstGeom>
          <a:effectLst/>
        </p:spPr>
      </p:pic>
    </p:spTree>
    <p:extLst>
      <p:ext uri="{BB962C8B-B14F-4D97-AF65-F5344CB8AC3E}">
        <p14:creationId xmlns:p14="http://schemas.microsoft.com/office/powerpoint/2010/main" val="226368999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alf pictur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47770C3A-2D06-4FDF-834F-E5643820E710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6416865" y="2105247"/>
            <a:ext cx="5321935" cy="4091983"/>
          </a:xfrm>
        </p:spPr>
        <p:txBody>
          <a:bodyPr>
            <a:normAutofit/>
          </a:bodyPr>
          <a:lstStyle>
            <a:lvl1pPr>
              <a:defRPr sz="2200"/>
            </a:lvl1pPr>
            <a:lvl2pPr>
              <a:defRPr sz="2200"/>
            </a:lvl2pPr>
            <a:lvl3pPr>
              <a:defRPr sz="2200"/>
            </a:lvl3pPr>
          </a:lstStyle>
          <a:p>
            <a:pPr lvl="0"/>
            <a:r>
              <a:rPr lang="es-ES" noProof="0"/>
              <a:t>Haga clic para modificar los estilos de texto del patrón</a:t>
            </a:r>
          </a:p>
          <a:p>
            <a:pPr lvl="1"/>
            <a:r>
              <a:rPr lang="es-ES" noProof="0"/>
              <a:t>Segundo nivel</a:t>
            </a:r>
          </a:p>
          <a:p>
            <a:pPr lvl="2"/>
            <a:r>
              <a:rPr lang="es-ES" noProof="0"/>
              <a:t>Tercer nivel</a:t>
            </a:r>
          </a:p>
        </p:txBody>
      </p:sp>
      <p:sp>
        <p:nvSpPr>
          <p:cNvPr id="541" name="Date Placeholder 540">
            <a:extLst>
              <a:ext uri="{FF2B5EF4-FFF2-40B4-BE49-F238E27FC236}">
                <a16:creationId xmlns:a16="http://schemas.microsoft.com/office/drawing/2014/main" id="{D427F0E5-5613-4AC6-AFF0-DDDBE4862779}"/>
              </a:ext>
            </a:extLst>
          </p:cNvPr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fld id="{08AD484E-34CD-4BF9-83F4-BC5B808B1F9D}" type="datetime1">
              <a:rPr lang="en-GB" noProof="0" smtClean="0"/>
              <a:t>23/07/2026</a:t>
            </a:fld>
            <a:endParaRPr lang="en-GB" noProof="0"/>
          </a:p>
        </p:txBody>
      </p:sp>
      <p:sp>
        <p:nvSpPr>
          <p:cNvPr id="542" name="Footer Placeholder 541">
            <a:extLst>
              <a:ext uri="{FF2B5EF4-FFF2-40B4-BE49-F238E27FC236}">
                <a16:creationId xmlns:a16="http://schemas.microsoft.com/office/drawing/2014/main" id="{DE5B132F-71D1-4EC4-87B0-4849361F406B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543" name="Slide Number Placeholder 542">
            <a:extLst>
              <a:ext uri="{FF2B5EF4-FFF2-40B4-BE49-F238E27FC236}">
                <a16:creationId xmlns:a16="http://schemas.microsoft.com/office/drawing/2014/main" id="{EB79982C-2234-4052-AF68-B1F91F8C5D77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66F6B9C1-1745-48B0-A8CA-B72E47831159}" type="slidenum">
              <a:rPr lang="en-GB" noProof="0" smtClean="0"/>
              <a:pPr/>
              <a:t>‹Nº›</a:t>
            </a:fld>
            <a:endParaRPr lang="en-GB" noProof="0"/>
          </a:p>
        </p:txBody>
      </p:sp>
      <p:sp>
        <p:nvSpPr>
          <p:cNvPr id="276" name="Picture Placeholder 2">
            <a:extLst>
              <a:ext uri="{FF2B5EF4-FFF2-40B4-BE49-F238E27FC236}">
                <a16:creationId xmlns:a16="http://schemas.microsoft.com/office/drawing/2014/main" id="{74AA26DB-9177-9442-953E-52EEC4EF1AEB}"/>
              </a:ext>
            </a:extLst>
          </p:cNvPr>
          <p:cNvSpPr>
            <a:spLocks noGrp="1"/>
          </p:cNvSpPr>
          <p:nvPr>
            <p:ph type="pic" idx="15" hasCustomPrompt="1"/>
          </p:nvPr>
        </p:nvSpPr>
        <p:spPr>
          <a:xfrm>
            <a:off x="1478" y="0"/>
            <a:ext cx="6091440" cy="6858000"/>
          </a:xfr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14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 noProof="0"/>
              <a:t>Add Your Picture Here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BFD861E-2DA5-47BD-BE84-1F17B52117FE}"/>
              </a:ext>
            </a:extLst>
          </p:cNvPr>
          <p:cNvPicPr>
            <a:picLocks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037" t="13712" b="-2"/>
          <a:stretch/>
        </p:blipFill>
        <p:spPr>
          <a:xfrm>
            <a:off x="6409879" y="1828799"/>
            <a:ext cx="5325618" cy="77242"/>
          </a:xfrm>
          <a:prstGeom prst="rect">
            <a:avLst/>
          </a:prstGeom>
        </p:spPr>
      </p:pic>
      <p:sp>
        <p:nvSpPr>
          <p:cNvPr id="11" name="Subtitle 2">
            <a:extLst>
              <a:ext uri="{FF2B5EF4-FFF2-40B4-BE49-F238E27FC236}">
                <a16:creationId xmlns:a16="http://schemas.microsoft.com/office/drawing/2014/main" id="{184A8EA3-CB45-4C1E-A848-C7029088646B}"/>
              </a:ext>
            </a:extLst>
          </p:cNvPr>
          <p:cNvSpPr>
            <a:spLocks noGrp="1"/>
          </p:cNvSpPr>
          <p:nvPr>
            <p:ph type="subTitle" idx="14"/>
          </p:nvPr>
        </p:nvSpPr>
        <p:spPr>
          <a:xfrm>
            <a:off x="6413180" y="613541"/>
            <a:ext cx="4602915" cy="360000"/>
          </a:xfrm>
          <a:noFill/>
        </p:spPr>
        <p:txBody>
          <a:bodyPr lIns="36000" tIns="0" rIns="0" bIns="0" anchor="b" anchorCtr="0">
            <a:normAutofit/>
          </a:bodyPr>
          <a:lstStyle>
            <a:lvl1pPr marL="0" indent="0" algn="l">
              <a:buNone/>
              <a:defRPr sz="1800" b="1">
                <a:solidFill>
                  <a:schemeClr val="bg2"/>
                </a:solidFill>
                <a:latin typeface="+mj-l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68F5D19-11A4-43DD-AD39-E77B45ACD3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13180" y="990600"/>
            <a:ext cx="5325619" cy="810000"/>
          </a:xfrm>
        </p:spPr>
        <p:txBody>
          <a:bodyPr anchor="b" anchorCtr="0">
            <a:normAutofit/>
          </a:bodyPr>
          <a:lstStyle>
            <a:lvl1pPr>
              <a:defRPr sz="2800"/>
            </a:lvl1pPr>
          </a:lstStyle>
          <a:p>
            <a:r>
              <a:rPr lang="es-ES"/>
              <a:t>Haga clic para modificar el estilo de título del patrón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9684513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arrow pictur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1" name="Date Placeholder 540">
            <a:extLst>
              <a:ext uri="{FF2B5EF4-FFF2-40B4-BE49-F238E27FC236}">
                <a16:creationId xmlns:a16="http://schemas.microsoft.com/office/drawing/2014/main" id="{D427F0E5-5613-4AC6-AFF0-DDDBE4862779}"/>
              </a:ext>
            </a:extLst>
          </p:cNvPr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fld id="{A1998B90-3991-4DF0-A8B0-9E66CDC180F6}" type="datetime1">
              <a:rPr lang="en-GB" noProof="0" smtClean="0"/>
              <a:t>23/07/2026</a:t>
            </a:fld>
            <a:endParaRPr lang="en-GB" noProof="0"/>
          </a:p>
        </p:txBody>
      </p:sp>
      <p:sp>
        <p:nvSpPr>
          <p:cNvPr id="542" name="Footer Placeholder 541">
            <a:extLst>
              <a:ext uri="{FF2B5EF4-FFF2-40B4-BE49-F238E27FC236}">
                <a16:creationId xmlns:a16="http://schemas.microsoft.com/office/drawing/2014/main" id="{DE5B132F-71D1-4EC4-87B0-4849361F406B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543" name="Slide Number Placeholder 542">
            <a:extLst>
              <a:ext uri="{FF2B5EF4-FFF2-40B4-BE49-F238E27FC236}">
                <a16:creationId xmlns:a16="http://schemas.microsoft.com/office/drawing/2014/main" id="{EB79982C-2234-4052-AF68-B1F91F8C5D77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66F6B9C1-1745-48B0-A8CA-B72E47831159}" type="slidenum">
              <a:rPr lang="en-GB" noProof="0" smtClean="0"/>
              <a:pPr/>
              <a:t>‹Nº›</a:t>
            </a:fld>
            <a:endParaRPr lang="en-GB" noProof="0"/>
          </a:p>
        </p:txBody>
      </p:sp>
      <p:sp>
        <p:nvSpPr>
          <p:cNvPr id="276" name="Picture Placeholder 2">
            <a:extLst>
              <a:ext uri="{FF2B5EF4-FFF2-40B4-BE49-F238E27FC236}">
                <a16:creationId xmlns:a16="http://schemas.microsoft.com/office/drawing/2014/main" id="{74AA26DB-9177-9442-953E-52EEC4EF1AEB}"/>
              </a:ext>
            </a:extLst>
          </p:cNvPr>
          <p:cNvSpPr>
            <a:spLocks noGrp="1"/>
          </p:cNvSpPr>
          <p:nvPr>
            <p:ph type="pic" idx="15" hasCustomPrompt="1"/>
          </p:nvPr>
        </p:nvSpPr>
        <p:spPr>
          <a:xfrm>
            <a:off x="1478" y="0"/>
            <a:ext cx="3209722" cy="6858000"/>
          </a:xfr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14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 noProof="0"/>
              <a:t>Add Your Picture Here</a:t>
            </a:r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23235F0B-EB72-44E4-9E35-636834A021F1}"/>
              </a:ext>
            </a:extLst>
          </p:cNvPr>
          <p:cNvSpPr>
            <a:spLocks noGrp="1"/>
          </p:cNvSpPr>
          <p:nvPr>
            <p:ph type="subTitle" idx="14"/>
          </p:nvPr>
        </p:nvSpPr>
        <p:spPr>
          <a:xfrm>
            <a:off x="3600001" y="90000"/>
            <a:ext cx="7236000" cy="324000"/>
          </a:xfrm>
          <a:noFill/>
        </p:spPr>
        <p:txBody>
          <a:bodyPr lIns="36000" tIns="0" rIns="0" bIns="0" anchor="b" anchorCtr="0">
            <a:normAutofit/>
          </a:bodyPr>
          <a:lstStyle>
            <a:lvl1pPr marL="0" indent="0" algn="l">
              <a:buNone/>
              <a:defRPr sz="1800" b="1">
                <a:solidFill>
                  <a:schemeClr val="bg2"/>
                </a:solidFill>
                <a:latin typeface="+mj-l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23D99278-DE55-4541-9B96-52E5BEECB3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14304" y="1444855"/>
            <a:ext cx="8089966" cy="4752000"/>
          </a:xfrm>
        </p:spPr>
        <p:txBody>
          <a:bodyPr/>
          <a:lstStyle/>
          <a:p>
            <a:pPr lvl="0"/>
            <a:r>
              <a:rPr lang="es-ES" noProof="0"/>
              <a:t>Haga clic para modificar los estilos de texto del patrón</a:t>
            </a:r>
          </a:p>
          <a:p>
            <a:pPr lvl="1"/>
            <a:r>
              <a:rPr lang="es-ES" noProof="0"/>
              <a:t>Segundo nivel</a:t>
            </a:r>
          </a:p>
          <a:p>
            <a:pPr lvl="2"/>
            <a:r>
              <a:rPr lang="es-ES" noProof="0"/>
              <a:t>Tercer nivel</a:t>
            </a:r>
          </a:p>
          <a:p>
            <a:pPr lvl="3"/>
            <a:r>
              <a:rPr lang="es-ES" noProof="0"/>
              <a:t>Cuarto nivel</a:t>
            </a:r>
          </a:p>
          <a:p>
            <a:pPr lvl="4"/>
            <a:r>
              <a:rPr lang="es-ES" noProof="0"/>
              <a:t>Quinto nivel</a:t>
            </a:r>
            <a:endParaRPr lang="en-GB" noProof="0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A6FBA568-DF37-45CB-8FA6-B8E666EA538D}"/>
              </a:ext>
            </a:extLst>
          </p:cNvPr>
          <p:cNvPicPr>
            <a:picLocks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610" t="-20662" r="559" b="-11321"/>
          <a:stretch/>
        </p:blipFill>
        <p:spPr>
          <a:xfrm>
            <a:off x="3614302" y="1177925"/>
            <a:ext cx="8113405" cy="85364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7DAEEF55-887C-41E7-B43D-8D95B514A6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00000" y="432000"/>
            <a:ext cx="7236000" cy="684000"/>
          </a:xfrm>
        </p:spPr>
        <p:txBody>
          <a:bodyPr bIns="0">
            <a:normAutofit/>
          </a:bodyPr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825272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1277D9D6-CED7-4C47-AAB5-1AE3F400AC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734B40-974C-4475-9C7C-C05D3A09BB41}" type="datetime1">
              <a:rPr lang="en-GB" noProof="0" smtClean="0"/>
              <a:t>23/07/2026</a:t>
            </a:fld>
            <a:endParaRPr lang="en-GB" noProof="0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70E98A9F-8124-43C7-8233-99AEDC8B32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128996E-D6CE-4B7B-9F5D-886F8A5A56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F6B9C1-1745-48B0-A8CA-B72E47831159}" type="slidenum">
              <a:rPr lang="en-GB" noProof="0" smtClean="0"/>
              <a:pPr/>
              <a:t>‹Nº›</a:t>
            </a:fld>
            <a:endParaRPr lang="en-GB" noProof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F598818-8260-420F-A61B-5CF7C150941D}"/>
              </a:ext>
            </a:extLst>
          </p:cNvPr>
          <p:cNvPicPr>
            <a:picLocks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59" b="-11319"/>
          <a:stretch/>
        </p:blipFill>
        <p:spPr>
          <a:xfrm>
            <a:off x="495708" y="1191289"/>
            <a:ext cx="11232000" cy="72000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27D305E8-66F3-4D16-8419-45C8980E3F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noProof="0"/>
              <a:t>Haga clic para modificar el estilo de título del patrón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1787713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4132AC1-29CC-4347-906D-BF83C3A651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59A180-779A-40B0-9CE8-27D1B3E91257}" type="datetime1">
              <a:rPr lang="en-GB" noProof="0" smtClean="0"/>
              <a:t>23/07/2026</a:t>
            </a:fld>
            <a:endParaRPr lang="en-GB" noProof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DA5081D-0E94-43AA-8C62-3477B97CED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E74EDA-B875-432B-9F43-4636817F85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F6B9C1-1745-48B0-A8CA-B72E47831159}" type="slidenum">
              <a:rPr lang="en-GB" noProof="0" smtClean="0"/>
              <a:pPr/>
              <a:t>‹Nº›</a:t>
            </a:fld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491232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with background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933BA39-58E5-4CD2-8720-1CD6994DEA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DCD2F0-10C9-4052-BD65-A211E55834C0}" type="datetime1">
              <a:rPr lang="en-GB" noProof="0" smtClean="0"/>
              <a:t>23/07/2026</a:t>
            </a:fld>
            <a:endParaRPr lang="en-GB" noProof="0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7D5DA99-A6A5-4B1D-838D-A53201A413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D3E2ED3-B7CA-4509-819E-F58E7A0DAC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F6B9C1-1745-48B0-A8CA-B72E47831159}" type="slidenum">
              <a:rPr lang="en-GB" noProof="0" smtClean="0"/>
              <a:pPr/>
              <a:t>‹Nº›</a:t>
            </a:fld>
            <a:endParaRPr lang="en-GB" noProof="0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C5D11CC8-3D51-4468-8A7A-7287D1752C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8000" y="1444855"/>
            <a:ext cx="11236270" cy="4752000"/>
          </a:xfrm>
        </p:spPr>
        <p:txBody>
          <a:bodyPr/>
          <a:lstStyle/>
          <a:p>
            <a:pPr lvl="0"/>
            <a:r>
              <a:rPr lang="es-ES" noProof="0"/>
              <a:t>Haga clic para modificar los estilos de texto del patrón</a:t>
            </a:r>
          </a:p>
          <a:p>
            <a:pPr lvl="1"/>
            <a:r>
              <a:rPr lang="es-ES" noProof="0"/>
              <a:t>Segundo nivel</a:t>
            </a:r>
          </a:p>
          <a:p>
            <a:pPr lvl="2"/>
            <a:r>
              <a:rPr lang="es-ES" noProof="0"/>
              <a:t>Tercer nivel</a:t>
            </a:r>
          </a:p>
          <a:p>
            <a:pPr lvl="3"/>
            <a:r>
              <a:rPr lang="es-ES" noProof="0"/>
              <a:t>Cuarto nivel</a:t>
            </a:r>
          </a:p>
          <a:p>
            <a:pPr lvl="4"/>
            <a:r>
              <a:rPr lang="es-ES" noProof="0"/>
              <a:t>Quinto nivel</a:t>
            </a:r>
            <a:endParaRPr lang="en-GB" noProof="0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0966A89F-5E6E-4D5E-B85A-E4BC90EC91B0}"/>
              </a:ext>
            </a:extLst>
          </p:cNvPr>
          <p:cNvPicPr>
            <a:picLocks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59" b="-11319"/>
          <a:stretch/>
        </p:blipFill>
        <p:spPr>
          <a:xfrm>
            <a:off x="495708" y="1191289"/>
            <a:ext cx="11232000" cy="72000"/>
          </a:xfrm>
          <a:prstGeom prst="rect">
            <a:avLst/>
          </a:prstGeom>
        </p:spPr>
      </p:pic>
      <p:sp>
        <p:nvSpPr>
          <p:cNvPr id="18" name="Title 5">
            <a:extLst>
              <a:ext uri="{FF2B5EF4-FFF2-40B4-BE49-F238E27FC236}">
                <a16:creationId xmlns:a16="http://schemas.microsoft.com/office/drawing/2014/main" id="{3E60B942-F8AD-4B47-A5DB-BB82A98AB5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8000" y="396000"/>
            <a:ext cx="10368000" cy="684000"/>
          </a:xfrm>
        </p:spPr>
        <p:txBody>
          <a:bodyPr/>
          <a:lstStyle/>
          <a:p>
            <a:r>
              <a:rPr lang="es-ES" noProof="0"/>
              <a:t>Haga clic para modificar el estilo de título del patrón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75544244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 and Content with background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Date Placeholder 529">
            <a:extLst>
              <a:ext uri="{FF2B5EF4-FFF2-40B4-BE49-F238E27FC236}">
                <a16:creationId xmlns:a16="http://schemas.microsoft.com/office/drawing/2014/main" id="{4E897482-955E-4641-8274-4471E3D594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726C9B-274B-4C31-9353-AB131B04B55C}" type="datetime1">
              <a:rPr lang="en-GB" noProof="0" smtClean="0"/>
              <a:t>23/07/2026</a:t>
            </a:fld>
            <a:endParaRPr lang="en-GB" noProof="0" dirty="0"/>
          </a:p>
        </p:txBody>
      </p:sp>
      <p:sp>
        <p:nvSpPr>
          <p:cNvPr id="531" name="Footer Placeholder 530">
            <a:extLst>
              <a:ext uri="{FF2B5EF4-FFF2-40B4-BE49-F238E27FC236}">
                <a16:creationId xmlns:a16="http://schemas.microsoft.com/office/drawing/2014/main" id="{409E6082-30A2-49EC-900F-90177FED81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532" name="Slide Number Placeholder 531">
            <a:extLst>
              <a:ext uri="{FF2B5EF4-FFF2-40B4-BE49-F238E27FC236}">
                <a16:creationId xmlns:a16="http://schemas.microsoft.com/office/drawing/2014/main" id="{DD45E5A5-BF18-41E9-A5FC-200885BEF6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F6B9C1-1745-48B0-A8CA-B72E47831159}" type="slidenum">
              <a:rPr lang="en-GB" noProof="0" smtClean="0"/>
              <a:pPr/>
              <a:t>‹Nº›</a:t>
            </a:fld>
            <a:endParaRPr lang="en-GB" noProof="0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6C0F0D46-AB2D-4622-B449-2118C6E90A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8000" y="1838246"/>
            <a:ext cx="11232000" cy="4361957"/>
          </a:xfrm>
        </p:spPr>
        <p:txBody>
          <a:bodyPr/>
          <a:lstStyle/>
          <a:p>
            <a:pPr lvl="0"/>
            <a:r>
              <a:rPr lang="es-ES" noProof="0"/>
              <a:t>Haga clic para modificar los estilos de texto del patrón</a:t>
            </a:r>
          </a:p>
          <a:p>
            <a:pPr lvl="1"/>
            <a:r>
              <a:rPr lang="es-ES" noProof="0"/>
              <a:t>Segundo nivel</a:t>
            </a:r>
          </a:p>
          <a:p>
            <a:pPr lvl="2"/>
            <a:r>
              <a:rPr lang="es-ES" noProof="0"/>
              <a:t>Tercer nivel</a:t>
            </a:r>
          </a:p>
          <a:p>
            <a:pPr lvl="3"/>
            <a:r>
              <a:rPr lang="es-ES" noProof="0"/>
              <a:t>Cuarto nivel</a:t>
            </a:r>
          </a:p>
          <a:p>
            <a:pPr lvl="4"/>
            <a:r>
              <a:rPr lang="es-ES" noProof="0"/>
              <a:t>Quinto nivel</a:t>
            </a:r>
            <a:endParaRPr lang="en-GB" noProof="0" dirty="0"/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144B17A3-4856-4F26-BDEE-526BE7CA962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67999" y="1436595"/>
            <a:ext cx="11235600" cy="329206"/>
          </a:xfrm>
        </p:spPr>
        <p:txBody>
          <a:bodyPr lIns="72000" tIns="0" rIns="0" bIns="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2400" b="1" kern="0" cap="none" spc="0" baseline="0">
                <a:solidFill>
                  <a:schemeClr val="bg2"/>
                </a:solidFill>
              </a:defRPr>
            </a:lvl1pPr>
            <a:lvl2pPr marL="457200" indent="0">
              <a:buFontTx/>
              <a:buNone/>
              <a:defRPr>
                <a:solidFill>
                  <a:schemeClr val="accent2"/>
                </a:solidFill>
              </a:defRPr>
            </a:lvl2pPr>
            <a:lvl3pPr marL="914400" indent="0">
              <a:buFontTx/>
              <a:buNone/>
              <a:defRPr>
                <a:solidFill>
                  <a:schemeClr val="accent2"/>
                </a:solidFill>
              </a:defRPr>
            </a:lvl3pPr>
            <a:lvl4pPr marL="1371600" indent="0">
              <a:buFontTx/>
              <a:buNone/>
              <a:defRPr>
                <a:solidFill>
                  <a:schemeClr val="accent2"/>
                </a:solidFill>
              </a:defRPr>
            </a:lvl4pPr>
            <a:lvl5pPr marL="1828800" indent="0">
              <a:buFontTx/>
              <a:buNone/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GB" noProof="0" dirty="0"/>
              <a:t>Click to add subtitle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4045A63F-9E96-42B5-A976-4E9FCADCEBBA}"/>
              </a:ext>
            </a:extLst>
          </p:cNvPr>
          <p:cNvPicPr>
            <a:picLocks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59" b="-11319"/>
          <a:stretch/>
        </p:blipFill>
        <p:spPr>
          <a:xfrm>
            <a:off x="495708" y="1191289"/>
            <a:ext cx="11232000" cy="72000"/>
          </a:xfrm>
          <a:prstGeom prst="rect">
            <a:avLst/>
          </a:prstGeom>
        </p:spPr>
      </p:pic>
      <p:sp>
        <p:nvSpPr>
          <p:cNvPr id="15" name="Title 1">
            <a:extLst>
              <a:ext uri="{FF2B5EF4-FFF2-40B4-BE49-F238E27FC236}">
                <a16:creationId xmlns:a16="http://schemas.microsoft.com/office/drawing/2014/main" id="{6E491AC0-1332-46AE-9FA1-CA0F5C0AB4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8000" y="396000"/>
            <a:ext cx="10368000" cy="684000"/>
          </a:xfrm>
        </p:spPr>
        <p:txBody>
          <a:bodyPr/>
          <a:lstStyle/>
          <a:p>
            <a:r>
              <a:rPr lang="es-ES" noProof="0"/>
              <a:t>Haga clic para modificar el estilo de título del patrón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15122963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, Title and Content with background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3" name="Date Placeholder 792">
            <a:extLst>
              <a:ext uri="{FF2B5EF4-FFF2-40B4-BE49-F238E27FC236}">
                <a16:creationId xmlns:a16="http://schemas.microsoft.com/office/drawing/2014/main" id="{20D5AE6B-86D6-4A9D-A2CD-EB2E7FD072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DC2D5B-2D87-47E5-9DE1-B6B79537A9CC}" type="datetime1">
              <a:rPr lang="en-GB" noProof="0" smtClean="0"/>
              <a:t>23/07/2026</a:t>
            </a:fld>
            <a:endParaRPr lang="en-GB" noProof="0" dirty="0"/>
          </a:p>
        </p:txBody>
      </p:sp>
      <p:sp>
        <p:nvSpPr>
          <p:cNvPr id="794" name="Footer Placeholder 793">
            <a:extLst>
              <a:ext uri="{FF2B5EF4-FFF2-40B4-BE49-F238E27FC236}">
                <a16:creationId xmlns:a16="http://schemas.microsoft.com/office/drawing/2014/main" id="{44B7771D-F36D-4E96-953F-7EC7A4C65B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795" name="Slide Number Placeholder 794">
            <a:extLst>
              <a:ext uri="{FF2B5EF4-FFF2-40B4-BE49-F238E27FC236}">
                <a16:creationId xmlns:a16="http://schemas.microsoft.com/office/drawing/2014/main" id="{D42055D7-7ABD-49AB-BB20-02C8D678A3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F6B9C1-1745-48B0-A8CA-B72E47831159}" type="slidenum">
              <a:rPr lang="en-GB" noProof="0" smtClean="0"/>
              <a:pPr/>
              <a:t>‹Nº›</a:t>
            </a:fld>
            <a:endParaRPr lang="en-GB" noProof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223407A2-5FB9-49FA-8FD4-515111883E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8000" y="1444855"/>
            <a:ext cx="11236270" cy="4752000"/>
          </a:xfrm>
        </p:spPr>
        <p:txBody>
          <a:bodyPr/>
          <a:lstStyle/>
          <a:p>
            <a:pPr lvl="0"/>
            <a:r>
              <a:rPr lang="es-ES" noProof="0"/>
              <a:t>Haga clic para modificar los estilos de texto del patrón</a:t>
            </a:r>
          </a:p>
          <a:p>
            <a:pPr lvl="1"/>
            <a:r>
              <a:rPr lang="es-ES" noProof="0"/>
              <a:t>Segundo nivel</a:t>
            </a:r>
          </a:p>
          <a:p>
            <a:pPr lvl="2"/>
            <a:r>
              <a:rPr lang="es-ES" noProof="0"/>
              <a:t>Tercer nivel</a:t>
            </a:r>
          </a:p>
          <a:p>
            <a:pPr lvl="3"/>
            <a:r>
              <a:rPr lang="es-ES" noProof="0"/>
              <a:t>Cuarto nivel</a:t>
            </a:r>
          </a:p>
          <a:p>
            <a:pPr lvl="4"/>
            <a:r>
              <a:rPr lang="es-ES" noProof="0"/>
              <a:t>Quinto nivel</a:t>
            </a:r>
            <a:endParaRPr lang="en-GB" noProof="0" dirty="0"/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C32CCE79-3EE6-4CAA-B525-A2EDF026058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67999" y="88092"/>
            <a:ext cx="10368000" cy="326379"/>
          </a:xfrm>
        </p:spPr>
        <p:txBody>
          <a:bodyPr lIns="36000" tIns="0" rIns="0" bIns="0" anchor="b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1800" b="1" kern="0" cap="none" spc="50" baseline="0">
                <a:solidFill>
                  <a:schemeClr val="bg2"/>
                </a:solidFill>
              </a:defRPr>
            </a:lvl1pPr>
            <a:lvl2pPr marL="457200" indent="0">
              <a:buFontTx/>
              <a:buNone/>
              <a:defRPr>
                <a:solidFill>
                  <a:schemeClr val="accent2"/>
                </a:solidFill>
              </a:defRPr>
            </a:lvl2pPr>
            <a:lvl3pPr marL="914400" indent="0">
              <a:buFontTx/>
              <a:buNone/>
              <a:defRPr>
                <a:solidFill>
                  <a:schemeClr val="accent2"/>
                </a:solidFill>
              </a:defRPr>
            </a:lvl3pPr>
            <a:lvl4pPr marL="1371600" indent="0">
              <a:buFontTx/>
              <a:buNone/>
              <a:defRPr>
                <a:solidFill>
                  <a:schemeClr val="accent2"/>
                </a:solidFill>
              </a:defRPr>
            </a:lvl4pPr>
            <a:lvl5pPr marL="1828800" indent="0">
              <a:buFontTx/>
              <a:buNone/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GB" noProof="0" dirty="0"/>
              <a:t>Section header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702973F9-7731-4AC1-87AE-23E1427E89B4}"/>
              </a:ext>
            </a:extLst>
          </p:cNvPr>
          <p:cNvPicPr>
            <a:picLocks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59" b="-11319"/>
          <a:stretch/>
        </p:blipFill>
        <p:spPr>
          <a:xfrm>
            <a:off x="495708" y="1191289"/>
            <a:ext cx="11232000" cy="72000"/>
          </a:xfrm>
          <a:prstGeom prst="rect">
            <a:avLst/>
          </a:prstGeom>
        </p:spPr>
      </p:pic>
      <p:sp>
        <p:nvSpPr>
          <p:cNvPr id="15" name="Title 1">
            <a:extLst>
              <a:ext uri="{FF2B5EF4-FFF2-40B4-BE49-F238E27FC236}">
                <a16:creationId xmlns:a16="http://schemas.microsoft.com/office/drawing/2014/main" id="{59F989B2-8FA5-43E9-9516-49FD5605A1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8000" y="423708"/>
            <a:ext cx="10368000" cy="684000"/>
          </a:xfrm>
        </p:spPr>
        <p:txBody>
          <a:bodyPr tIns="72000" bIns="0" anchor="ctr" anchorCtr="0"/>
          <a:lstStyle/>
          <a:p>
            <a:r>
              <a:rPr lang="es-ES" noProof="0"/>
              <a:t>Haga clic para modificar el estilo de título del patrón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1086331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 Slid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584119E5-C196-A24E-9FB2-AD1DC66305A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" y="0"/>
            <a:ext cx="12192000" cy="68580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ADEEC9E-28A9-8C44-9EF4-E5E44299894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470400" y="3168072"/>
            <a:ext cx="3195782" cy="2204641"/>
          </a:xfrm>
          <a:prstGeom prst="rect">
            <a:avLst/>
          </a:prstGeom>
        </p:spPr>
      </p:pic>
      <p:sp>
        <p:nvSpPr>
          <p:cNvPr id="16" name="Text Placeholder 72">
            <a:extLst>
              <a:ext uri="{FF2B5EF4-FFF2-40B4-BE49-F238E27FC236}">
                <a16:creationId xmlns:a16="http://schemas.microsoft.com/office/drawing/2014/main" id="{8603DA45-286D-4E38-8A6D-F1CDB3DA232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068329" y="5691980"/>
            <a:ext cx="4055339" cy="345103"/>
          </a:xfrm>
        </p:spPr>
        <p:txBody>
          <a:bodyPr lIns="0" tIns="36000" rIns="36000" bIns="36000" anchor="ctr"/>
          <a:lstStyle>
            <a:lvl1pPr marL="0" indent="0" algn="ctr">
              <a:buFontTx/>
              <a:buNone/>
              <a:defRPr sz="1200" spc="5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 dirty="0"/>
              <a:t>www.biomar.com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4974853-5F26-4DA8-9D84-AD1F48F7B7B3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>
            <a:lvl1pPr>
              <a:defRPr>
                <a:solidFill>
                  <a:schemeClr val="accent4"/>
                </a:solidFill>
              </a:defRPr>
            </a:lvl1pPr>
          </a:lstStyle>
          <a:p>
            <a:fld id="{D2C76EFE-D5BF-451D-8785-804321CC4DB1}" type="datetime1">
              <a:rPr lang="en-GB" noProof="0" smtClean="0"/>
              <a:t>23/07/2026</a:t>
            </a:fld>
            <a:endParaRPr lang="en-GB" noProof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BA4B062B-DE74-4D38-82ED-CD55CB311260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>
                <a:solidFill>
                  <a:schemeClr val="accent4"/>
                </a:solidFill>
              </a:defRPr>
            </a:lvl1pPr>
          </a:lstStyle>
          <a:p>
            <a:endParaRPr lang="en-GB" noProof="0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4912303-7C13-44FB-987B-24B3E9030D88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66F6B9C1-1745-48B0-A8CA-B72E47831159}" type="slidenum">
              <a:rPr lang="en-GB" noProof="0" smtClean="0"/>
              <a:pPr/>
              <a:t>‹Nº›</a:t>
            </a:fld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50240008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EE6F4C-2D26-4FE8-ADC3-E1F70D0870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GB" noProof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FD1D0CC-210D-4045-8A67-841981251192}"/>
              </a:ext>
            </a:extLst>
          </p:cNvPr>
          <p:cNvPicPr>
            <a:picLocks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59" b="-11319"/>
          <a:stretch/>
        </p:blipFill>
        <p:spPr>
          <a:xfrm>
            <a:off x="495708" y="1191289"/>
            <a:ext cx="11232000" cy="72000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933BA39-58E5-4CD2-8720-1CD6994DEA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E1B5B-3CC7-4BE6-8337-91F44BBB1272}" type="datetime1">
              <a:rPr lang="en-GB" noProof="0" smtClean="0"/>
              <a:t>23/07/2026</a:t>
            </a:fld>
            <a:endParaRPr lang="en-GB" noProof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7D5DA99-A6A5-4B1D-838D-A53201A413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Powered by Partnership. Driven by Innovation.</a:t>
            </a:r>
            <a:endParaRPr lang="en-GB" noProof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D3E2ED3-B7CA-4509-819E-F58E7A0DAC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F6B9C1-1745-48B0-A8CA-B72E47831159}" type="slidenum">
              <a:rPr lang="en-GB" noProof="0" smtClean="0"/>
              <a:pPr/>
              <a:t>‹Nº›</a:t>
            </a:fld>
            <a:endParaRPr lang="en-GB" noProof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CC1E5E85-87CB-407B-ACEE-1C18831038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/>
              <a:t>Click to edit Master title style</a:t>
            </a:r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36235510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ACB9444-F049-495F-92FD-243D51C6FC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68000" y="1444855"/>
            <a:ext cx="11236270" cy="4752000"/>
          </a:xfrm>
          <a:prstGeom prst="rect">
            <a:avLst/>
          </a:prstGeom>
        </p:spPr>
        <p:txBody>
          <a:bodyPr vert="horz" lIns="91440" tIns="90000" rIns="91440" bIns="36000" rtlCol="0">
            <a:normAutofit/>
          </a:bodyPr>
          <a:lstStyle/>
          <a:p>
            <a:pPr lvl="0"/>
            <a:r>
              <a:rPr lang="es-ES" noProof="0"/>
              <a:t>Haga clic para modificar los estilos de texto del patrón</a:t>
            </a:r>
          </a:p>
          <a:p>
            <a:pPr lvl="1"/>
            <a:r>
              <a:rPr lang="es-ES" noProof="0"/>
              <a:t>Segundo nivel</a:t>
            </a:r>
          </a:p>
          <a:p>
            <a:pPr lvl="2"/>
            <a:r>
              <a:rPr lang="es-ES" noProof="0"/>
              <a:t>Tercer nivel</a:t>
            </a:r>
          </a:p>
          <a:p>
            <a:pPr lvl="3"/>
            <a:r>
              <a:rPr lang="es-ES" noProof="0"/>
              <a:t>Cuarto nivel</a:t>
            </a:r>
          </a:p>
          <a:p>
            <a:pPr lvl="4"/>
            <a:r>
              <a:rPr lang="es-ES" noProof="0"/>
              <a:t>Quinto nivel</a:t>
            </a:r>
            <a:endParaRPr lang="en-GB" noProof="0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8043BD8-4B5F-4868-AF87-CF8FCFD62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8000" y="432000"/>
            <a:ext cx="10368000" cy="684000"/>
          </a:xfrm>
          <a:prstGeom prst="rect">
            <a:avLst/>
          </a:prstGeom>
        </p:spPr>
        <p:txBody>
          <a:bodyPr vert="horz" lIns="0" tIns="36000" rIns="36000" bIns="36000" rtlCol="0" anchor="ctr" anchorCtr="0">
            <a:normAutofit/>
          </a:bodyPr>
          <a:lstStyle/>
          <a:p>
            <a:r>
              <a:rPr lang="es-ES" noProof="0"/>
              <a:t>Haga clic para modificar el estilo de título del patrón</a:t>
            </a:r>
            <a:endParaRPr lang="en-GB" noProof="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43612C-AF42-417D-93FC-3226F8F278D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68000" y="6392405"/>
            <a:ext cx="2743200" cy="252000"/>
          </a:xfrm>
          <a:prstGeom prst="rect">
            <a:avLst/>
          </a:prstGeom>
        </p:spPr>
        <p:txBody>
          <a:bodyPr vert="horz" lIns="72000" tIns="36000" rIns="72000" bIns="36000" rtlCol="0" anchor="ctr"/>
          <a:lstStyle>
            <a:lvl1pPr algn="l">
              <a:defRPr sz="1100">
                <a:solidFill>
                  <a:srgbClr val="9D9D9C"/>
                </a:solidFill>
              </a:defRPr>
            </a:lvl1pPr>
          </a:lstStyle>
          <a:p>
            <a:fld id="{ADC45D25-F647-42BC-AA0D-2CB88534BF0A}" type="datetime1">
              <a:rPr lang="en-GB" noProof="0" smtClean="0"/>
              <a:t>23/07/2026</a:t>
            </a:fld>
            <a:endParaRPr lang="en-GB" noProof="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83B89E-B8AD-4E37-A47E-70BC8899211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087870" y="6409657"/>
            <a:ext cx="4114800" cy="252000"/>
          </a:xfrm>
          <a:prstGeom prst="rect">
            <a:avLst/>
          </a:prstGeom>
        </p:spPr>
        <p:txBody>
          <a:bodyPr vert="horz" lIns="72000" tIns="36000" rIns="72000" bIns="36000" rtlCol="0" anchor="ctr"/>
          <a:lstStyle>
            <a:lvl1pPr algn="r">
              <a:defRPr sz="1100">
                <a:solidFill>
                  <a:srgbClr val="9D9D9C"/>
                </a:solidFill>
              </a:defRPr>
            </a:lvl1pPr>
          </a:lstStyle>
          <a:p>
            <a:endParaRPr lang="en-GB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964C64-28FA-4980-ADCD-834A954E04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93250" y="6401262"/>
            <a:ext cx="324000" cy="252000"/>
          </a:xfrm>
          <a:prstGeom prst="rect">
            <a:avLst/>
          </a:prstGeom>
          <a:blipFill dpi="0" rotWithShape="1"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txBody>
          <a:bodyPr vert="horz" lIns="36000" tIns="0" rIns="0" bIns="0" rtlCol="0" anchor="ctr"/>
          <a:lstStyle>
            <a:lvl1pPr algn="r">
              <a:defRPr sz="1200" b="1">
                <a:solidFill>
                  <a:schemeClr val="tx2"/>
                </a:solidFill>
              </a:defRPr>
            </a:lvl1pPr>
          </a:lstStyle>
          <a:p>
            <a:fld id="{66F6B9C1-1745-48B0-A8CA-B72E47831159}" type="slidenum">
              <a:rPr lang="en-GB" smtClean="0"/>
              <a:pPr/>
              <a:t>‹Nº›</a:t>
            </a:fld>
            <a:endParaRPr lang="en-GB" dirty="0"/>
          </a:p>
        </p:txBody>
      </p:sp>
      <p:pic>
        <p:nvPicPr>
          <p:cNvPr id="534" name="Picture 533" descr="A close up of a sign&#10;&#10;Description automatically generated">
            <a:extLst>
              <a:ext uri="{FF2B5EF4-FFF2-40B4-BE49-F238E27FC236}">
                <a16:creationId xmlns:a16="http://schemas.microsoft.com/office/drawing/2014/main" id="{1F8C5BA3-AD8F-4479-9B13-3625AF99EF2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669" t="6364" r="25067" b="10105"/>
          <a:stretch/>
        </p:blipFill>
        <p:spPr>
          <a:xfrm>
            <a:off x="11085404" y="359999"/>
            <a:ext cx="654492" cy="609465"/>
          </a:xfrm>
          <a:prstGeom prst="roundRect">
            <a:avLst>
              <a:gd name="adj" fmla="val 0"/>
            </a:avLst>
          </a:prstGeom>
          <a:effectLst/>
        </p:spPr>
      </p:pic>
    </p:spTree>
    <p:extLst>
      <p:ext uri="{BB962C8B-B14F-4D97-AF65-F5344CB8AC3E}">
        <p14:creationId xmlns:p14="http://schemas.microsoft.com/office/powerpoint/2010/main" val="5497593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71" r:id="rId3"/>
    <p:sldLayoutId id="2147483667" r:id="rId4"/>
    <p:sldLayoutId id="2147483668" r:id="rId5"/>
    <p:sldLayoutId id="2147483651" r:id="rId6"/>
    <p:sldLayoutId id="2147483669" r:id="rId7"/>
    <p:sldLayoutId id="2147483665" r:id="rId8"/>
    <p:sldLayoutId id="2147483652" r:id="rId9"/>
    <p:sldLayoutId id="2147483653" r:id="rId10"/>
    <p:sldLayoutId id="2147483664" r:id="rId11"/>
    <p:sldLayoutId id="2147483666" r:id="rId12"/>
    <p:sldLayoutId id="2147483662" r:id="rId13"/>
    <p:sldLayoutId id="2147483663" r:id="rId14"/>
    <p:sldLayoutId id="2147483674" r:id="rId15"/>
    <p:sldLayoutId id="2147483654" r:id="rId16"/>
    <p:sldLayoutId id="2147483655" r:id="rId17"/>
    <p:sldLayoutId id="2147483670" r:id="rId18"/>
    <p:sldLayoutId id="2147483672" r:id="rId19"/>
    <p:sldLayoutId id="2147483673" r:id="rId20"/>
    <p:sldLayoutId id="2147483661" r:id="rId21"/>
    <p:sldLayoutId id="2147483675" r:id="rId2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b="1" kern="1200" baseline="0">
          <a:solidFill>
            <a:srgbClr val="1F3E77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600"/>
        </a:spcBef>
        <a:spcAft>
          <a:spcPts val="1200"/>
        </a:spcAft>
        <a:buFont typeface="Arial" panose="020B0604020202020204" pitchFamily="34" charset="0"/>
        <a:buChar char="•"/>
        <a:defRPr sz="2400" kern="1200" baseline="0">
          <a:solidFill>
            <a:schemeClr val="accent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600"/>
        </a:spcBef>
        <a:spcAft>
          <a:spcPts val="1200"/>
        </a:spcAft>
        <a:buFont typeface="Arial" panose="020B0604020202020204" pitchFamily="34" charset="0"/>
        <a:buChar char="•"/>
        <a:defRPr sz="2400" kern="1200" baseline="0">
          <a:solidFill>
            <a:schemeClr val="accent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600"/>
        </a:spcBef>
        <a:spcAft>
          <a:spcPts val="1200"/>
        </a:spcAft>
        <a:buFont typeface="Arial" panose="020B0604020202020204" pitchFamily="34" charset="0"/>
        <a:buChar char="•"/>
        <a:defRPr sz="2400" kern="1200" baseline="0">
          <a:solidFill>
            <a:schemeClr val="accent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600"/>
        </a:spcBef>
        <a:spcAft>
          <a:spcPts val="1200"/>
        </a:spcAft>
        <a:buFont typeface="Arial" panose="020B0604020202020204" pitchFamily="34" charset="0"/>
        <a:buChar char="•"/>
        <a:defRPr sz="2400" kern="1200" baseline="0">
          <a:solidFill>
            <a:schemeClr val="accent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600"/>
        </a:spcBef>
        <a:spcAft>
          <a:spcPts val="1200"/>
        </a:spcAft>
        <a:buFont typeface="Arial" panose="020B0604020202020204" pitchFamily="34" charset="0"/>
        <a:buChar char="•"/>
        <a:defRPr sz="2400" kern="1200" baseline="0">
          <a:solidFill>
            <a:schemeClr val="accent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sv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sv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svg"/><Relationship Id="rId1" Type="http://schemas.openxmlformats.org/officeDocument/2006/relationships/slideLayout" Target="../slideLayouts/slideLayout14.xml"/></Relationships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Placeholder 12">
            <a:extLst>
              <a:ext uri="{FF2B5EF4-FFF2-40B4-BE49-F238E27FC236}">
                <a16:creationId xmlns:a16="http://schemas.microsoft.com/office/drawing/2014/main" id="{038CBB5F-A6D4-C3FE-4F49-9336AC9CE523}"/>
              </a:ext>
            </a:extLst>
          </p:cNvPr>
          <p:cNvPicPr>
            <a:picLocks noGrp="1" noChangeAspect="1"/>
          </p:cNvPicPr>
          <p:nvPr>
            <p:ph type="pic" idx="14"/>
          </p:nvPr>
        </p:nvPicPr>
        <p:blipFill rotWithShape="1">
          <a:blip r:embed="rId3"/>
          <a:srcRect l="272" r="113" b="2863"/>
          <a:stretch/>
        </p:blipFill>
        <p:spPr>
          <a:xfrm>
            <a:off x="0" y="0"/>
            <a:ext cx="10654748" cy="6661657"/>
          </a:xfrm>
        </p:spPr>
      </p:pic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35FBDD-775D-1381-97F6-647476302B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735359" y="3893290"/>
            <a:ext cx="6658840" cy="2022524"/>
          </a:xfrm>
        </p:spPr>
        <p:txBody>
          <a:bodyPr>
            <a:normAutofit fontScale="92500" lnSpcReduction="20000"/>
          </a:bodyPr>
          <a:lstStyle/>
          <a:p>
            <a:pPr>
              <a:lnSpc>
                <a:spcPct val="120000"/>
              </a:lnSpc>
            </a:pPr>
            <a:r>
              <a:rPr lang="es-ES" b="1" err="1"/>
              <a:t>You’ll</a:t>
            </a:r>
            <a:r>
              <a:rPr lang="es-ES" b="1"/>
              <a:t> </a:t>
            </a:r>
            <a:r>
              <a:rPr lang="es-ES" b="1" err="1"/>
              <a:t>always</a:t>
            </a:r>
            <a:r>
              <a:rPr lang="es-ES" b="1"/>
              <a:t> </a:t>
            </a:r>
            <a:r>
              <a:rPr lang="es-ES" b="1" err="1"/>
              <a:t>find</a:t>
            </a:r>
            <a:r>
              <a:rPr lang="es-ES" b="1"/>
              <a:t>:</a:t>
            </a:r>
          </a:p>
          <a:p>
            <a:pPr marL="342900" indent="-34290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s-ES">
                <a:solidFill>
                  <a:schemeClr val="tx2"/>
                </a:solidFill>
              </a:rPr>
              <a:t>Editable file (</a:t>
            </a:r>
            <a:r>
              <a:rPr lang="es-ES" err="1">
                <a:solidFill>
                  <a:schemeClr val="tx2"/>
                </a:solidFill>
              </a:rPr>
              <a:t>for</a:t>
            </a:r>
            <a:r>
              <a:rPr lang="es-ES">
                <a:solidFill>
                  <a:schemeClr val="tx2"/>
                </a:solidFill>
              </a:rPr>
              <a:t> </a:t>
            </a:r>
            <a:r>
              <a:rPr lang="es-ES" err="1">
                <a:solidFill>
                  <a:schemeClr val="tx2"/>
                </a:solidFill>
              </a:rPr>
              <a:t>Design</a:t>
            </a:r>
            <a:r>
              <a:rPr lang="es-ES">
                <a:solidFill>
                  <a:schemeClr val="tx2"/>
                </a:solidFill>
              </a:rPr>
              <a:t> Hub)</a:t>
            </a:r>
          </a:p>
          <a:p>
            <a:pPr marL="342900" indent="-34290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s-ES">
                <a:solidFill>
                  <a:schemeClr val="tx2"/>
                </a:solidFill>
              </a:rPr>
              <a:t>File </a:t>
            </a:r>
            <a:r>
              <a:rPr lang="es-ES" err="1">
                <a:solidFill>
                  <a:schemeClr val="tx2"/>
                </a:solidFill>
              </a:rPr>
              <a:t>for</a:t>
            </a:r>
            <a:r>
              <a:rPr lang="es-ES">
                <a:solidFill>
                  <a:schemeClr val="tx2"/>
                </a:solidFill>
              </a:rPr>
              <a:t> </a:t>
            </a:r>
            <a:r>
              <a:rPr lang="es-ES" err="1">
                <a:solidFill>
                  <a:schemeClr val="tx2"/>
                </a:solidFill>
              </a:rPr>
              <a:t>review</a:t>
            </a:r>
            <a:r>
              <a:rPr lang="es-ES">
                <a:solidFill>
                  <a:schemeClr val="tx2"/>
                </a:solidFill>
              </a:rPr>
              <a:t> (</a:t>
            </a:r>
            <a:r>
              <a:rPr lang="es-ES" err="1">
                <a:solidFill>
                  <a:schemeClr val="tx2"/>
                </a:solidFill>
              </a:rPr>
              <a:t>for</a:t>
            </a:r>
            <a:r>
              <a:rPr lang="es-ES">
                <a:solidFill>
                  <a:schemeClr val="tx2"/>
                </a:solidFill>
              </a:rPr>
              <a:t> Draft Date, </a:t>
            </a:r>
            <a:r>
              <a:rPr lang="es-ES" err="1">
                <a:solidFill>
                  <a:schemeClr val="tx2"/>
                </a:solidFill>
              </a:rPr>
              <a:t>ended</a:t>
            </a:r>
            <a:r>
              <a:rPr lang="es-ES">
                <a:solidFill>
                  <a:schemeClr val="tx2"/>
                </a:solidFill>
              </a:rPr>
              <a:t> in PROOF)</a:t>
            </a:r>
          </a:p>
          <a:p>
            <a:pPr marL="342900" indent="-34290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s-ES">
                <a:solidFill>
                  <a:schemeClr val="tx2"/>
                </a:solidFill>
              </a:rPr>
              <a:t>Final File (</a:t>
            </a:r>
            <a:r>
              <a:rPr lang="es-ES" err="1">
                <a:solidFill>
                  <a:schemeClr val="tx2"/>
                </a:solidFill>
              </a:rPr>
              <a:t>For</a:t>
            </a:r>
            <a:r>
              <a:rPr lang="es-ES">
                <a:solidFill>
                  <a:schemeClr val="tx2"/>
                </a:solidFill>
              </a:rPr>
              <a:t> Final Date, *</a:t>
            </a:r>
            <a:r>
              <a:rPr lang="es-ES" err="1">
                <a:solidFill>
                  <a:schemeClr val="tx2"/>
                </a:solidFill>
              </a:rPr>
              <a:t>ended</a:t>
            </a:r>
            <a:r>
              <a:rPr lang="es-ES">
                <a:solidFill>
                  <a:schemeClr val="tx2"/>
                </a:solidFill>
              </a:rPr>
              <a:t> in PRINT </a:t>
            </a:r>
            <a:r>
              <a:rPr lang="es-ES" err="1">
                <a:solidFill>
                  <a:schemeClr val="tx2"/>
                </a:solidFill>
              </a:rPr>
              <a:t>or</a:t>
            </a:r>
            <a:r>
              <a:rPr lang="es-ES">
                <a:solidFill>
                  <a:schemeClr val="tx2"/>
                </a:solidFill>
              </a:rPr>
              <a:t> DIGITAL)</a:t>
            </a:r>
            <a:endParaRPr lang="en-DK">
              <a:solidFill>
                <a:schemeClr val="tx2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58A5142-B4ED-470C-5E74-E322FA8F2F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24967" y="1882728"/>
            <a:ext cx="6658841" cy="1737126"/>
          </a:xfrm>
        </p:spPr>
        <p:txBody>
          <a:bodyPr/>
          <a:lstStyle/>
          <a:p>
            <a:r>
              <a:rPr lang="en-US"/>
              <a:t>File Storage</a:t>
            </a:r>
            <a:endParaRPr lang="en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29FB72-DFFC-4B35-7296-49E2B49A0D9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 noProof="0"/>
              <a:t>Powered by Partnership. Driven by Innovation.</a:t>
            </a:r>
            <a:endParaRPr lang="en-GB" noProof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81D8D6-3D29-DAFD-C5EE-A437331C32A5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66F6B9C1-1745-48B0-A8CA-B72E47831159}" type="slidenum">
              <a:rPr lang="en-GB" noProof="0" smtClean="0"/>
              <a:pPr/>
              <a:t>15</a:t>
            </a:fld>
            <a:endParaRPr lang="en-GB" noProof="0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B31BCEF4-94AF-A489-B0A1-CFCE84951CC0}"/>
              </a:ext>
            </a:extLst>
          </p:cNvPr>
          <p:cNvSpPr txBox="1">
            <a:spLocks/>
          </p:cNvSpPr>
          <p:nvPr/>
        </p:nvSpPr>
        <p:spPr>
          <a:xfrm>
            <a:off x="2649476" y="6300536"/>
            <a:ext cx="6658840" cy="2022524"/>
          </a:xfrm>
          <a:prstGeom prst="rect">
            <a:avLst/>
          </a:prstGeom>
        </p:spPr>
        <p:txBody>
          <a:bodyPr vert="horz" lIns="18000" tIns="90000" rIns="91440" bIns="36000" rtlCol="0">
            <a:normAutofit/>
          </a:bodyPr>
          <a:lstStyle>
            <a:lvl1pPr marL="0" indent="0" algn="l" defTabSz="914400" rtl="0" eaLnBrk="1" latinLnBrk="0" hangingPunct="1">
              <a:lnSpc>
                <a:spcPct val="110000"/>
              </a:lnSpc>
              <a:spcBef>
                <a:spcPts val="600"/>
              </a:spcBef>
              <a:spcAft>
                <a:spcPts val="1200"/>
              </a:spcAft>
              <a:buFont typeface="Arial" panose="020B0604020202020204" pitchFamily="34" charset="0"/>
              <a:buNone/>
              <a:defRPr sz="2000" kern="12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110000"/>
              </a:lnSpc>
              <a:spcBef>
                <a:spcPts val="600"/>
              </a:spcBef>
              <a:spcAft>
                <a:spcPts val="1200"/>
              </a:spcAft>
              <a:buFont typeface="Arial" panose="020B0604020202020204" pitchFamily="34" charset="0"/>
              <a:buNone/>
              <a:defRPr sz="2000" kern="1200" baseline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10000"/>
              </a:lnSpc>
              <a:spcBef>
                <a:spcPts val="60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 baseline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10000"/>
              </a:lnSpc>
              <a:spcBef>
                <a:spcPts val="600"/>
              </a:spcBef>
              <a:spcAft>
                <a:spcPts val="1200"/>
              </a:spcAft>
              <a:buFont typeface="Arial" panose="020B0604020202020204" pitchFamily="34" charset="0"/>
              <a:buNone/>
              <a:defRPr sz="1600" kern="1200" baseline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10000"/>
              </a:lnSpc>
              <a:spcBef>
                <a:spcPts val="600"/>
              </a:spcBef>
              <a:spcAft>
                <a:spcPts val="1200"/>
              </a:spcAft>
              <a:buFont typeface="Arial" panose="020B0604020202020204" pitchFamily="34" charset="0"/>
              <a:buNone/>
              <a:defRPr sz="1600" kern="1200" baseline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20000"/>
              </a:lnSpc>
            </a:pPr>
            <a:r>
              <a:rPr lang="es-ES" sz="800" b="1">
                <a:solidFill>
                  <a:schemeClr val="tx1">
                    <a:lumMod val="40000"/>
                    <a:lumOff val="60000"/>
                  </a:schemeClr>
                </a:solidFill>
              </a:rPr>
              <a:t>*ONLY IF IT’S NEEDED TO MAKE THE DISTINCTION</a:t>
            </a:r>
            <a:endParaRPr lang="en-DK" sz="800">
              <a:solidFill>
                <a:schemeClr val="tx1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7214007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F60525-190F-B6E0-E54F-F3F832062C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EF0125CA-1A5E-7F55-C05A-220AD39915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F6B9C1-1745-48B0-A8CA-B72E47831159}" type="slidenum">
              <a:rPr lang="en-GB" noProof="0" smtClean="0"/>
              <a:pPr/>
              <a:t>16</a:t>
            </a:fld>
            <a:endParaRPr lang="en-GB" noProof="0"/>
          </a:p>
        </p:txBody>
      </p:sp>
      <p:sp>
        <p:nvSpPr>
          <p:cNvPr id="4" name="Título 3">
            <a:extLst>
              <a:ext uri="{FF2B5EF4-FFF2-40B4-BE49-F238E27FC236}">
                <a16:creationId xmlns:a16="http://schemas.microsoft.com/office/drawing/2014/main" id="{2DD09560-EDFD-A1A3-8378-D4B2435A51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File naming conventions</a:t>
            </a:r>
            <a:endParaRPr lang="es-ES" dirty="0"/>
          </a:p>
        </p:txBody>
      </p:sp>
      <p:sp>
        <p:nvSpPr>
          <p:cNvPr id="9" name="Rectángulo: esquinas redondeadas 8">
            <a:extLst>
              <a:ext uri="{FF2B5EF4-FFF2-40B4-BE49-F238E27FC236}">
                <a16:creationId xmlns:a16="http://schemas.microsoft.com/office/drawing/2014/main" id="{851A6632-D58A-C6B2-A102-894ED3D5CD67}"/>
              </a:ext>
            </a:extLst>
          </p:cNvPr>
          <p:cNvSpPr/>
          <p:nvPr/>
        </p:nvSpPr>
        <p:spPr>
          <a:xfrm>
            <a:off x="468000" y="1444006"/>
            <a:ext cx="3559310" cy="4836805"/>
          </a:xfrm>
          <a:prstGeom prst="roundRect">
            <a:avLst>
              <a:gd name="adj" fmla="val 3616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0" name="Rectángulo: esquinas redondeadas 9">
            <a:extLst>
              <a:ext uri="{FF2B5EF4-FFF2-40B4-BE49-F238E27FC236}">
                <a16:creationId xmlns:a16="http://schemas.microsoft.com/office/drawing/2014/main" id="{E50DD29A-9625-1A32-926A-A81C070255BC}"/>
              </a:ext>
            </a:extLst>
          </p:cNvPr>
          <p:cNvSpPr/>
          <p:nvPr/>
        </p:nvSpPr>
        <p:spPr>
          <a:xfrm>
            <a:off x="4312970" y="1444006"/>
            <a:ext cx="3559310" cy="4836805"/>
          </a:xfrm>
          <a:prstGeom prst="roundRect">
            <a:avLst>
              <a:gd name="adj" fmla="val 3616"/>
            </a:avLst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1" name="Rectángulo: esquinas redondeadas 10">
            <a:extLst>
              <a:ext uri="{FF2B5EF4-FFF2-40B4-BE49-F238E27FC236}">
                <a16:creationId xmlns:a16="http://schemas.microsoft.com/office/drawing/2014/main" id="{93382588-BCEA-912A-EF6B-41B42556EC59}"/>
              </a:ext>
            </a:extLst>
          </p:cNvPr>
          <p:cNvSpPr/>
          <p:nvPr/>
        </p:nvSpPr>
        <p:spPr>
          <a:xfrm>
            <a:off x="8157940" y="1444006"/>
            <a:ext cx="3559310" cy="4836805"/>
          </a:xfrm>
          <a:prstGeom prst="roundRect">
            <a:avLst>
              <a:gd name="adj" fmla="val 3616"/>
            </a:avLst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2E6FF8EE-57AB-A231-1F86-EF178B84144E}"/>
              </a:ext>
            </a:extLst>
          </p:cNvPr>
          <p:cNvSpPr txBox="1"/>
          <p:nvPr/>
        </p:nvSpPr>
        <p:spPr>
          <a:xfrm>
            <a:off x="620633" y="2763888"/>
            <a:ext cx="3198332" cy="3223156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b="1" dirty="0">
                <a:solidFill>
                  <a:schemeClr val="tx2"/>
                </a:solidFill>
              </a:rPr>
              <a:t>Design Files</a:t>
            </a:r>
          </a:p>
          <a:p>
            <a:pPr algn="l"/>
            <a:endParaRPr lang="en-US" sz="1400" dirty="0">
              <a:solidFill>
                <a:schemeClr val="tx2"/>
              </a:solidFill>
            </a:endParaRPr>
          </a:p>
          <a:p>
            <a:pPr algn="l"/>
            <a:r>
              <a:rPr lang="en-US" sz="1400" dirty="0">
                <a:solidFill>
                  <a:schemeClr val="tx2"/>
                </a:solidFill>
              </a:rPr>
              <a:t>Year</a:t>
            </a:r>
            <a:r>
              <a:rPr lang="es-ES" sz="1400" dirty="0">
                <a:solidFill>
                  <a:schemeClr val="tx2"/>
                </a:solidFill>
              </a:rPr>
              <a:t>-</a:t>
            </a:r>
            <a:r>
              <a:rPr lang="en-US" sz="1400" dirty="0">
                <a:solidFill>
                  <a:schemeClr val="tx2"/>
                </a:solidFill>
              </a:rPr>
              <a:t>Month </a:t>
            </a:r>
            <a:r>
              <a:rPr lang="en-US" sz="1400" dirty="0" err="1">
                <a:solidFill>
                  <a:schemeClr val="tx2"/>
                </a:solidFill>
              </a:rPr>
              <a:t>Language_Market</a:t>
            </a:r>
            <a:r>
              <a:rPr lang="en-US" sz="1400" dirty="0">
                <a:solidFill>
                  <a:schemeClr val="tx2"/>
                </a:solidFill>
              </a:rPr>
              <a:t> </a:t>
            </a:r>
          </a:p>
          <a:p>
            <a:pPr algn="l"/>
            <a:r>
              <a:rPr lang="en-US" sz="1400" dirty="0">
                <a:solidFill>
                  <a:schemeClr val="tx2"/>
                </a:solidFill>
              </a:rPr>
              <a:t>Brand/Product-</a:t>
            </a:r>
            <a:r>
              <a:rPr lang="en-US" sz="1400" dirty="0" err="1">
                <a:solidFill>
                  <a:schemeClr val="tx2"/>
                </a:solidFill>
              </a:rPr>
              <a:t>FileType</a:t>
            </a:r>
            <a:r>
              <a:rPr lang="en-US" sz="1400" dirty="0">
                <a:solidFill>
                  <a:schemeClr val="tx2"/>
                </a:solidFill>
              </a:rPr>
              <a:t>*</a:t>
            </a:r>
          </a:p>
          <a:p>
            <a:pPr algn="l"/>
            <a:endParaRPr lang="en-US" sz="1400" dirty="0">
              <a:solidFill>
                <a:schemeClr val="tx2"/>
              </a:solidFill>
            </a:endParaRPr>
          </a:p>
          <a:p>
            <a:pPr algn="l"/>
            <a:r>
              <a:rPr lang="en-US" sz="1400" u="sng" dirty="0">
                <a:solidFill>
                  <a:schemeClr val="tx2"/>
                </a:solidFill>
              </a:rPr>
              <a:t>EXAMPLE: </a:t>
            </a:r>
          </a:p>
          <a:p>
            <a:pPr algn="l"/>
            <a:r>
              <a:rPr lang="en-US" sz="1400" dirty="0">
                <a:solidFill>
                  <a:schemeClr val="tx2"/>
                </a:solidFill>
              </a:rPr>
              <a:t>2022-03 </a:t>
            </a:r>
            <a:r>
              <a:rPr lang="en-US" sz="1400" dirty="0" err="1">
                <a:solidFill>
                  <a:schemeClr val="tx2"/>
                </a:solidFill>
              </a:rPr>
              <a:t>ES_Orbit_Brochure</a:t>
            </a:r>
            <a:br>
              <a:rPr lang="en-US" sz="1400" dirty="0">
                <a:solidFill>
                  <a:schemeClr val="tx2"/>
                </a:solidFill>
              </a:rPr>
            </a:br>
            <a:r>
              <a:rPr lang="en-US" sz="1400" dirty="0">
                <a:solidFill>
                  <a:schemeClr val="tx2"/>
                </a:solidFill>
              </a:rPr>
              <a:t>or </a:t>
            </a:r>
            <a:br>
              <a:rPr lang="en-US" sz="1400" dirty="0">
                <a:solidFill>
                  <a:schemeClr val="tx2"/>
                </a:solidFill>
              </a:rPr>
            </a:br>
            <a:r>
              <a:rPr lang="en-US" sz="1400" dirty="0">
                <a:solidFill>
                  <a:schemeClr val="tx2"/>
                </a:solidFill>
              </a:rPr>
              <a:t>DRAFT_2021-03 EN_EMEA SmartCare FOCUS (Marine) DM</a:t>
            </a:r>
          </a:p>
          <a:p>
            <a:pPr algn="l"/>
            <a:endParaRPr lang="en-US" sz="1400" dirty="0">
              <a:solidFill>
                <a:schemeClr val="tx2"/>
              </a:solidFill>
            </a:endParaRPr>
          </a:p>
          <a:p>
            <a:pPr algn="l"/>
            <a:endParaRPr lang="en-US" sz="1400" dirty="0">
              <a:solidFill>
                <a:schemeClr val="tx2"/>
              </a:solidFill>
            </a:endParaRPr>
          </a:p>
          <a:p>
            <a:r>
              <a:rPr lang="en-US" sz="1050" i="1" dirty="0">
                <a:solidFill>
                  <a:schemeClr val="tx2"/>
                </a:solidFill>
              </a:rPr>
              <a:t>*File </a:t>
            </a:r>
            <a:r>
              <a:rPr lang="en-US" sz="1050" i="1" dirty="0" err="1">
                <a:solidFill>
                  <a:schemeClr val="tx2"/>
                </a:solidFill>
              </a:rPr>
              <a:t>Type:Brochure</a:t>
            </a:r>
            <a:r>
              <a:rPr lang="en-US" sz="1050" i="1" dirty="0">
                <a:solidFill>
                  <a:schemeClr val="tx2"/>
                </a:solidFill>
              </a:rPr>
              <a:t>, Ad, Datasheet, Video, etc.</a:t>
            </a:r>
          </a:p>
          <a:p>
            <a:pPr algn="l"/>
            <a:r>
              <a:rPr lang="en-US" sz="1400" dirty="0">
                <a:solidFill>
                  <a:schemeClr val="tx2"/>
                </a:solidFill>
              </a:rPr>
              <a:t> </a:t>
            </a:r>
          </a:p>
          <a:p>
            <a:pPr algn="l"/>
            <a:endParaRPr lang="es-ES" dirty="0">
              <a:solidFill>
                <a:schemeClr val="tx2"/>
              </a:solidFill>
            </a:endParaRPr>
          </a:p>
        </p:txBody>
      </p:sp>
      <p:pic>
        <p:nvPicPr>
          <p:cNvPr id="15" name="Gráfico 14" descr="Presentación con elemento multimedia contorno">
            <a:extLst>
              <a:ext uri="{FF2B5EF4-FFF2-40B4-BE49-F238E27FC236}">
                <a16:creationId xmlns:a16="http://schemas.microsoft.com/office/drawing/2014/main" id="{FEC9D7A0-9E14-070A-512B-A1D3340F0A6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480395" y="1765728"/>
            <a:ext cx="914400" cy="914400"/>
          </a:xfrm>
          <a:prstGeom prst="rect">
            <a:avLst/>
          </a:prstGeom>
        </p:spPr>
      </p:pic>
      <p:pic>
        <p:nvPicPr>
          <p:cNvPr id="17" name="Gráfico 16" descr="Imágenes contorno">
            <a:extLst>
              <a:ext uri="{FF2B5EF4-FFF2-40B4-BE49-F238E27FC236}">
                <a16:creationId xmlns:a16="http://schemas.microsoft.com/office/drawing/2014/main" id="{34340E00-5C1F-A998-A2FD-A911E1F55AA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638800" y="1765728"/>
            <a:ext cx="914400" cy="914400"/>
          </a:xfrm>
          <a:prstGeom prst="rect">
            <a:avLst/>
          </a:prstGeom>
        </p:spPr>
      </p:pic>
      <p:pic>
        <p:nvPicPr>
          <p:cNvPr id="19" name="Gráfico 18" descr="Papel contorno">
            <a:extLst>
              <a:ext uri="{FF2B5EF4-FFF2-40B4-BE49-F238E27FC236}">
                <a16:creationId xmlns:a16="http://schemas.microsoft.com/office/drawing/2014/main" id="{CCCB8D51-EC90-C0D9-D09C-BF0F7C4D50D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741415" y="1765728"/>
            <a:ext cx="914400" cy="914400"/>
          </a:xfrm>
          <a:prstGeom prst="rect">
            <a:avLst/>
          </a:prstGeom>
        </p:spPr>
      </p:pic>
      <p:sp>
        <p:nvSpPr>
          <p:cNvPr id="20" name="CuadroTexto 19">
            <a:extLst>
              <a:ext uri="{FF2B5EF4-FFF2-40B4-BE49-F238E27FC236}">
                <a16:creationId xmlns:a16="http://schemas.microsoft.com/office/drawing/2014/main" id="{208ADBB4-4873-57C4-CF14-BD67FEE7925B}"/>
              </a:ext>
            </a:extLst>
          </p:cNvPr>
          <p:cNvSpPr txBox="1"/>
          <p:nvPr/>
        </p:nvSpPr>
        <p:spPr>
          <a:xfrm>
            <a:off x="4493459" y="2763888"/>
            <a:ext cx="3198332" cy="3223156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b="1" dirty="0">
                <a:solidFill>
                  <a:schemeClr val="tx2"/>
                </a:solidFill>
              </a:rPr>
              <a:t>Images</a:t>
            </a:r>
          </a:p>
          <a:p>
            <a:pPr algn="l"/>
            <a:endParaRPr lang="en-US" sz="1400" dirty="0">
              <a:solidFill>
                <a:schemeClr val="tx2"/>
              </a:solidFill>
            </a:endParaRPr>
          </a:p>
          <a:p>
            <a:pPr algn="l"/>
            <a:r>
              <a:rPr lang="en-US" sz="1400" dirty="0">
                <a:solidFill>
                  <a:schemeClr val="tx2"/>
                </a:solidFill>
              </a:rPr>
              <a:t>Add on the name: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What it is (Species, </a:t>
            </a:r>
            <a:r>
              <a:rPr lang="en-US" sz="1400" dirty="0" err="1">
                <a:solidFill>
                  <a:schemeClr val="tx2"/>
                </a:solidFill>
              </a:rPr>
              <a:t>Lifestage</a:t>
            </a:r>
            <a:r>
              <a:rPr lang="en-US" sz="1400" dirty="0">
                <a:solidFill>
                  <a:schemeClr val="tx2"/>
                </a:solidFill>
              </a:rPr>
              <a:t>, Location, action, </a:t>
            </a:r>
            <a:r>
              <a:rPr lang="en-US" sz="1400" dirty="0" err="1">
                <a:solidFill>
                  <a:schemeClr val="tx2"/>
                </a:solidFill>
              </a:rPr>
              <a:t>etc</a:t>
            </a:r>
            <a:r>
              <a:rPr lang="en-US" sz="1400" dirty="0">
                <a:solidFill>
                  <a:schemeClr val="tx2"/>
                </a:solidFill>
              </a:rPr>
              <a:t> )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License/Shutterstock number/picture default name </a:t>
            </a:r>
          </a:p>
          <a:p>
            <a:pPr algn="l"/>
            <a:endParaRPr lang="en-US" sz="1400" dirty="0">
              <a:solidFill>
                <a:schemeClr val="tx2"/>
              </a:solidFill>
            </a:endParaRPr>
          </a:p>
          <a:p>
            <a:pPr algn="l"/>
            <a:r>
              <a:rPr lang="en-US" sz="1400" u="sng" dirty="0">
                <a:solidFill>
                  <a:schemeClr val="tx2"/>
                </a:solidFill>
              </a:rPr>
              <a:t>EXAMPLE: </a:t>
            </a:r>
          </a:p>
          <a:p>
            <a:pPr algn="l"/>
            <a:r>
              <a:rPr lang="en-US" sz="1400" dirty="0">
                <a:solidFill>
                  <a:schemeClr val="tx2"/>
                </a:solidFill>
              </a:rPr>
              <a:t>Trout_Smolt_Denmark_shutterstock_98966114 </a:t>
            </a:r>
          </a:p>
          <a:p>
            <a:pPr algn="l"/>
            <a:r>
              <a:rPr lang="en-US" sz="1400" dirty="0">
                <a:solidFill>
                  <a:schemeClr val="tx2"/>
                </a:solidFill>
              </a:rPr>
              <a:t> </a:t>
            </a:r>
          </a:p>
          <a:p>
            <a:pPr algn="l"/>
            <a:endParaRPr lang="es-ES" dirty="0">
              <a:solidFill>
                <a:schemeClr val="tx2"/>
              </a:solidFill>
            </a:endParaRP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A850010F-3FD8-88C4-FD74-C2B679DF6ECF}"/>
              </a:ext>
            </a:extLst>
          </p:cNvPr>
          <p:cNvSpPr txBox="1"/>
          <p:nvPr/>
        </p:nvSpPr>
        <p:spPr>
          <a:xfrm>
            <a:off x="8338429" y="2763888"/>
            <a:ext cx="3198332" cy="3223156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b="1" dirty="0">
                <a:solidFill>
                  <a:schemeClr val="tx2"/>
                </a:solidFill>
              </a:rPr>
              <a:t>Videos</a:t>
            </a:r>
          </a:p>
          <a:p>
            <a:pPr algn="l"/>
            <a:endParaRPr lang="en-US" sz="1400" dirty="0">
              <a:solidFill>
                <a:schemeClr val="tx2"/>
              </a:solidFill>
            </a:endParaRPr>
          </a:p>
          <a:p>
            <a:pPr algn="l"/>
            <a:r>
              <a:rPr lang="en-US" sz="1400" dirty="0">
                <a:solidFill>
                  <a:schemeClr val="tx2"/>
                </a:solidFill>
              </a:rPr>
              <a:t>Add on the name: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What it is (Species, </a:t>
            </a:r>
            <a:r>
              <a:rPr lang="en-US" sz="1400" dirty="0" err="1">
                <a:solidFill>
                  <a:schemeClr val="tx2"/>
                </a:solidFill>
              </a:rPr>
              <a:t>Lifestage</a:t>
            </a:r>
            <a:r>
              <a:rPr lang="en-US" sz="1400" dirty="0">
                <a:solidFill>
                  <a:schemeClr val="tx2"/>
                </a:solidFill>
              </a:rPr>
              <a:t>, Location, action, </a:t>
            </a:r>
            <a:r>
              <a:rPr lang="en-US" sz="1400" dirty="0" err="1">
                <a:solidFill>
                  <a:schemeClr val="tx2"/>
                </a:solidFill>
              </a:rPr>
              <a:t>etc</a:t>
            </a:r>
            <a:r>
              <a:rPr lang="en-US" sz="1400" dirty="0">
                <a:solidFill>
                  <a:schemeClr val="tx2"/>
                </a:solidFill>
              </a:rPr>
              <a:t> )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License/Shutterstock number/picture default name </a:t>
            </a:r>
          </a:p>
          <a:p>
            <a:pPr algn="l"/>
            <a:endParaRPr lang="en-US" sz="1400" dirty="0">
              <a:solidFill>
                <a:schemeClr val="tx2"/>
              </a:solidFill>
            </a:endParaRPr>
          </a:p>
          <a:p>
            <a:pPr algn="l"/>
            <a:r>
              <a:rPr lang="en-US" sz="1400" u="sng" dirty="0">
                <a:solidFill>
                  <a:schemeClr val="tx2"/>
                </a:solidFill>
              </a:rPr>
              <a:t>EXAMPLE: </a:t>
            </a:r>
          </a:p>
          <a:p>
            <a:r>
              <a:rPr lang="en-US" sz="1400" dirty="0">
                <a:solidFill>
                  <a:schemeClr val="tx2"/>
                </a:solidFill>
              </a:rPr>
              <a:t>Fish_Tilapia_Grower_shutterstock_25969904</a:t>
            </a:r>
            <a:endParaRPr lang="es-ES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9509195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contenido 1">
            <a:extLst>
              <a:ext uri="{FF2B5EF4-FFF2-40B4-BE49-F238E27FC236}">
                <a16:creationId xmlns:a16="http://schemas.microsoft.com/office/drawing/2014/main" id="{1546C458-1E1D-8585-1330-75C1F11283BB}"/>
              </a:ext>
            </a:extLst>
          </p:cNvPr>
          <p:cNvSpPr>
            <a:spLocks noGrp="1"/>
          </p:cNvSpPr>
          <p:nvPr>
            <p:ph sz="quarter" idx="19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s-ES" sz="2200" dirty="0" err="1"/>
              <a:t>When</a:t>
            </a:r>
            <a:r>
              <a:rPr lang="es-ES" sz="2200" dirty="0"/>
              <a:t> </a:t>
            </a:r>
            <a:r>
              <a:rPr lang="es-ES" sz="2200" dirty="0" err="1"/>
              <a:t>you</a:t>
            </a:r>
            <a:r>
              <a:rPr lang="es-ES" sz="2200" dirty="0"/>
              <a:t> are </a:t>
            </a:r>
            <a:r>
              <a:rPr lang="es-ES" sz="2200" dirty="0" err="1"/>
              <a:t>starting</a:t>
            </a:r>
            <a:r>
              <a:rPr lang="es-ES" sz="2200" dirty="0"/>
              <a:t> a </a:t>
            </a:r>
            <a:r>
              <a:rPr lang="es-ES" sz="2200" dirty="0" err="1"/>
              <a:t>project</a:t>
            </a:r>
            <a:r>
              <a:rPr lang="es-ES" sz="2200" dirty="0"/>
              <a:t>, </a:t>
            </a:r>
            <a:r>
              <a:rPr lang="es-ES" sz="2200" dirty="0" err="1"/>
              <a:t>you</a:t>
            </a:r>
            <a:r>
              <a:rPr lang="es-ES" sz="2200" dirty="0"/>
              <a:t> can </a:t>
            </a:r>
            <a:r>
              <a:rPr lang="es-ES" sz="2200" dirty="0" err="1"/>
              <a:t>create</a:t>
            </a:r>
            <a:r>
              <a:rPr lang="es-ES" sz="2200" dirty="0"/>
              <a:t> folders </a:t>
            </a:r>
            <a:r>
              <a:rPr lang="es-ES" sz="2200" dirty="0" err="1"/>
              <a:t>that</a:t>
            </a:r>
            <a:r>
              <a:rPr lang="es-ES" sz="2200" dirty="0"/>
              <a:t> </a:t>
            </a:r>
            <a:r>
              <a:rPr lang="es-ES" sz="2200" dirty="0" err="1"/>
              <a:t>could</a:t>
            </a:r>
            <a:r>
              <a:rPr lang="es-ES" sz="2200" dirty="0"/>
              <a:t> be </a:t>
            </a:r>
            <a:r>
              <a:rPr lang="es-ES" sz="2200" dirty="0" err="1"/>
              <a:t>useful</a:t>
            </a:r>
            <a:r>
              <a:rPr lang="es-ES" sz="2200" dirty="0"/>
              <a:t> </a:t>
            </a:r>
            <a:r>
              <a:rPr lang="es-ES" sz="2200" dirty="0" err="1"/>
              <a:t>for</a:t>
            </a:r>
            <a:r>
              <a:rPr lang="es-ES" sz="2200" dirty="0"/>
              <a:t> </a:t>
            </a:r>
            <a:r>
              <a:rPr lang="es-ES" sz="2200" dirty="0" err="1"/>
              <a:t>an</a:t>
            </a:r>
            <a:r>
              <a:rPr lang="es-ES" sz="2200" dirty="0"/>
              <a:t> </a:t>
            </a:r>
            <a:r>
              <a:rPr lang="es-ES" sz="2200" dirty="0" err="1"/>
              <a:t>organized</a:t>
            </a:r>
            <a:r>
              <a:rPr lang="es-ES" sz="2200" dirty="0"/>
              <a:t> </a:t>
            </a:r>
            <a:r>
              <a:rPr lang="es-ES" sz="2200" dirty="0" err="1"/>
              <a:t>space</a:t>
            </a:r>
            <a:endParaRPr lang="es-ES" sz="2200" dirty="0"/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DBF27F0D-CE09-0E48-9DA9-15D56CB9DBAC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66F6B9C1-1745-48B0-A8CA-B72E47831159}" type="slidenum">
              <a:rPr lang="en-GB" noProof="0" smtClean="0"/>
              <a:pPr/>
              <a:t>17</a:t>
            </a:fld>
            <a:endParaRPr lang="en-GB" noProof="0"/>
          </a:p>
        </p:txBody>
      </p:sp>
      <p:sp>
        <p:nvSpPr>
          <p:cNvPr id="13" name="Marcador de posición de imagen 12">
            <a:extLst>
              <a:ext uri="{FF2B5EF4-FFF2-40B4-BE49-F238E27FC236}">
                <a16:creationId xmlns:a16="http://schemas.microsoft.com/office/drawing/2014/main" id="{FB8E416B-ECB8-59FC-6E41-3CCB684FCF93}"/>
              </a:ext>
            </a:extLst>
          </p:cNvPr>
          <p:cNvSpPr>
            <a:spLocks noGrp="1"/>
          </p:cNvSpPr>
          <p:nvPr>
            <p:ph type="pic" idx="15"/>
          </p:nvPr>
        </p:nvSpPr>
        <p:spPr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endParaRPr lang="es-ES" dirty="0"/>
          </a:p>
        </p:txBody>
      </p:sp>
      <p:sp>
        <p:nvSpPr>
          <p:cNvPr id="5" name="Subtítulo 4">
            <a:extLst>
              <a:ext uri="{FF2B5EF4-FFF2-40B4-BE49-F238E27FC236}">
                <a16:creationId xmlns:a16="http://schemas.microsoft.com/office/drawing/2014/main" id="{4AF5326C-2ECE-435F-CDF2-03A02C0CC217}"/>
              </a:ext>
            </a:extLst>
          </p:cNvPr>
          <p:cNvSpPr>
            <a:spLocks noGrp="1"/>
          </p:cNvSpPr>
          <p:nvPr>
            <p:ph type="subTitle" idx="14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Título 3">
            <a:extLst>
              <a:ext uri="{FF2B5EF4-FFF2-40B4-BE49-F238E27FC236}">
                <a16:creationId xmlns:a16="http://schemas.microsoft.com/office/drawing/2014/main" id="{FC192060-7A88-68C2-7D7A-223F7E5C93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Folders you can create for each project </a:t>
            </a:r>
            <a:endParaRPr lang="es-ES" dirty="0"/>
          </a:p>
        </p:txBody>
      </p:sp>
      <p:grpSp>
        <p:nvGrpSpPr>
          <p:cNvPr id="16" name="Grupo 15">
            <a:extLst>
              <a:ext uri="{FF2B5EF4-FFF2-40B4-BE49-F238E27FC236}">
                <a16:creationId xmlns:a16="http://schemas.microsoft.com/office/drawing/2014/main" id="{E0095EEB-3327-C5CE-B55F-6D69517F1119}"/>
              </a:ext>
            </a:extLst>
          </p:cNvPr>
          <p:cNvGrpSpPr/>
          <p:nvPr/>
        </p:nvGrpSpPr>
        <p:grpSpPr>
          <a:xfrm>
            <a:off x="416477" y="286708"/>
            <a:ext cx="2264657" cy="2264657"/>
            <a:chOff x="1093024" y="2255333"/>
            <a:chExt cx="2628900" cy="2628900"/>
          </a:xfrm>
        </p:grpSpPr>
        <p:pic>
          <p:nvPicPr>
            <p:cNvPr id="6" name="Gráfico 5" descr="Carpeta con relleno sólido">
              <a:extLst>
                <a:ext uri="{FF2B5EF4-FFF2-40B4-BE49-F238E27FC236}">
                  <a16:creationId xmlns:a16="http://schemas.microsoft.com/office/drawing/2014/main" id="{53701BFD-3B71-9E95-FA47-B0DB76A53CE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093024" y="2255333"/>
              <a:ext cx="2628900" cy="2628900"/>
            </a:xfrm>
            <a:prstGeom prst="rect">
              <a:avLst/>
            </a:prstGeom>
          </p:spPr>
        </p:pic>
        <p:sp>
          <p:nvSpPr>
            <p:cNvPr id="9" name="Marcador de contenido 1">
              <a:extLst>
                <a:ext uri="{FF2B5EF4-FFF2-40B4-BE49-F238E27FC236}">
                  <a16:creationId xmlns:a16="http://schemas.microsoft.com/office/drawing/2014/main" id="{A814FF22-D4FD-C274-F573-F544B8AEEE3D}"/>
                </a:ext>
              </a:extLst>
            </p:cNvPr>
            <p:cNvSpPr txBox="1">
              <a:spLocks/>
            </p:cNvSpPr>
            <p:nvPr/>
          </p:nvSpPr>
          <p:spPr>
            <a:xfrm>
              <a:off x="1565825" y="3240928"/>
              <a:ext cx="1694984" cy="897673"/>
            </a:xfrm>
            <a:prstGeom prst="rect">
              <a:avLst/>
            </a:prstGeom>
          </p:spPr>
          <p:txBody>
            <a:bodyPr vert="horz" lIns="91440" tIns="90000" rIns="91440" bIns="36000" rtlCol="0">
              <a:noAutofit/>
            </a:bodyPr>
            <a:lstStyle>
              <a:lvl1pPr marL="228600" indent="-228600" algn="l" defTabSz="914400" rtl="0" eaLnBrk="1" latinLnBrk="0" hangingPunct="1">
                <a:lnSpc>
                  <a:spcPct val="110000"/>
                </a:lnSpc>
                <a:spcBef>
                  <a:spcPts val="600"/>
                </a:spcBef>
                <a:spcAft>
                  <a:spcPts val="1200"/>
                </a:spcAft>
                <a:buFont typeface="Arial" panose="020B0604020202020204" pitchFamily="34" charset="0"/>
                <a:buChar char="•"/>
                <a:defRPr sz="2400" kern="1200" baseline="0">
                  <a:solidFill>
                    <a:schemeClr val="accent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10000"/>
                </a:lnSpc>
                <a:spcBef>
                  <a:spcPts val="600"/>
                </a:spcBef>
                <a:spcAft>
                  <a:spcPts val="1200"/>
                </a:spcAft>
                <a:buFont typeface="Arial" panose="020B0604020202020204" pitchFamily="34" charset="0"/>
                <a:buChar char="•"/>
                <a:defRPr sz="2400" kern="1200" baseline="0">
                  <a:solidFill>
                    <a:schemeClr val="accent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10000"/>
                </a:lnSpc>
                <a:spcBef>
                  <a:spcPts val="600"/>
                </a:spcBef>
                <a:spcAft>
                  <a:spcPts val="1200"/>
                </a:spcAft>
                <a:buFont typeface="Arial" panose="020B0604020202020204" pitchFamily="34" charset="0"/>
                <a:buChar char="•"/>
                <a:defRPr sz="2400" kern="1200" baseline="0">
                  <a:solidFill>
                    <a:schemeClr val="accent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10000"/>
                </a:lnSpc>
                <a:spcBef>
                  <a:spcPts val="600"/>
                </a:spcBef>
                <a:spcAft>
                  <a:spcPts val="1200"/>
                </a:spcAft>
                <a:buFont typeface="Arial" panose="020B0604020202020204" pitchFamily="34" charset="0"/>
                <a:buChar char="•"/>
                <a:defRPr sz="2400" kern="1200" baseline="0">
                  <a:solidFill>
                    <a:schemeClr val="accent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10000"/>
                </a:lnSpc>
                <a:spcBef>
                  <a:spcPts val="600"/>
                </a:spcBef>
                <a:spcAft>
                  <a:spcPts val="1200"/>
                </a:spcAft>
                <a:buFont typeface="Arial" panose="020B0604020202020204" pitchFamily="34" charset="0"/>
                <a:buChar char="•"/>
                <a:defRPr sz="2400" kern="1200" baseline="0">
                  <a:solidFill>
                    <a:schemeClr val="accent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buFont typeface="Arial" panose="020B0604020202020204" pitchFamily="34" charset="0"/>
                <a:buNone/>
              </a:pPr>
              <a:r>
                <a:rPr lang="es-ES" sz="1800" b="1" dirty="0"/>
                <a:t>Files </a:t>
              </a:r>
              <a:r>
                <a:rPr lang="es-ES" sz="1800" b="1" dirty="0" err="1"/>
                <a:t>Provided</a:t>
              </a:r>
              <a:endParaRPr lang="es-ES" sz="1800" b="1" dirty="0"/>
            </a:p>
          </p:txBody>
        </p:sp>
      </p:grpSp>
      <p:grpSp>
        <p:nvGrpSpPr>
          <p:cNvPr id="17" name="Grupo 16">
            <a:extLst>
              <a:ext uri="{FF2B5EF4-FFF2-40B4-BE49-F238E27FC236}">
                <a16:creationId xmlns:a16="http://schemas.microsoft.com/office/drawing/2014/main" id="{E570A357-9CE6-5357-0DD8-D660A9E8A0B6}"/>
              </a:ext>
            </a:extLst>
          </p:cNvPr>
          <p:cNvGrpSpPr/>
          <p:nvPr/>
        </p:nvGrpSpPr>
        <p:grpSpPr>
          <a:xfrm>
            <a:off x="416477" y="2276949"/>
            <a:ext cx="2264657" cy="2264657"/>
            <a:chOff x="4781550" y="2255333"/>
            <a:chExt cx="2628900" cy="2628900"/>
          </a:xfrm>
        </p:grpSpPr>
        <p:pic>
          <p:nvPicPr>
            <p:cNvPr id="7" name="Gráfico 6" descr="Carpeta con relleno sólido">
              <a:extLst>
                <a:ext uri="{FF2B5EF4-FFF2-40B4-BE49-F238E27FC236}">
                  <a16:creationId xmlns:a16="http://schemas.microsoft.com/office/drawing/2014/main" id="{03991C83-6407-1573-0759-C3FF2F16AAA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4781550" y="2255333"/>
              <a:ext cx="2628900" cy="2628900"/>
            </a:xfrm>
            <a:prstGeom prst="rect">
              <a:avLst/>
            </a:prstGeom>
          </p:spPr>
        </p:pic>
        <p:sp>
          <p:nvSpPr>
            <p:cNvPr id="10" name="Marcador de contenido 1">
              <a:extLst>
                <a:ext uri="{FF2B5EF4-FFF2-40B4-BE49-F238E27FC236}">
                  <a16:creationId xmlns:a16="http://schemas.microsoft.com/office/drawing/2014/main" id="{C3FD4869-46F0-0FDD-C8A5-E856AC3FC0BB}"/>
                </a:ext>
              </a:extLst>
            </p:cNvPr>
            <p:cNvSpPr txBox="1">
              <a:spLocks/>
            </p:cNvSpPr>
            <p:nvPr/>
          </p:nvSpPr>
          <p:spPr>
            <a:xfrm>
              <a:off x="5238643" y="3429000"/>
              <a:ext cx="1694984" cy="656525"/>
            </a:xfrm>
            <a:prstGeom prst="rect">
              <a:avLst/>
            </a:prstGeom>
          </p:spPr>
          <p:txBody>
            <a:bodyPr vert="horz" lIns="91440" tIns="90000" rIns="91440" bIns="36000" rtlCol="0">
              <a:normAutofit/>
            </a:bodyPr>
            <a:lstStyle>
              <a:lvl1pPr marL="228600" indent="-228600" algn="l" defTabSz="914400" rtl="0" eaLnBrk="1" latinLnBrk="0" hangingPunct="1">
                <a:lnSpc>
                  <a:spcPct val="110000"/>
                </a:lnSpc>
                <a:spcBef>
                  <a:spcPts val="600"/>
                </a:spcBef>
                <a:spcAft>
                  <a:spcPts val="1200"/>
                </a:spcAft>
                <a:buFont typeface="Arial" panose="020B0604020202020204" pitchFamily="34" charset="0"/>
                <a:buChar char="•"/>
                <a:defRPr sz="2400" kern="1200" baseline="0">
                  <a:solidFill>
                    <a:schemeClr val="accent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10000"/>
                </a:lnSpc>
                <a:spcBef>
                  <a:spcPts val="600"/>
                </a:spcBef>
                <a:spcAft>
                  <a:spcPts val="1200"/>
                </a:spcAft>
                <a:buFont typeface="Arial" panose="020B0604020202020204" pitchFamily="34" charset="0"/>
                <a:buChar char="•"/>
                <a:defRPr sz="2400" kern="1200" baseline="0">
                  <a:solidFill>
                    <a:schemeClr val="accent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10000"/>
                </a:lnSpc>
                <a:spcBef>
                  <a:spcPts val="600"/>
                </a:spcBef>
                <a:spcAft>
                  <a:spcPts val="1200"/>
                </a:spcAft>
                <a:buFont typeface="Arial" panose="020B0604020202020204" pitchFamily="34" charset="0"/>
                <a:buChar char="•"/>
                <a:defRPr sz="2400" kern="1200" baseline="0">
                  <a:solidFill>
                    <a:schemeClr val="accent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10000"/>
                </a:lnSpc>
                <a:spcBef>
                  <a:spcPts val="600"/>
                </a:spcBef>
                <a:spcAft>
                  <a:spcPts val="1200"/>
                </a:spcAft>
                <a:buFont typeface="Arial" panose="020B0604020202020204" pitchFamily="34" charset="0"/>
                <a:buChar char="•"/>
                <a:defRPr sz="2400" kern="1200" baseline="0">
                  <a:solidFill>
                    <a:schemeClr val="accent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10000"/>
                </a:lnSpc>
                <a:spcBef>
                  <a:spcPts val="600"/>
                </a:spcBef>
                <a:spcAft>
                  <a:spcPts val="1200"/>
                </a:spcAft>
                <a:buFont typeface="Arial" panose="020B0604020202020204" pitchFamily="34" charset="0"/>
                <a:buChar char="•"/>
                <a:defRPr sz="2400" kern="1200" baseline="0">
                  <a:solidFill>
                    <a:schemeClr val="accent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buFont typeface="Arial" panose="020B0604020202020204" pitchFamily="34" charset="0"/>
                <a:buNone/>
              </a:pPr>
              <a:r>
                <a:rPr lang="es-ES" sz="1800" b="1" dirty="0" err="1"/>
                <a:t>Assets</a:t>
              </a:r>
              <a:endParaRPr lang="es-ES" sz="1800" b="1" dirty="0"/>
            </a:p>
          </p:txBody>
        </p:sp>
      </p:grpSp>
      <p:grpSp>
        <p:nvGrpSpPr>
          <p:cNvPr id="18" name="Grupo 17">
            <a:extLst>
              <a:ext uri="{FF2B5EF4-FFF2-40B4-BE49-F238E27FC236}">
                <a16:creationId xmlns:a16="http://schemas.microsoft.com/office/drawing/2014/main" id="{EC6E8714-FAB8-E3F1-421B-BC4438EF4A8A}"/>
              </a:ext>
            </a:extLst>
          </p:cNvPr>
          <p:cNvGrpSpPr/>
          <p:nvPr/>
        </p:nvGrpSpPr>
        <p:grpSpPr>
          <a:xfrm>
            <a:off x="416477" y="4306635"/>
            <a:ext cx="2264657" cy="2264657"/>
            <a:chOff x="8452735" y="2255333"/>
            <a:chExt cx="2628900" cy="2628900"/>
          </a:xfrm>
        </p:grpSpPr>
        <p:pic>
          <p:nvPicPr>
            <p:cNvPr id="8" name="Gráfico 7" descr="Carpeta con relleno sólido">
              <a:extLst>
                <a:ext uri="{FF2B5EF4-FFF2-40B4-BE49-F238E27FC236}">
                  <a16:creationId xmlns:a16="http://schemas.microsoft.com/office/drawing/2014/main" id="{4F9CFFCE-6BFD-FCA0-3C95-9E52237041D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8452735" y="2255333"/>
              <a:ext cx="2628900" cy="2628900"/>
            </a:xfrm>
            <a:prstGeom prst="rect">
              <a:avLst/>
            </a:prstGeom>
          </p:spPr>
        </p:pic>
        <p:sp>
          <p:nvSpPr>
            <p:cNvPr id="11" name="Marcador de contenido 1">
              <a:extLst>
                <a:ext uri="{FF2B5EF4-FFF2-40B4-BE49-F238E27FC236}">
                  <a16:creationId xmlns:a16="http://schemas.microsoft.com/office/drawing/2014/main" id="{828428E8-0AB5-E7FC-B1F4-87AD2BF50E62}"/>
                </a:ext>
              </a:extLst>
            </p:cNvPr>
            <p:cNvSpPr txBox="1">
              <a:spLocks/>
            </p:cNvSpPr>
            <p:nvPr/>
          </p:nvSpPr>
          <p:spPr>
            <a:xfrm>
              <a:off x="8913850" y="3240928"/>
              <a:ext cx="1694984" cy="897673"/>
            </a:xfrm>
            <a:prstGeom prst="rect">
              <a:avLst/>
            </a:prstGeom>
          </p:spPr>
          <p:txBody>
            <a:bodyPr vert="horz" lIns="91440" tIns="90000" rIns="91440" bIns="36000" rtlCol="0">
              <a:normAutofit/>
            </a:bodyPr>
            <a:lstStyle>
              <a:lvl1pPr marL="228600" indent="-228600" algn="l" defTabSz="914400" rtl="0" eaLnBrk="1" latinLnBrk="0" hangingPunct="1">
                <a:lnSpc>
                  <a:spcPct val="110000"/>
                </a:lnSpc>
                <a:spcBef>
                  <a:spcPts val="600"/>
                </a:spcBef>
                <a:spcAft>
                  <a:spcPts val="1200"/>
                </a:spcAft>
                <a:buFont typeface="Arial" panose="020B0604020202020204" pitchFamily="34" charset="0"/>
                <a:buChar char="•"/>
                <a:defRPr sz="2400" kern="1200" baseline="0">
                  <a:solidFill>
                    <a:schemeClr val="accent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10000"/>
                </a:lnSpc>
                <a:spcBef>
                  <a:spcPts val="600"/>
                </a:spcBef>
                <a:spcAft>
                  <a:spcPts val="1200"/>
                </a:spcAft>
                <a:buFont typeface="Arial" panose="020B0604020202020204" pitchFamily="34" charset="0"/>
                <a:buChar char="•"/>
                <a:defRPr sz="2400" kern="1200" baseline="0">
                  <a:solidFill>
                    <a:schemeClr val="accent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10000"/>
                </a:lnSpc>
                <a:spcBef>
                  <a:spcPts val="600"/>
                </a:spcBef>
                <a:spcAft>
                  <a:spcPts val="1200"/>
                </a:spcAft>
                <a:buFont typeface="Arial" panose="020B0604020202020204" pitchFamily="34" charset="0"/>
                <a:buChar char="•"/>
                <a:defRPr sz="2400" kern="1200" baseline="0">
                  <a:solidFill>
                    <a:schemeClr val="accent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10000"/>
                </a:lnSpc>
                <a:spcBef>
                  <a:spcPts val="600"/>
                </a:spcBef>
                <a:spcAft>
                  <a:spcPts val="1200"/>
                </a:spcAft>
                <a:buFont typeface="Arial" panose="020B0604020202020204" pitchFamily="34" charset="0"/>
                <a:buChar char="•"/>
                <a:defRPr sz="2400" kern="1200" baseline="0">
                  <a:solidFill>
                    <a:schemeClr val="accent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10000"/>
                </a:lnSpc>
                <a:spcBef>
                  <a:spcPts val="600"/>
                </a:spcBef>
                <a:spcAft>
                  <a:spcPts val="1200"/>
                </a:spcAft>
                <a:buFont typeface="Arial" panose="020B0604020202020204" pitchFamily="34" charset="0"/>
                <a:buChar char="•"/>
                <a:defRPr sz="2400" kern="1200" baseline="0">
                  <a:solidFill>
                    <a:schemeClr val="accent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buFont typeface="Arial" panose="020B0604020202020204" pitchFamily="34" charset="0"/>
                <a:buNone/>
              </a:pPr>
              <a:r>
                <a:rPr lang="es-ES" sz="1800" b="1" dirty="0" err="1"/>
                <a:t>Previous</a:t>
              </a:r>
              <a:r>
                <a:rPr lang="es-ES" sz="1800" b="1" dirty="0"/>
                <a:t> </a:t>
              </a:r>
              <a:r>
                <a:rPr lang="es-ES" sz="1800" b="1" dirty="0" err="1"/>
                <a:t>Versions</a:t>
              </a:r>
              <a:endParaRPr lang="es-ES" sz="1800" b="1" dirty="0"/>
            </a:p>
          </p:txBody>
        </p:sp>
      </p:grpSp>
      <p:sp>
        <p:nvSpPr>
          <p:cNvPr id="12" name="Marcador de contenido 1">
            <a:extLst>
              <a:ext uri="{FF2B5EF4-FFF2-40B4-BE49-F238E27FC236}">
                <a16:creationId xmlns:a16="http://schemas.microsoft.com/office/drawing/2014/main" id="{8C5A3A0A-0FBD-4389-59CC-AE3AA5461FEA}"/>
              </a:ext>
            </a:extLst>
          </p:cNvPr>
          <p:cNvSpPr txBox="1">
            <a:spLocks/>
          </p:cNvSpPr>
          <p:nvPr/>
        </p:nvSpPr>
        <p:spPr>
          <a:xfrm>
            <a:off x="2764934" y="955006"/>
            <a:ext cx="2713191" cy="1150241"/>
          </a:xfrm>
          <a:prstGeom prst="rect">
            <a:avLst/>
          </a:prstGeom>
        </p:spPr>
        <p:txBody>
          <a:bodyPr vert="horz" lIns="91440" tIns="90000" rIns="91440" bIns="3600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10000"/>
              </a:lnSpc>
              <a:spcBef>
                <a:spcPts val="6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400" kern="12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10000"/>
              </a:lnSpc>
              <a:spcBef>
                <a:spcPts val="6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400" kern="12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10000"/>
              </a:lnSpc>
              <a:spcBef>
                <a:spcPts val="6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400" kern="12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10000"/>
              </a:lnSpc>
              <a:spcBef>
                <a:spcPts val="6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400" kern="12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10000"/>
              </a:lnSpc>
              <a:spcBef>
                <a:spcPts val="6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400" kern="12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s-ES" sz="1400" dirty="0" err="1"/>
              <a:t>To</a:t>
            </a:r>
            <a:r>
              <a:rPr lang="es-ES" sz="1400" dirty="0"/>
              <a:t> </a:t>
            </a:r>
            <a:r>
              <a:rPr lang="es-ES" sz="1400" dirty="0" err="1"/>
              <a:t>save</a:t>
            </a:r>
            <a:r>
              <a:rPr lang="es-ES" sz="1400" dirty="0"/>
              <a:t> files </a:t>
            </a:r>
            <a:r>
              <a:rPr lang="es-ES" sz="1400" dirty="0" err="1"/>
              <a:t>provided</a:t>
            </a:r>
            <a:r>
              <a:rPr lang="es-ES" sz="1400" dirty="0"/>
              <a:t> </a:t>
            </a:r>
            <a:r>
              <a:rPr lang="es-ES" sz="1400" dirty="0" err="1"/>
              <a:t>by</a:t>
            </a:r>
            <a:r>
              <a:rPr lang="es-ES" sz="1400" dirty="0"/>
              <a:t> </a:t>
            </a:r>
            <a:r>
              <a:rPr lang="es-ES" sz="1400" dirty="0" err="1"/>
              <a:t>who</a:t>
            </a:r>
            <a:r>
              <a:rPr lang="es-ES" sz="1400" dirty="0"/>
              <a:t> has </a:t>
            </a:r>
            <a:r>
              <a:rPr lang="es-ES" sz="1400" dirty="0" err="1"/>
              <a:t>made</a:t>
            </a:r>
            <a:r>
              <a:rPr lang="es-ES" sz="1400" dirty="0"/>
              <a:t> </a:t>
            </a:r>
            <a:r>
              <a:rPr lang="es-ES" sz="1400" dirty="0" err="1"/>
              <a:t>the</a:t>
            </a:r>
            <a:r>
              <a:rPr lang="es-ES" sz="1400" dirty="0"/>
              <a:t> </a:t>
            </a:r>
            <a:r>
              <a:rPr lang="es-ES" sz="1400" dirty="0" err="1"/>
              <a:t>request</a:t>
            </a:r>
            <a:r>
              <a:rPr lang="es-ES" sz="1400" dirty="0"/>
              <a:t>. Excel </a:t>
            </a:r>
            <a:r>
              <a:rPr lang="es-ES" sz="1400" dirty="0" err="1"/>
              <a:t>sheets</a:t>
            </a:r>
            <a:r>
              <a:rPr lang="es-ES" sz="1400" dirty="0"/>
              <a:t>, Word </a:t>
            </a:r>
            <a:r>
              <a:rPr lang="es-ES" sz="1400" dirty="0" err="1"/>
              <a:t>documents</a:t>
            </a:r>
            <a:r>
              <a:rPr lang="es-ES" sz="1400" dirty="0"/>
              <a:t>, </a:t>
            </a:r>
            <a:r>
              <a:rPr lang="es-ES" sz="1400" dirty="0" err="1"/>
              <a:t>images</a:t>
            </a:r>
            <a:r>
              <a:rPr lang="es-ES" sz="1400" dirty="0"/>
              <a:t>, videos, etc.</a:t>
            </a:r>
          </a:p>
        </p:txBody>
      </p:sp>
      <p:sp>
        <p:nvSpPr>
          <p:cNvPr id="14" name="Marcador de contenido 1">
            <a:extLst>
              <a:ext uri="{FF2B5EF4-FFF2-40B4-BE49-F238E27FC236}">
                <a16:creationId xmlns:a16="http://schemas.microsoft.com/office/drawing/2014/main" id="{D6ED4B17-BA47-F5C8-1F70-339F94757BDB}"/>
              </a:ext>
            </a:extLst>
          </p:cNvPr>
          <p:cNvSpPr txBox="1">
            <a:spLocks/>
          </p:cNvSpPr>
          <p:nvPr/>
        </p:nvSpPr>
        <p:spPr>
          <a:xfrm>
            <a:off x="2764934" y="2933527"/>
            <a:ext cx="2932481" cy="1150241"/>
          </a:xfrm>
          <a:prstGeom prst="rect">
            <a:avLst/>
          </a:prstGeom>
        </p:spPr>
        <p:txBody>
          <a:bodyPr vert="horz" lIns="91440" tIns="90000" rIns="91440" bIns="3600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10000"/>
              </a:lnSpc>
              <a:spcBef>
                <a:spcPts val="6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400" kern="12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10000"/>
              </a:lnSpc>
              <a:spcBef>
                <a:spcPts val="6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400" kern="12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10000"/>
              </a:lnSpc>
              <a:spcBef>
                <a:spcPts val="6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400" kern="12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10000"/>
              </a:lnSpc>
              <a:spcBef>
                <a:spcPts val="6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400" kern="12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10000"/>
              </a:lnSpc>
              <a:spcBef>
                <a:spcPts val="6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400" kern="12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s-ES" sz="1400" dirty="0" err="1"/>
              <a:t>To</a:t>
            </a:r>
            <a:r>
              <a:rPr lang="es-ES" sz="1400" dirty="0"/>
              <a:t> </a:t>
            </a:r>
            <a:r>
              <a:rPr lang="es-ES" sz="1400" dirty="0" err="1"/>
              <a:t>save</a:t>
            </a:r>
            <a:r>
              <a:rPr lang="es-ES" sz="1400" dirty="0"/>
              <a:t> files </a:t>
            </a:r>
            <a:r>
              <a:rPr lang="es-ES" sz="1400" dirty="0" err="1"/>
              <a:t>useful</a:t>
            </a:r>
            <a:r>
              <a:rPr lang="es-ES" sz="1400" dirty="0"/>
              <a:t> </a:t>
            </a:r>
            <a:r>
              <a:rPr lang="es-ES" sz="1400" dirty="0" err="1"/>
              <a:t>that</a:t>
            </a:r>
            <a:r>
              <a:rPr lang="es-ES" sz="1400" dirty="0"/>
              <a:t> </a:t>
            </a:r>
            <a:r>
              <a:rPr lang="es-ES" sz="1400" dirty="0" err="1"/>
              <a:t>will</a:t>
            </a:r>
            <a:r>
              <a:rPr lang="es-ES" sz="1400" dirty="0"/>
              <a:t> be </a:t>
            </a:r>
            <a:r>
              <a:rPr lang="es-ES" sz="1400" dirty="0" err="1"/>
              <a:t>used</a:t>
            </a:r>
            <a:r>
              <a:rPr lang="es-ES" sz="1400" dirty="0"/>
              <a:t> and/</a:t>
            </a:r>
            <a:r>
              <a:rPr lang="es-ES" sz="1400" dirty="0" err="1"/>
              <a:t>on</a:t>
            </a:r>
            <a:r>
              <a:rPr lang="es-ES" sz="1400" dirty="0"/>
              <a:t> </a:t>
            </a:r>
            <a:r>
              <a:rPr lang="es-ES" sz="1400" dirty="0" err="1"/>
              <a:t>inserted</a:t>
            </a:r>
            <a:r>
              <a:rPr lang="es-ES" sz="1400" dirty="0"/>
              <a:t> </a:t>
            </a:r>
            <a:r>
              <a:rPr lang="es-ES" sz="1400" dirty="0" err="1"/>
              <a:t>on</a:t>
            </a:r>
            <a:r>
              <a:rPr lang="es-ES" sz="1400" dirty="0"/>
              <a:t> </a:t>
            </a:r>
            <a:r>
              <a:rPr lang="es-ES" sz="1400" dirty="0" err="1"/>
              <a:t>the</a:t>
            </a:r>
            <a:r>
              <a:rPr lang="es-ES" sz="1400" dirty="0"/>
              <a:t> </a:t>
            </a:r>
            <a:r>
              <a:rPr lang="es-ES" sz="1400" dirty="0" err="1"/>
              <a:t>project</a:t>
            </a:r>
            <a:r>
              <a:rPr lang="es-ES" sz="1400" dirty="0"/>
              <a:t>: </a:t>
            </a:r>
            <a:r>
              <a:rPr lang="es-ES" sz="1400" dirty="0" err="1"/>
              <a:t>Images</a:t>
            </a:r>
            <a:r>
              <a:rPr lang="es-ES" sz="1400" dirty="0"/>
              <a:t>, logos, </a:t>
            </a:r>
            <a:r>
              <a:rPr lang="es-ES" sz="1400" dirty="0" err="1"/>
              <a:t>datasheets</a:t>
            </a:r>
            <a:r>
              <a:rPr lang="es-ES" sz="1400" dirty="0"/>
              <a:t>, </a:t>
            </a:r>
            <a:r>
              <a:rPr lang="es-ES" sz="1400" dirty="0" err="1"/>
              <a:t>graphics</a:t>
            </a:r>
            <a:r>
              <a:rPr lang="es-ES" sz="1400" dirty="0"/>
              <a:t>, etc.</a:t>
            </a:r>
          </a:p>
        </p:txBody>
      </p:sp>
      <p:sp>
        <p:nvSpPr>
          <p:cNvPr id="15" name="Marcador de contenido 1">
            <a:extLst>
              <a:ext uri="{FF2B5EF4-FFF2-40B4-BE49-F238E27FC236}">
                <a16:creationId xmlns:a16="http://schemas.microsoft.com/office/drawing/2014/main" id="{F808C77C-3B07-A97A-69EA-E05914417629}"/>
              </a:ext>
            </a:extLst>
          </p:cNvPr>
          <p:cNvSpPr txBox="1">
            <a:spLocks/>
          </p:cNvSpPr>
          <p:nvPr/>
        </p:nvSpPr>
        <p:spPr>
          <a:xfrm>
            <a:off x="2764934" y="4969205"/>
            <a:ext cx="3063502" cy="1150241"/>
          </a:xfrm>
          <a:prstGeom prst="rect">
            <a:avLst/>
          </a:prstGeom>
        </p:spPr>
        <p:txBody>
          <a:bodyPr vert="horz" lIns="91440" tIns="90000" rIns="91440" bIns="3600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10000"/>
              </a:lnSpc>
              <a:spcBef>
                <a:spcPts val="6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400" kern="12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10000"/>
              </a:lnSpc>
              <a:spcBef>
                <a:spcPts val="6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400" kern="12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10000"/>
              </a:lnSpc>
              <a:spcBef>
                <a:spcPts val="6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400" kern="12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10000"/>
              </a:lnSpc>
              <a:spcBef>
                <a:spcPts val="6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400" kern="12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10000"/>
              </a:lnSpc>
              <a:spcBef>
                <a:spcPts val="6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400" kern="12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s-ES" sz="1400" dirty="0"/>
              <a:t>Once </a:t>
            </a:r>
            <a:r>
              <a:rPr lang="es-ES" sz="1400" dirty="0" err="1"/>
              <a:t>feedback</a:t>
            </a:r>
            <a:r>
              <a:rPr lang="es-ES" sz="1400" dirty="0"/>
              <a:t> has </a:t>
            </a:r>
            <a:r>
              <a:rPr lang="es-ES" sz="1400" dirty="0" err="1"/>
              <a:t>been</a:t>
            </a:r>
            <a:r>
              <a:rPr lang="es-ES" sz="1400" dirty="0"/>
              <a:t> </a:t>
            </a:r>
            <a:r>
              <a:rPr lang="es-ES" sz="1400" dirty="0" err="1"/>
              <a:t>received</a:t>
            </a:r>
            <a:r>
              <a:rPr lang="es-ES" sz="1400" dirty="0"/>
              <a:t>, </a:t>
            </a:r>
            <a:r>
              <a:rPr lang="es-ES" sz="1400" dirty="0" err="1"/>
              <a:t>the</a:t>
            </a:r>
            <a:r>
              <a:rPr lang="es-ES" sz="1400" dirty="0"/>
              <a:t> </a:t>
            </a:r>
            <a:r>
              <a:rPr lang="es-ES" sz="1400" dirty="0" err="1"/>
              <a:t>previous</a:t>
            </a:r>
            <a:r>
              <a:rPr lang="es-ES" sz="1400" dirty="0"/>
              <a:t> </a:t>
            </a:r>
            <a:r>
              <a:rPr lang="es-ES" sz="1400" dirty="0" err="1"/>
              <a:t>version</a:t>
            </a:r>
            <a:r>
              <a:rPr lang="es-ES" sz="1400" dirty="0"/>
              <a:t> can be </a:t>
            </a:r>
            <a:r>
              <a:rPr lang="es-ES" sz="1400" dirty="0" err="1"/>
              <a:t>saved</a:t>
            </a:r>
            <a:r>
              <a:rPr lang="es-ES" sz="1400" dirty="0"/>
              <a:t> </a:t>
            </a:r>
            <a:r>
              <a:rPr lang="es-ES" sz="1400" dirty="0" err="1"/>
              <a:t>here</a:t>
            </a:r>
            <a:r>
              <a:rPr lang="es-ES" sz="1400" dirty="0"/>
              <a:t>. </a:t>
            </a:r>
            <a:r>
              <a:rPr lang="es-ES" sz="1400" dirty="0" err="1"/>
              <a:t>This</a:t>
            </a:r>
            <a:r>
              <a:rPr lang="es-ES" sz="1400" dirty="0"/>
              <a:t> </a:t>
            </a:r>
            <a:r>
              <a:rPr lang="es-ES" sz="1400" dirty="0" err="1"/>
              <a:t>way</a:t>
            </a:r>
            <a:r>
              <a:rPr lang="es-ES" sz="1400" dirty="0"/>
              <a:t> </a:t>
            </a:r>
            <a:r>
              <a:rPr lang="es-ES" sz="1400" dirty="0" err="1"/>
              <a:t>the</a:t>
            </a:r>
            <a:r>
              <a:rPr lang="es-ES" sz="1400" dirty="0"/>
              <a:t> final </a:t>
            </a:r>
            <a:r>
              <a:rPr lang="es-ES" sz="1400" dirty="0" err="1"/>
              <a:t>version</a:t>
            </a:r>
            <a:r>
              <a:rPr lang="es-ES" sz="1400" dirty="0"/>
              <a:t> </a:t>
            </a:r>
            <a:r>
              <a:rPr lang="es-ES" sz="1400" dirty="0" err="1"/>
              <a:t>is</a:t>
            </a:r>
            <a:r>
              <a:rPr lang="es-ES" sz="1400" dirty="0"/>
              <a:t> </a:t>
            </a:r>
            <a:r>
              <a:rPr lang="es-ES" sz="1400" dirty="0" err="1"/>
              <a:t>first-reachable</a:t>
            </a:r>
            <a:r>
              <a:rPr lang="es-ES" sz="14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971146032"/>
      </p:ext>
    </p:extLst>
  </p:cSld>
  <p:clrMapOvr>
    <a:masterClrMapping/>
  </p:clrMapOvr>
</p:sld>
</file>

<file path=ppt/theme/theme1.xml><?xml version="1.0" encoding="utf-8"?>
<a:theme xmlns:a="http://schemas.openxmlformats.org/drawingml/2006/main" name="BioMar">
  <a:themeElements>
    <a:clrScheme name="Personalizado 4">
      <a:dk1>
        <a:srgbClr val="575756"/>
      </a:dk1>
      <a:lt1>
        <a:srgbClr val="FFFFFF"/>
      </a:lt1>
      <a:dk2>
        <a:srgbClr val="1F3E77"/>
      </a:dk2>
      <a:lt2>
        <a:srgbClr val="0471AD"/>
      </a:lt2>
      <a:accent1>
        <a:srgbClr val="1F3E77"/>
      </a:accent1>
      <a:accent2>
        <a:srgbClr val="92CEE8"/>
      </a:accent2>
      <a:accent3>
        <a:srgbClr val="C3E4EF"/>
      </a:accent3>
      <a:accent4>
        <a:srgbClr val="EAB318"/>
      </a:accent4>
      <a:accent5>
        <a:srgbClr val="97D130"/>
      </a:accent5>
      <a:accent6>
        <a:srgbClr val="DD6928"/>
      </a:accent6>
      <a:hlink>
        <a:srgbClr val="0471AD"/>
      </a:hlink>
      <a:folHlink>
        <a:srgbClr val="C3E4EF"/>
      </a:folHlink>
    </a:clrScheme>
    <a:fontScheme name="BioMar">
      <a:majorFont>
        <a:latin typeface="Arial"/>
        <a:ea typeface="DengXian"/>
        <a:cs typeface=""/>
      </a:majorFont>
      <a:minorFont>
        <a:latin typeface="Arial"/>
        <a:ea typeface="DengXian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 rtlCol="0" anchor="ctr"/>
      <a:lstStyle>
        <a:defPPr algn="ctr">
          <a:defRPr dirty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noAutofit/>
      </a:bodyPr>
      <a:lstStyle>
        <a:defPPr algn="l">
          <a:defRPr dirty="0" smtClean="0">
            <a:solidFill>
              <a:schemeClr val="tx2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BioMar Widescreen Template" id="{964861F3-758B-4765-B772-DE0135CDE128}" vid="{0BFA3625-C3FD-4892-976F-D7CB13A1CF5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C9F22A88B03891499CA2E030A787E0F8" ma:contentTypeVersion="18" ma:contentTypeDescription="Crear nuevo documento." ma:contentTypeScope="" ma:versionID="55271805713a6818c818a9dcc996f231">
  <xsd:schema xmlns:xsd="http://www.w3.org/2001/XMLSchema" xmlns:xs="http://www.w3.org/2001/XMLSchema" xmlns:p="http://schemas.microsoft.com/office/2006/metadata/properties" xmlns:ns2="06cb7051-c7c6-44c0-af61-9813c784cbe1" xmlns:ns3="3cdbaa95-48e7-4af6-ba46-b4955525a9b2" targetNamespace="http://schemas.microsoft.com/office/2006/metadata/properties" ma:root="true" ma:fieldsID="7c92f7a882c88d4ddd82b371d267d3cb" ns2:_="" ns3:_="">
    <xsd:import namespace="06cb7051-c7c6-44c0-af61-9813c784cbe1"/>
    <xsd:import namespace="3cdbaa95-48e7-4af6-ba46-b4955525a9b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MediaLengthInSeconds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3:SharedWithUsers" minOccurs="0"/>
                <xsd:element ref="ns3:SharedWithDetails" minOccurs="0"/>
                <xsd:element ref="ns2:MediaServiceLocation" minOccurs="0"/>
                <xsd:element ref="ns2:lcf76f155ced4ddcb4097134ff3c332f" minOccurs="0"/>
                <xsd:element ref="ns2:MediaServiceObjectDetectorVersions" minOccurs="0"/>
                <xsd:element ref="ns2:MediaServiceSearchPropertie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6cb7051-c7c6-44c0-af61-9813c784cbe1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3" nillable="true" ma:displayName="MediaLengthInSeconds" ma:hidden="true" ma:internalName="MediaLengthInSeconds" ma:readOnly="true">
      <xsd:simpleType>
        <xsd:restriction base="dms:Unknown"/>
      </xsd:simpleType>
    </xsd:element>
    <xsd:element name="MediaServiceAutoTags" ma:index="14" nillable="true" ma:displayName="Tags" ma:internalName="MediaServiceAutoTags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20" nillable="true" ma:displayName="Location" ma:internalName="MediaServiceLocation" ma:readOnly="true">
      <xsd:simpleType>
        <xsd:restriction base="dms:Text"/>
      </xsd:simpleType>
    </xsd:element>
    <xsd:element name="lcf76f155ced4ddcb4097134ff3c332f" ma:index="22" nillable="true" ma:taxonomy="true" ma:internalName="lcf76f155ced4ddcb4097134ff3c332f" ma:taxonomyFieldName="MediaServiceImageTags" ma:displayName="Etiquetas de imagen" ma:readOnly="false" ma:fieldId="{5cf76f15-5ced-4ddc-b409-7134ff3c332f}" ma:taxonomyMulti="true" ma:sspId="2967be40-489f-441b-9de2-f3c93b7bd15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5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cdbaa95-48e7-4af6-ba46-b4955525a9b2" elementFormDefault="qualified">
    <xsd:import namespace="http://schemas.microsoft.com/office/2006/documentManagement/types"/>
    <xsd:import namespace="http://schemas.microsoft.com/office/infopath/2007/PartnerControls"/>
    <xsd:element name="SharedWithUsers" ma:index="18" nillable="true" ma:displayName="Compartido con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Detalles de uso compartido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06cb7051-c7c6-44c0-af61-9813c784cbe1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563B5EC7-72E2-472E-85BC-3CBA5C2A0B3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6cb7051-c7c6-44c0-af61-9813c784cbe1"/>
    <ds:schemaRef ds:uri="3cdbaa95-48e7-4af6-ba46-b4955525a9b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7EF327ED-68C2-4084-ABDB-D7CBEEFC3271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DF039FB-4976-470F-B657-603FB156CF26}">
  <ds:schemaRefs>
    <ds:schemaRef ds:uri="http://schemas.microsoft.com/office/2006/metadata/properties"/>
    <ds:schemaRef ds:uri="http://schemas.microsoft.com/office/infopath/2007/PartnerControls"/>
    <ds:schemaRef ds:uri="06cb7051-c7c6-44c0-af61-9813c784cbe1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BioMar Widescreen Template</Template>
  <TotalTime>631</TotalTime>
  <Words>2056</Words>
  <Application>Microsoft Office PowerPoint</Application>
  <PresentationFormat>Panorámica</PresentationFormat>
  <Paragraphs>229</Paragraphs>
  <Slides>27</Slides>
  <Notes>2</Notes>
  <HiddenSlides>0</HiddenSlides>
  <MMClips>3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27</vt:i4>
      </vt:variant>
    </vt:vector>
  </HeadingPairs>
  <TitlesOfParts>
    <vt:vector size="31" baseType="lpstr">
      <vt:lpstr>Arial</vt:lpstr>
      <vt:lpstr>Calibri</vt:lpstr>
      <vt:lpstr>Wingdings</vt:lpstr>
      <vt:lpstr>BioMar</vt:lpstr>
      <vt:lpstr>Design Hub Playbook</vt:lpstr>
      <vt:lpstr>Table of Content</vt:lpstr>
      <vt:lpstr>From Brief to Final Version</vt:lpstr>
      <vt:lpstr>Everything starts with an email</vt:lpstr>
      <vt:lpstr>Everything starts with an email</vt:lpstr>
      <vt:lpstr>Everything starts with an email</vt:lpstr>
      <vt:lpstr>Design Hub Task Manager</vt:lpstr>
      <vt:lpstr>Design Hub Task Manager</vt:lpstr>
      <vt:lpstr>Design Hub Task Manager</vt:lpstr>
      <vt:lpstr>Design Hub Task Manager</vt:lpstr>
      <vt:lpstr>Design Hub Task Manager</vt:lpstr>
      <vt:lpstr>Design Hub Task Manager</vt:lpstr>
      <vt:lpstr>Task Process Walkthrough</vt:lpstr>
      <vt:lpstr>First, where to find things? WIP</vt:lpstr>
      <vt:lpstr>File Storage</vt:lpstr>
      <vt:lpstr>File naming conventions</vt:lpstr>
      <vt:lpstr>Folders you can create for each project </vt:lpstr>
      <vt:lpstr>Versioning</vt:lpstr>
      <vt:lpstr>Sending a file to review</vt:lpstr>
      <vt:lpstr>Receiving Feedback</vt:lpstr>
      <vt:lpstr>Previous Version Folder</vt:lpstr>
      <vt:lpstr>Exporting FINAL versions</vt:lpstr>
      <vt:lpstr>Closing tasks</vt:lpstr>
      <vt:lpstr>Closing tasks</vt:lpstr>
      <vt:lpstr>Complementary Info</vt:lpstr>
      <vt:lpstr>Stakeholder map </vt:lpstr>
      <vt:lpstr>When to use what?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Isidora Silva Chiros</dc:creator>
  <cp:lastModifiedBy>Isidora Silva Chiros</cp:lastModifiedBy>
  <cp:revision>1</cp:revision>
  <dcterms:created xsi:type="dcterms:W3CDTF">2026-07-09T17:19:29Z</dcterms:created>
  <dcterms:modified xsi:type="dcterms:W3CDTF">2026-07-23T13:26:52Z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0x010100C9F22A88B03891499CA2E030A787E0F8</vt:lpwstr>
  </property>
  <property fmtid="{D5CDD505-2E9C-101B-9397-08002B2CF9AE}" pid="3" name="MediaServiceImageTags">
    <vt:lpwstr/>
  </property>
</Properties>
</file>