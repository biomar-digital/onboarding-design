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262" r:id="rId11"/>
    <p:sldId id="393" r:id="rId12"/>
    <p:sldId id="398" r:id="rId13"/>
    <p:sldId id="396" r:id="rId14"/>
    <p:sldId id="399" r:id="rId15"/>
    <p:sldId id="40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9.xml"/><Relationship Id="rId34" Type="http://schemas.openxmlformats.org/officeDocument/2006/relationships/viewProps" Target="viewProps.xml"/><Relationship Id="rId12" Type="http://schemas.openxmlformats.org/officeDocument/2006/relationships/slide" Target="slides/slide8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11" Type="http://schemas.openxmlformats.org/officeDocument/2006/relationships/slide" Target="slides/slide7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15" Type="http://schemas.openxmlformats.org/officeDocument/2006/relationships/slide" Target="slides/slide11.xml"/><Relationship Id="rId3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2278239-429E-7FC3-78E5-E185AC1198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20F31098-1D6E-D77B-CD0C-B853189D3302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AD25907-56BE-6E49-9890-C6F3FF9D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28B2605-3BAF-B783-BB43-D440EE42F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92" y="0"/>
            <a:ext cx="10648207" cy="6897642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45BA03A-CD57-713E-0E6C-27FB6CC5594C}"/>
              </a:ext>
            </a:extLst>
          </p:cNvPr>
          <p:cNvSpPr/>
          <p:nvPr/>
        </p:nvSpPr>
        <p:spPr>
          <a:xfrm>
            <a:off x="1543792" y="498021"/>
            <a:ext cx="1819894" cy="635997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710AF31-8626-19AE-2F06-0F27982E559A}"/>
              </a:ext>
            </a:extLst>
          </p:cNvPr>
          <p:cNvSpPr/>
          <p:nvPr/>
        </p:nvSpPr>
        <p:spPr>
          <a:xfrm>
            <a:off x="3649436" y="2481943"/>
            <a:ext cx="4702628" cy="1722664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/>
              <a:t>Tasks</a:t>
            </a:r>
            <a:r>
              <a:rPr lang="es-ES" sz="1600" b="1" dirty="0"/>
              <a:t> / </a:t>
            </a:r>
            <a:r>
              <a:rPr lang="es-ES" sz="1600" b="1" dirty="0" err="1"/>
              <a:t>Projects</a:t>
            </a:r>
            <a:r>
              <a:rPr lang="es-ES" sz="1600" b="1" dirty="0"/>
              <a:t> </a:t>
            </a:r>
            <a:r>
              <a:rPr lang="es-ES" sz="1600" b="1" dirty="0" err="1"/>
              <a:t>Column</a:t>
            </a:r>
            <a:endParaRPr lang="es-ES" sz="1600" b="1" dirty="0"/>
          </a:p>
          <a:p>
            <a:r>
              <a:rPr lang="es-ES" sz="1600" dirty="0" err="1"/>
              <a:t>This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where</a:t>
            </a:r>
            <a:r>
              <a:rPr lang="es-ES" sz="1600" dirty="0"/>
              <a:t> </a:t>
            </a:r>
            <a:r>
              <a:rPr lang="es-ES" sz="1600" dirty="0" err="1"/>
              <a:t>all</a:t>
            </a:r>
            <a:r>
              <a:rPr lang="es-ES" sz="1600" dirty="0"/>
              <a:t> new </a:t>
            </a:r>
            <a:r>
              <a:rPr lang="es-ES" sz="1600" dirty="0" err="1"/>
              <a:t>requests</a:t>
            </a:r>
            <a:r>
              <a:rPr lang="es-ES" sz="1600" dirty="0"/>
              <a:t> are </a:t>
            </a:r>
            <a:r>
              <a:rPr lang="es-ES" sz="1600" dirty="0" err="1"/>
              <a:t>added</a:t>
            </a:r>
            <a:r>
              <a:rPr lang="es-ES" sz="1600" dirty="0"/>
              <a:t> </a:t>
            </a:r>
            <a:r>
              <a:rPr lang="es-ES" sz="1600" dirty="0" err="1"/>
              <a:t>when</a:t>
            </a:r>
            <a:r>
              <a:rPr lang="es-ES" sz="1600" dirty="0"/>
              <a:t> </a:t>
            </a:r>
            <a:r>
              <a:rPr lang="es-ES" sz="1600" dirty="0" err="1"/>
              <a:t>they</a:t>
            </a:r>
            <a:r>
              <a:rPr lang="es-ES" sz="1600" dirty="0"/>
              <a:t> </a:t>
            </a:r>
            <a:r>
              <a:rPr lang="es-ES" sz="1600" dirty="0" err="1"/>
              <a:t>enter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Design</a:t>
            </a:r>
            <a:r>
              <a:rPr lang="es-ES" sz="1600" dirty="0"/>
              <a:t> Hub. A </a:t>
            </a:r>
            <a:r>
              <a:rPr lang="es-ES" sz="1600" dirty="0" err="1"/>
              <a:t>task</a:t>
            </a:r>
            <a:r>
              <a:rPr lang="es-ES" sz="1600" dirty="0"/>
              <a:t> in </a:t>
            </a:r>
            <a:r>
              <a:rPr lang="es-ES" sz="1600" dirty="0" err="1"/>
              <a:t>this</a:t>
            </a:r>
            <a:r>
              <a:rPr lang="es-ES" sz="1600" dirty="0"/>
              <a:t> </a:t>
            </a:r>
            <a:r>
              <a:rPr lang="es-ES" sz="1600" dirty="0" err="1"/>
              <a:t>column</a:t>
            </a:r>
            <a:r>
              <a:rPr lang="es-ES" sz="1600" dirty="0"/>
              <a:t> </a:t>
            </a:r>
            <a:r>
              <a:rPr lang="es-ES" sz="1600" dirty="0" err="1"/>
              <a:t>means</a:t>
            </a:r>
            <a:r>
              <a:rPr lang="es-ES" sz="1600" dirty="0"/>
              <a:t> </a:t>
            </a:r>
            <a:r>
              <a:rPr lang="es-ES" sz="1600" dirty="0" err="1"/>
              <a:t>it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an</a:t>
            </a:r>
            <a:r>
              <a:rPr lang="es-ES" sz="1600" dirty="0"/>
              <a:t> active </a:t>
            </a:r>
            <a:r>
              <a:rPr lang="es-ES" sz="1600" dirty="0" err="1"/>
              <a:t>project</a:t>
            </a:r>
            <a:r>
              <a:rPr lang="es-ES" sz="1600" dirty="0"/>
              <a:t>, </a:t>
            </a:r>
            <a:r>
              <a:rPr lang="es-ES" sz="1600" dirty="0" err="1"/>
              <a:t>but</a:t>
            </a:r>
            <a:r>
              <a:rPr lang="es-ES" sz="1600" dirty="0"/>
              <a:t> </a:t>
            </a:r>
            <a:r>
              <a:rPr lang="es-ES" sz="1600" dirty="0" err="1"/>
              <a:t>it</a:t>
            </a:r>
            <a:r>
              <a:rPr lang="es-ES" sz="1600" dirty="0"/>
              <a:t> has </a:t>
            </a:r>
            <a:r>
              <a:rPr lang="es-ES" sz="1600" dirty="0" err="1"/>
              <a:t>not</a:t>
            </a:r>
            <a:r>
              <a:rPr lang="es-ES" sz="1600" dirty="0"/>
              <a:t> </a:t>
            </a:r>
            <a:r>
              <a:rPr lang="es-ES" sz="1600" dirty="0" err="1"/>
              <a:t>yet</a:t>
            </a:r>
            <a:r>
              <a:rPr lang="es-ES" sz="1600" dirty="0"/>
              <a:t> </a:t>
            </a:r>
            <a:r>
              <a:rPr lang="es-ES" sz="1600" dirty="0" err="1"/>
              <a:t>been</a:t>
            </a:r>
            <a:r>
              <a:rPr lang="es-ES" sz="1600" dirty="0"/>
              <a:t> </a:t>
            </a:r>
            <a:r>
              <a:rPr lang="es-ES" sz="1600" dirty="0" err="1"/>
              <a:t>assigned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a </a:t>
            </a:r>
            <a:r>
              <a:rPr lang="es-ES" sz="1600" dirty="0" err="1"/>
              <a:t>designer</a:t>
            </a:r>
            <a:r>
              <a:rPr lang="es-ES" sz="1600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067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1B12E-1371-7922-7AB3-78027D42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81E1877-8B18-76EC-4325-4247302E78C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8</a:t>
            </a:fld>
            <a:endParaRPr lang="en-GB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5F99BB19-8603-5554-4E9C-1E0E45B88945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AFB7C1E-7F78-6F2F-15BD-C766A587B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ED28F15-0D2B-BA99-4207-259E09C6D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92" y="0"/>
            <a:ext cx="10648207" cy="6897642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8BEC0D1-A5B5-A677-98C2-16C2F4C5104B}"/>
              </a:ext>
            </a:extLst>
          </p:cNvPr>
          <p:cNvSpPr/>
          <p:nvPr/>
        </p:nvSpPr>
        <p:spPr>
          <a:xfrm>
            <a:off x="3331770" y="498021"/>
            <a:ext cx="3526229" cy="635997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4A649BE-730B-C8DD-B10C-55CED6DAB870}"/>
              </a:ext>
            </a:extLst>
          </p:cNvPr>
          <p:cNvSpPr/>
          <p:nvPr/>
        </p:nvSpPr>
        <p:spPr>
          <a:xfrm>
            <a:off x="7010907" y="2694214"/>
            <a:ext cx="4702628" cy="2000249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/>
              <a:t>Designer</a:t>
            </a:r>
            <a:r>
              <a:rPr lang="es-ES" sz="1600" b="1" dirty="0"/>
              <a:t> </a:t>
            </a:r>
            <a:r>
              <a:rPr lang="es-ES" sz="1600" b="1" dirty="0" err="1"/>
              <a:t>Columns</a:t>
            </a:r>
            <a:endParaRPr lang="es-ES" sz="1600" b="1" dirty="0"/>
          </a:p>
          <a:p>
            <a:r>
              <a:rPr lang="es-ES" sz="1600" dirty="0"/>
              <a:t>Once a </a:t>
            </a:r>
            <a:r>
              <a:rPr lang="es-ES" sz="1600" dirty="0" err="1"/>
              <a:t>designer</a:t>
            </a:r>
            <a:r>
              <a:rPr lang="es-ES" sz="1600" dirty="0"/>
              <a:t> </a:t>
            </a:r>
            <a:r>
              <a:rPr lang="es-ES" sz="1600" dirty="0" err="1"/>
              <a:t>starts</a:t>
            </a:r>
            <a:r>
              <a:rPr lang="es-ES" sz="1600" dirty="0"/>
              <a:t> </a:t>
            </a:r>
            <a:r>
              <a:rPr lang="es-ES" sz="1600" dirty="0" err="1"/>
              <a:t>working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a </a:t>
            </a:r>
            <a:r>
              <a:rPr lang="es-ES" sz="1600" dirty="0" err="1"/>
              <a:t>task</a:t>
            </a:r>
            <a:r>
              <a:rPr lang="es-ES" sz="1600" dirty="0"/>
              <a:t>, </a:t>
            </a:r>
            <a:r>
              <a:rPr lang="es-ES" sz="1600" dirty="0" err="1"/>
              <a:t>it</a:t>
            </a:r>
            <a:r>
              <a:rPr lang="es-ES" sz="1600" dirty="0"/>
              <a:t> </a:t>
            </a:r>
            <a:r>
              <a:rPr lang="es-ES" sz="1600" dirty="0" err="1"/>
              <a:t>should</a:t>
            </a:r>
            <a:r>
              <a:rPr lang="es-ES" sz="1600" dirty="0"/>
              <a:t> be moved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their</a:t>
            </a:r>
            <a:r>
              <a:rPr lang="es-ES" sz="1600" dirty="0"/>
              <a:t> personal </a:t>
            </a:r>
            <a:r>
              <a:rPr lang="es-ES" sz="1600" dirty="0" err="1"/>
              <a:t>column</a:t>
            </a:r>
            <a:r>
              <a:rPr lang="es-ES" sz="1600" dirty="0"/>
              <a:t>. </a:t>
            </a:r>
            <a:r>
              <a:rPr lang="es-ES" sz="1600" dirty="0" err="1"/>
              <a:t>This</a:t>
            </a:r>
            <a:r>
              <a:rPr lang="es-ES" sz="1600" dirty="0"/>
              <a:t> </a:t>
            </a:r>
            <a:r>
              <a:rPr lang="es-ES" sz="1600" dirty="0" err="1"/>
              <a:t>makes</a:t>
            </a:r>
            <a:r>
              <a:rPr lang="es-ES" sz="1600" dirty="0"/>
              <a:t> </a:t>
            </a:r>
            <a:r>
              <a:rPr lang="es-ES" sz="1600" dirty="0" err="1"/>
              <a:t>ownership</a:t>
            </a:r>
            <a:r>
              <a:rPr lang="es-ES" sz="1600" dirty="0"/>
              <a:t> </a:t>
            </a:r>
            <a:r>
              <a:rPr lang="es-ES" sz="1600" dirty="0" err="1"/>
              <a:t>clear</a:t>
            </a:r>
            <a:r>
              <a:rPr lang="es-ES" sz="1600" dirty="0"/>
              <a:t> and </a:t>
            </a:r>
            <a:r>
              <a:rPr lang="es-ES" sz="1600" dirty="0" err="1"/>
              <a:t>allows</a:t>
            </a:r>
            <a:r>
              <a:rPr lang="es-ES" sz="1600" dirty="0"/>
              <a:t> </a:t>
            </a:r>
            <a:r>
              <a:rPr lang="es-ES" sz="1600" dirty="0" err="1"/>
              <a:t>everyone</a:t>
            </a:r>
            <a:r>
              <a:rPr lang="es-ES" sz="1600" dirty="0"/>
              <a:t> in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Design</a:t>
            </a:r>
            <a:r>
              <a:rPr lang="es-ES" sz="1600" dirty="0"/>
              <a:t> Hub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quickly</a:t>
            </a:r>
            <a:r>
              <a:rPr lang="es-ES" sz="1600" dirty="0"/>
              <a:t> </a:t>
            </a:r>
            <a:r>
              <a:rPr lang="es-ES" sz="1600" dirty="0" err="1"/>
              <a:t>see</a:t>
            </a:r>
            <a:r>
              <a:rPr lang="es-ES" sz="1600" dirty="0"/>
              <a:t> </a:t>
            </a:r>
            <a:r>
              <a:rPr lang="es-ES" sz="1600" dirty="0" err="1"/>
              <a:t>who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responsible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each</a:t>
            </a:r>
            <a:r>
              <a:rPr lang="es-ES" sz="1600" dirty="0"/>
              <a:t> </a:t>
            </a:r>
            <a:r>
              <a:rPr lang="es-ES" sz="1600" dirty="0" err="1"/>
              <a:t>project</a:t>
            </a:r>
            <a:r>
              <a:rPr lang="es-ES" sz="1600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4695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D202F-A6D0-745B-D504-6B8AA55D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796AABB-09AD-5B38-15B7-79AF5E8C3E3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9</a:t>
            </a:fld>
            <a:endParaRPr lang="en-GB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DA0FE36D-C276-54A7-1342-E80671162BC7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B194683-B42F-BD18-8D98-0F8EBBED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7F3180-D4FA-CACB-AAC0-ACD48DD5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92" y="0"/>
            <a:ext cx="10648207" cy="6897642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371350C-2C62-5DA1-F49E-D497EBB10F10}"/>
              </a:ext>
            </a:extLst>
          </p:cNvPr>
          <p:cNvSpPr/>
          <p:nvPr/>
        </p:nvSpPr>
        <p:spPr>
          <a:xfrm>
            <a:off x="6809014" y="498021"/>
            <a:ext cx="5298622" cy="635997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254B7DE-5FAE-AC7E-30BC-D7DEFBC9B0CA}"/>
              </a:ext>
            </a:extLst>
          </p:cNvPr>
          <p:cNvSpPr/>
          <p:nvPr/>
        </p:nvSpPr>
        <p:spPr>
          <a:xfrm>
            <a:off x="1825090" y="1669595"/>
            <a:ext cx="4702628" cy="4016829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/>
              <a:t>Status </a:t>
            </a:r>
            <a:r>
              <a:rPr lang="es-ES" sz="1600" b="1" dirty="0" err="1"/>
              <a:t>Columns</a:t>
            </a:r>
            <a:endParaRPr lang="es-ES" sz="1600" b="1" dirty="0"/>
          </a:p>
          <a:p>
            <a:r>
              <a:rPr lang="es-ES" sz="1600" dirty="0"/>
              <a:t>Status </a:t>
            </a:r>
            <a:r>
              <a:rPr lang="es-ES" sz="1600" dirty="0" err="1"/>
              <a:t>columns</a:t>
            </a:r>
            <a:r>
              <a:rPr lang="es-ES" sz="1600" dirty="0"/>
              <a:t> </a:t>
            </a:r>
            <a:r>
              <a:rPr lang="es-ES" sz="1600" dirty="0" err="1"/>
              <a:t>help</a:t>
            </a:r>
            <a:r>
              <a:rPr lang="es-ES" sz="1600" dirty="0"/>
              <a:t> </a:t>
            </a:r>
            <a:r>
              <a:rPr lang="es-ES" sz="1600" dirty="0" err="1"/>
              <a:t>track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progress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ongoing</a:t>
            </a:r>
            <a:r>
              <a:rPr lang="es-ES" sz="1600" dirty="0"/>
              <a:t> </a:t>
            </a:r>
            <a:r>
              <a:rPr lang="es-ES" sz="1600" dirty="0" err="1"/>
              <a:t>projects</a:t>
            </a:r>
            <a:r>
              <a:rPr lang="es-ES" sz="1600" dirty="0"/>
              <a:t>:</a:t>
            </a:r>
          </a:p>
          <a:p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err="1"/>
              <a:t>Sent</a:t>
            </a:r>
            <a:r>
              <a:rPr lang="es-ES" sz="1600" b="1" dirty="0"/>
              <a:t> </a:t>
            </a:r>
            <a:r>
              <a:rPr lang="es-ES" sz="1600" b="1" dirty="0" err="1"/>
              <a:t>for</a:t>
            </a:r>
            <a:r>
              <a:rPr lang="es-ES" sz="1600" b="1" dirty="0"/>
              <a:t> </a:t>
            </a:r>
            <a:r>
              <a:rPr lang="es-ES" sz="1600" b="1" dirty="0" err="1"/>
              <a:t>Review</a:t>
            </a:r>
            <a:r>
              <a:rPr lang="es-ES" sz="1600" dirty="0"/>
              <a:t> – The </a:t>
            </a:r>
            <a:r>
              <a:rPr lang="es-ES" sz="1600" dirty="0" err="1"/>
              <a:t>proof</a:t>
            </a:r>
            <a:r>
              <a:rPr lang="es-ES" sz="1600" dirty="0"/>
              <a:t> </a:t>
            </a:r>
            <a:r>
              <a:rPr lang="es-ES" sz="1600" dirty="0" err="1"/>
              <a:t>version</a:t>
            </a:r>
            <a:r>
              <a:rPr lang="es-ES" sz="1600" dirty="0"/>
              <a:t> has </a:t>
            </a:r>
            <a:r>
              <a:rPr lang="es-ES" sz="1600" dirty="0" err="1"/>
              <a:t>been</a:t>
            </a:r>
            <a:r>
              <a:rPr lang="es-ES" sz="1600" dirty="0"/>
              <a:t> </a:t>
            </a:r>
            <a:r>
              <a:rPr lang="es-ES" sz="1600" dirty="0" err="1"/>
              <a:t>shared</a:t>
            </a:r>
            <a:r>
              <a:rPr lang="es-ES" sz="1600" dirty="0"/>
              <a:t> </a:t>
            </a:r>
            <a:r>
              <a:rPr lang="es-ES" sz="1600" dirty="0" err="1"/>
              <a:t>with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requester</a:t>
            </a:r>
            <a:r>
              <a:rPr lang="es-ES" sz="1600" dirty="0"/>
              <a:t> and </a:t>
            </a:r>
            <a:r>
              <a:rPr lang="es-ES" sz="1600" dirty="0" err="1"/>
              <a:t>we</a:t>
            </a:r>
            <a:r>
              <a:rPr lang="es-ES" sz="1600" dirty="0"/>
              <a:t> are </a:t>
            </a:r>
            <a:r>
              <a:rPr lang="es-ES" sz="1600" dirty="0" err="1"/>
              <a:t>waiting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feedback</a:t>
            </a:r>
            <a:r>
              <a:rPr lang="es-ES" sz="1600" dirty="0"/>
              <a:t>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approval</a:t>
            </a:r>
            <a:r>
              <a:rPr lang="es-E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/>
              <a:t>In </a:t>
            </a:r>
            <a:r>
              <a:rPr lang="es-ES" sz="1600" b="1" dirty="0" err="1"/>
              <a:t>Progress</a:t>
            </a:r>
            <a:r>
              <a:rPr lang="es-ES" sz="1600" dirty="0"/>
              <a:t> – Used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larger</a:t>
            </a:r>
            <a:r>
              <a:rPr lang="es-ES" sz="1600" dirty="0"/>
              <a:t>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longer-term</a:t>
            </a:r>
            <a:r>
              <a:rPr lang="es-ES" sz="1600" dirty="0"/>
              <a:t> </a:t>
            </a:r>
            <a:r>
              <a:rPr lang="es-ES" sz="1600" dirty="0" err="1"/>
              <a:t>projects</a:t>
            </a:r>
            <a:r>
              <a:rPr lang="es-ES" sz="1600" dirty="0"/>
              <a:t> </a:t>
            </a:r>
            <a:r>
              <a:rPr lang="es-ES" sz="1600" dirty="0" err="1"/>
              <a:t>that</a:t>
            </a:r>
            <a:r>
              <a:rPr lang="es-ES" sz="1600" dirty="0"/>
              <a:t> are </a:t>
            </a:r>
            <a:r>
              <a:rPr lang="es-ES" sz="1600" dirty="0" err="1"/>
              <a:t>actively</a:t>
            </a:r>
            <a:r>
              <a:rPr lang="es-ES" sz="1600" dirty="0"/>
              <a:t> </a:t>
            </a:r>
            <a:r>
              <a:rPr lang="es-ES" sz="1600" dirty="0" err="1"/>
              <a:t>being</a:t>
            </a:r>
            <a:r>
              <a:rPr lang="es-ES" sz="1600" dirty="0"/>
              <a:t> </a:t>
            </a:r>
            <a:r>
              <a:rPr lang="es-ES" sz="1600" dirty="0" err="1"/>
              <a:t>worked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by</a:t>
            </a:r>
            <a:r>
              <a:rPr lang="es-ES" sz="1600" dirty="0"/>
              <a:t> </a:t>
            </a:r>
            <a:r>
              <a:rPr lang="es-ES" sz="1600" dirty="0" err="1"/>
              <a:t>one</a:t>
            </a:r>
            <a:r>
              <a:rPr lang="es-ES" sz="1600" dirty="0"/>
              <a:t>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both</a:t>
            </a:r>
            <a:r>
              <a:rPr lang="es-ES" sz="1600" dirty="0"/>
              <a:t> </a:t>
            </a:r>
            <a:r>
              <a:rPr lang="es-ES" sz="1600" dirty="0" err="1"/>
              <a:t>designers</a:t>
            </a:r>
            <a:r>
              <a:rPr lang="es-E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err="1"/>
              <a:t>Waiting</a:t>
            </a:r>
            <a:r>
              <a:rPr lang="es-ES" sz="1600" dirty="0"/>
              <a:t> – The </a:t>
            </a:r>
            <a:r>
              <a:rPr lang="es-ES" sz="1600" dirty="0" err="1"/>
              <a:t>task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temporarily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hold</a:t>
            </a:r>
            <a:r>
              <a:rPr lang="es-ES" sz="1600" dirty="0"/>
              <a:t> </a:t>
            </a:r>
            <a:r>
              <a:rPr lang="es-ES" sz="1600" dirty="0" err="1"/>
              <a:t>while</a:t>
            </a:r>
            <a:r>
              <a:rPr lang="es-ES" sz="1600" dirty="0"/>
              <a:t> </a:t>
            </a:r>
            <a:r>
              <a:rPr lang="es-ES" sz="1600" dirty="0" err="1"/>
              <a:t>waiting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missing</a:t>
            </a:r>
            <a:r>
              <a:rPr lang="es-ES" sz="1600" dirty="0"/>
              <a:t> </a:t>
            </a:r>
            <a:r>
              <a:rPr lang="es-ES" sz="1600" dirty="0" err="1"/>
              <a:t>information</a:t>
            </a:r>
            <a:r>
              <a:rPr lang="es-ES" sz="1600" dirty="0"/>
              <a:t>, </a:t>
            </a:r>
            <a:r>
              <a:rPr lang="es-ES" sz="1600" dirty="0" err="1"/>
              <a:t>additional</a:t>
            </a:r>
            <a:r>
              <a:rPr lang="es-ES" sz="1600" dirty="0"/>
              <a:t> </a:t>
            </a:r>
            <a:r>
              <a:rPr lang="es-ES" sz="1600" dirty="0" err="1"/>
              <a:t>details</a:t>
            </a:r>
            <a:r>
              <a:rPr lang="es-ES" sz="1600" dirty="0"/>
              <a:t>, </a:t>
            </a:r>
            <a:r>
              <a:rPr lang="es-ES" sz="1600" dirty="0" err="1"/>
              <a:t>clarification</a:t>
            </a:r>
            <a:r>
              <a:rPr lang="es-ES" sz="1600" dirty="0"/>
              <a:t>, </a:t>
            </a:r>
            <a:r>
              <a:rPr lang="es-ES" sz="1600" dirty="0" err="1"/>
              <a:t>feedback</a:t>
            </a:r>
            <a:r>
              <a:rPr lang="es-ES" sz="1600" dirty="0"/>
              <a:t>,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confirmation</a:t>
            </a:r>
            <a:r>
              <a:rPr lang="es-ES" sz="1600" dirty="0"/>
              <a:t> </a:t>
            </a:r>
            <a:r>
              <a:rPr lang="es-ES" sz="1600" dirty="0" err="1"/>
              <a:t>from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requester</a:t>
            </a:r>
            <a:r>
              <a:rPr lang="es-E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4742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2DB05-B586-83F2-DFCB-F624965E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DF9FCEB-7112-7714-77DA-34ED16BF97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10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7FA695E-9136-B228-6A14-FCED84A6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56A2167F-27A6-B52A-89AF-20749C4C5F67}"/>
              </a:ext>
            </a:extLst>
          </p:cNvPr>
          <p:cNvGrpSpPr/>
          <p:nvPr/>
        </p:nvGrpSpPr>
        <p:grpSpPr>
          <a:xfrm>
            <a:off x="4410876" y="733837"/>
            <a:ext cx="6553759" cy="5549188"/>
            <a:chOff x="1898848" y="0"/>
            <a:chExt cx="6015917" cy="5093787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7DB52BA9-3A2F-1C3F-8493-FE7EE0CDF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246"/>
            <a:stretch>
              <a:fillRect/>
            </a:stretch>
          </p:blipFill>
          <p:spPr>
            <a:xfrm>
              <a:off x="1898848" y="3926294"/>
              <a:ext cx="6015917" cy="1167493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101B6F5-D14E-50D6-4906-A13641F4C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455"/>
            <a:stretch>
              <a:fillRect/>
            </a:stretch>
          </p:blipFill>
          <p:spPr>
            <a:xfrm>
              <a:off x="1898848" y="0"/>
              <a:ext cx="6015917" cy="4253593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A3B28E6B-D9EE-07C7-4AF3-6EE2AAB06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8848" y="4253593"/>
              <a:ext cx="4077409" cy="840194"/>
            </a:xfrm>
            <a:prstGeom prst="rect">
              <a:avLst/>
            </a:prstGeom>
          </p:spPr>
        </p:pic>
      </p:grp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4FAD1FE-6CD6-1131-F02C-F1C1AD49A06E}"/>
              </a:ext>
            </a:extLst>
          </p:cNvPr>
          <p:cNvSpPr/>
          <p:nvPr/>
        </p:nvSpPr>
        <p:spPr>
          <a:xfrm>
            <a:off x="1363383" y="2390865"/>
            <a:ext cx="2843386" cy="2235133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/>
              <a:t>Task</a:t>
            </a:r>
            <a:r>
              <a:rPr lang="es-ES" sz="1600" b="1" dirty="0"/>
              <a:t> Card </a:t>
            </a:r>
            <a:r>
              <a:rPr lang="es-ES" sz="1600" b="1" dirty="0" err="1"/>
              <a:t>Structure</a:t>
            </a:r>
            <a:endParaRPr lang="es-ES" sz="1600" b="1" dirty="0"/>
          </a:p>
          <a:p>
            <a:r>
              <a:rPr lang="es-ES" sz="1600" dirty="0" err="1"/>
              <a:t>Each</a:t>
            </a:r>
            <a:r>
              <a:rPr lang="es-ES" sz="1600" dirty="0"/>
              <a:t> </a:t>
            </a:r>
            <a:r>
              <a:rPr lang="es-ES" sz="1600" dirty="0" err="1"/>
              <a:t>task</a:t>
            </a:r>
            <a:r>
              <a:rPr lang="es-ES" sz="1600" dirty="0"/>
              <a:t> </a:t>
            </a:r>
            <a:r>
              <a:rPr lang="es-ES" sz="1600" dirty="0" err="1"/>
              <a:t>card</a:t>
            </a:r>
            <a:r>
              <a:rPr lang="es-ES" sz="1600" dirty="0"/>
              <a:t> </a:t>
            </a:r>
            <a:r>
              <a:rPr lang="es-ES" sz="1600" dirty="0" err="1"/>
              <a:t>contains</a:t>
            </a:r>
            <a:r>
              <a:rPr lang="es-ES" sz="1600" dirty="0"/>
              <a:t> </a:t>
            </a:r>
            <a:r>
              <a:rPr lang="es-ES" sz="1600" dirty="0" err="1"/>
              <a:t>all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relevant</a:t>
            </a:r>
            <a:r>
              <a:rPr lang="es-ES" sz="1600" dirty="0"/>
              <a:t> </a:t>
            </a:r>
            <a:r>
              <a:rPr lang="es-ES" sz="1600" dirty="0" err="1"/>
              <a:t>information</a:t>
            </a:r>
            <a:r>
              <a:rPr lang="es-ES" sz="1600" dirty="0"/>
              <a:t> </a:t>
            </a:r>
            <a:r>
              <a:rPr lang="es-ES" sz="1600" dirty="0" err="1"/>
              <a:t>needed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manage</a:t>
            </a:r>
            <a:r>
              <a:rPr lang="es-ES" sz="1600" dirty="0"/>
              <a:t> and </a:t>
            </a:r>
            <a:r>
              <a:rPr lang="es-ES" sz="1600" dirty="0" err="1"/>
              <a:t>track</a:t>
            </a:r>
            <a:r>
              <a:rPr lang="es-ES" sz="1600" dirty="0"/>
              <a:t> a </a:t>
            </a:r>
            <a:r>
              <a:rPr lang="es-ES" sz="1600" dirty="0" err="1"/>
              <a:t>project</a:t>
            </a:r>
            <a:r>
              <a:rPr lang="es-ES" sz="1600" dirty="0"/>
              <a:t> </a:t>
            </a:r>
            <a:r>
              <a:rPr lang="es-ES" sz="1600" dirty="0" err="1"/>
              <a:t>from</a:t>
            </a:r>
            <a:r>
              <a:rPr lang="es-ES" sz="1600" dirty="0"/>
              <a:t> </a:t>
            </a:r>
            <a:r>
              <a:rPr lang="es-ES" sz="1600" dirty="0" err="1"/>
              <a:t>start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finish</a:t>
            </a:r>
            <a:r>
              <a:rPr lang="es-E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7402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201C-FA90-F426-F987-A45EB3133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66A82BD-8F64-3337-2F01-214447B378A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11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0CC5F02-898D-CD44-8E3E-B4B9CF0F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1F9DD76-22EF-24BB-7289-1E92CA293725}"/>
              </a:ext>
            </a:extLst>
          </p:cNvPr>
          <p:cNvGrpSpPr/>
          <p:nvPr/>
        </p:nvGrpSpPr>
        <p:grpSpPr>
          <a:xfrm>
            <a:off x="1326621" y="733837"/>
            <a:ext cx="6553759" cy="5549188"/>
            <a:chOff x="1898848" y="0"/>
            <a:chExt cx="6015917" cy="5093787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8A9DEEA5-D939-4243-4C5D-C44246C35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246"/>
            <a:stretch>
              <a:fillRect/>
            </a:stretch>
          </p:blipFill>
          <p:spPr>
            <a:xfrm>
              <a:off x="1898848" y="3926294"/>
              <a:ext cx="6015917" cy="1167493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775886AC-EC58-C03D-8564-A3863626B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455"/>
            <a:stretch>
              <a:fillRect/>
            </a:stretch>
          </p:blipFill>
          <p:spPr>
            <a:xfrm>
              <a:off x="1898848" y="0"/>
              <a:ext cx="6015917" cy="4253593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7AC8FE79-E3E4-B03E-2AC2-B36F45093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8848" y="4253593"/>
              <a:ext cx="4077409" cy="840194"/>
            </a:xfrm>
            <a:prstGeom prst="rect">
              <a:avLst/>
            </a:prstGeom>
          </p:spPr>
        </p:pic>
      </p:grp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9BAF0E6-9B37-4989-50E4-3CE060C0780A}"/>
              </a:ext>
            </a:extLst>
          </p:cNvPr>
          <p:cNvSpPr/>
          <p:nvPr/>
        </p:nvSpPr>
        <p:spPr>
          <a:xfrm>
            <a:off x="3547593" y="3280608"/>
            <a:ext cx="2063118" cy="621435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3D77C8B-B371-060D-111E-9AFC349BE6D6}"/>
              </a:ext>
            </a:extLst>
          </p:cNvPr>
          <p:cNvSpPr/>
          <p:nvPr/>
        </p:nvSpPr>
        <p:spPr>
          <a:xfrm>
            <a:off x="1563671" y="5579784"/>
            <a:ext cx="626203" cy="319191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E217EB8-EFAA-D5F9-3118-6ABBD07DE561}"/>
              </a:ext>
            </a:extLst>
          </p:cNvPr>
          <p:cNvSpPr/>
          <p:nvPr/>
        </p:nvSpPr>
        <p:spPr>
          <a:xfrm>
            <a:off x="8001000" y="1534278"/>
            <a:ext cx="3918857" cy="1109900"/>
          </a:xfrm>
          <a:prstGeom prst="roundRect">
            <a:avLst>
              <a:gd name="adj" fmla="val 523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Market Tags</a:t>
            </a:r>
          </a:p>
          <a:p>
            <a:r>
              <a:rPr lang="es-ES" sz="1200" dirty="0"/>
              <a:t>Tags are </a:t>
            </a:r>
            <a:r>
              <a:rPr lang="es-ES" sz="1200" dirty="0" err="1"/>
              <a:t>added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identify</a:t>
            </a:r>
            <a:r>
              <a:rPr lang="es-ES" sz="1200" dirty="0"/>
              <a:t> </a:t>
            </a:r>
            <a:r>
              <a:rPr lang="es-ES" sz="1200" dirty="0" err="1"/>
              <a:t>which</a:t>
            </a:r>
            <a:r>
              <a:rPr lang="es-ES" sz="1200" dirty="0"/>
              <a:t> </a:t>
            </a:r>
            <a:r>
              <a:rPr lang="es-ES" sz="1200" dirty="0" err="1"/>
              <a:t>market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belongs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. </a:t>
            </a:r>
            <a:r>
              <a:rPr lang="es-ES" sz="1200" dirty="0" err="1"/>
              <a:t>This</a:t>
            </a:r>
            <a:r>
              <a:rPr lang="es-ES" sz="1200" dirty="0"/>
              <a:t> </a:t>
            </a:r>
            <a:r>
              <a:rPr lang="es-ES" sz="1200" dirty="0" err="1"/>
              <a:t>helps</a:t>
            </a:r>
            <a:r>
              <a:rPr lang="es-ES" sz="1200" dirty="0"/>
              <a:t> </a:t>
            </a:r>
            <a:r>
              <a:rPr lang="es-ES" sz="1200" dirty="0" err="1"/>
              <a:t>with</a:t>
            </a:r>
            <a:r>
              <a:rPr lang="es-ES" sz="1200" dirty="0"/>
              <a:t> </a:t>
            </a:r>
            <a:r>
              <a:rPr lang="es-ES" sz="1200" dirty="0" err="1"/>
              <a:t>filtering</a:t>
            </a:r>
            <a:r>
              <a:rPr lang="es-ES" sz="1200" dirty="0"/>
              <a:t>, </a:t>
            </a:r>
            <a:r>
              <a:rPr lang="es-ES" sz="1200" dirty="0" err="1"/>
              <a:t>organization</a:t>
            </a:r>
            <a:r>
              <a:rPr lang="es-ES" sz="1200" dirty="0"/>
              <a:t>, and </a:t>
            </a:r>
            <a:r>
              <a:rPr lang="es-ES" sz="1200" dirty="0" err="1"/>
              <a:t>keeping</a:t>
            </a:r>
            <a:r>
              <a:rPr lang="es-ES" sz="1200" dirty="0"/>
              <a:t> </a:t>
            </a:r>
            <a:r>
              <a:rPr lang="es-ES" sz="1200" dirty="0" err="1"/>
              <a:t>track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workload</a:t>
            </a:r>
            <a:r>
              <a:rPr lang="es-ES" sz="1200" dirty="0"/>
              <a:t> </a:t>
            </a:r>
            <a:r>
              <a:rPr lang="es-ES" sz="1200" dirty="0" err="1"/>
              <a:t>across</a:t>
            </a:r>
            <a:r>
              <a:rPr lang="es-ES" sz="1200" dirty="0"/>
              <a:t> </a:t>
            </a:r>
            <a:r>
              <a:rPr lang="es-ES" sz="1200" dirty="0" err="1"/>
              <a:t>different</a:t>
            </a:r>
            <a:r>
              <a:rPr lang="es-ES" sz="1200" dirty="0"/>
              <a:t> </a:t>
            </a:r>
            <a:r>
              <a:rPr lang="es-ES" sz="1200" dirty="0" err="1"/>
              <a:t>areas</a:t>
            </a:r>
            <a:r>
              <a:rPr lang="es-ES" sz="1200" dirty="0"/>
              <a:t>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B09A350-9387-EE75-41C2-3C581FEBC41E}"/>
              </a:ext>
            </a:extLst>
          </p:cNvPr>
          <p:cNvSpPr/>
          <p:nvPr/>
        </p:nvSpPr>
        <p:spPr>
          <a:xfrm>
            <a:off x="8001000" y="2708557"/>
            <a:ext cx="3918857" cy="1219960"/>
          </a:xfrm>
          <a:prstGeom prst="roundRect">
            <a:avLst>
              <a:gd name="adj" fmla="val 523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People</a:t>
            </a:r>
          </a:p>
          <a:p>
            <a:r>
              <a:rPr lang="es-ES" sz="1200" dirty="0"/>
              <a:t>Add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requester</a:t>
            </a:r>
            <a:r>
              <a:rPr lang="es-ES" sz="1200" dirty="0"/>
              <a:t> as a </a:t>
            </a:r>
            <a:r>
              <a:rPr lang="es-ES" sz="1200" dirty="0" err="1"/>
              <a:t>member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. Once </a:t>
            </a:r>
            <a:r>
              <a:rPr lang="es-ES" sz="1200" dirty="0" err="1"/>
              <a:t>added</a:t>
            </a:r>
            <a:r>
              <a:rPr lang="es-ES" sz="1200" dirty="0"/>
              <a:t>, </a:t>
            </a:r>
            <a:r>
              <a:rPr lang="es-ES" sz="1200" dirty="0" err="1"/>
              <a:t>they</a:t>
            </a:r>
            <a:r>
              <a:rPr lang="es-ES" sz="1200" dirty="0"/>
              <a:t> </a:t>
            </a:r>
            <a:r>
              <a:rPr lang="es-ES" sz="1200" dirty="0" err="1"/>
              <a:t>will</a:t>
            </a:r>
            <a:r>
              <a:rPr lang="es-ES" sz="1200" dirty="0"/>
              <a:t> </a:t>
            </a:r>
            <a:r>
              <a:rPr lang="es-ES" sz="1200" dirty="0" err="1"/>
              <a:t>receive</a:t>
            </a:r>
            <a:r>
              <a:rPr lang="es-ES" sz="1200" dirty="0"/>
              <a:t> </a:t>
            </a:r>
            <a:r>
              <a:rPr lang="es-ES" sz="1200" dirty="0" err="1"/>
              <a:t>an</a:t>
            </a:r>
            <a:r>
              <a:rPr lang="es-ES" sz="1200" dirty="0"/>
              <a:t> email </a:t>
            </a:r>
            <a:r>
              <a:rPr lang="es-ES" sz="1200" dirty="0" err="1"/>
              <a:t>notification</a:t>
            </a:r>
            <a:r>
              <a:rPr lang="es-ES" sz="1200" dirty="0"/>
              <a:t> and </a:t>
            </a:r>
            <a:r>
              <a:rPr lang="es-ES" sz="1200" dirty="0" err="1"/>
              <a:t>have</a:t>
            </a:r>
            <a:r>
              <a:rPr lang="es-ES" sz="1200" dirty="0"/>
              <a:t> </a:t>
            </a:r>
            <a:r>
              <a:rPr lang="es-ES" sz="1200" dirty="0" err="1"/>
              <a:t>access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, </a:t>
            </a:r>
            <a:r>
              <a:rPr lang="es-ES" sz="1200" dirty="0" err="1"/>
              <a:t>allowing</a:t>
            </a:r>
            <a:r>
              <a:rPr lang="es-ES" sz="1200" dirty="0"/>
              <a:t> </a:t>
            </a:r>
            <a:r>
              <a:rPr lang="es-ES" sz="1200" dirty="0" err="1"/>
              <a:t>them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follow</a:t>
            </a:r>
            <a:r>
              <a:rPr lang="es-ES" sz="1200" dirty="0"/>
              <a:t> </a:t>
            </a:r>
            <a:r>
              <a:rPr lang="es-ES" sz="1200" dirty="0" err="1"/>
              <a:t>updates</a:t>
            </a:r>
            <a:r>
              <a:rPr lang="es-ES" sz="1200" dirty="0"/>
              <a:t> and </a:t>
            </a:r>
            <a:r>
              <a:rPr lang="es-ES" sz="1200" dirty="0" err="1"/>
              <a:t>information</a:t>
            </a:r>
            <a:r>
              <a:rPr lang="es-ES" sz="1200" dirty="0"/>
              <a:t> </a:t>
            </a:r>
            <a:r>
              <a:rPr lang="es-ES" sz="1200" dirty="0" err="1"/>
              <a:t>related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75D2E6D0-6FC7-6192-8D99-9C7EB654F8FF}"/>
              </a:ext>
            </a:extLst>
          </p:cNvPr>
          <p:cNvSpPr/>
          <p:nvPr/>
        </p:nvSpPr>
        <p:spPr>
          <a:xfrm>
            <a:off x="8001000" y="359999"/>
            <a:ext cx="3918857" cy="1109900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Title</a:t>
            </a:r>
          </a:p>
          <a:p>
            <a:r>
              <a:rPr lang="es-ES" sz="1200" dirty="0"/>
              <a:t>The </a:t>
            </a:r>
            <a:r>
              <a:rPr lang="es-ES" sz="1200" dirty="0" err="1"/>
              <a:t>title</a:t>
            </a:r>
            <a:r>
              <a:rPr lang="es-ES" sz="1200" dirty="0"/>
              <a:t> </a:t>
            </a:r>
            <a:r>
              <a:rPr lang="es-ES" sz="1200" dirty="0" err="1"/>
              <a:t>should</a:t>
            </a:r>
            <a:r>
              <a:rPr lang="es-ES" sz="1200" dirty="0"/>
              <a:t> </a:t>
            </a:r>
            <a:r>
              <a:rPr lang="es-ES" sz="1200" dirty="0" err="1"/>
              <a:t>clearly</a:t>
            </a:r>
            <a:r>
              <a:rPr lang="es-ES" sz="1200" dirty="0"/>
              <a:t> </a:t>
            </a:r>
            <a:r>
              <a:rPr lang="es-ES" sz="1200" dirty="0" err="1"/>
              <a:t>identify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. </a:t>
            </a:r>
            <a:r>
              <a:rPr lang="es-ES" sz="1200" dirty="0" err="1"/>
              <a:t>We</a:t>
            </a:r>
            <a:r>
              <a:rPr lang="es-ES" sz="1200" dirty="0"/>
              <a:t> use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b="1" dirty="0" err="1"/>
              <a:t>market</a:t>
            </a:r>
            <a:r>
              <a:rPr lang="es-ES" sz="1200" b="1" dirty="0"/>
              <a:t> </a:t>
            </a:r>
            <a:r>
              <a:rPr lang="es-ES" sz="1200" b="1" dirty="0" err="1"/>
              <a:t>name</a:t>
            </a:r>
            <a:r>
              <a:rPr lang="es-ES" sz="1200" b="1" dirty="0"/>
              <a:t> at </a:t>
            </a:r>
            <a:r>
              <a:rPr lang="es-ES" sz="1200" b="1" dirty="0" err="1"/>
              <a:t>the</a:t>
            </a:r>
            <a:r>
              <a:rPr lang="es-ES" sz="1200" b="1" dirty="0"/>
              <a:t> </a:t>
            </a:r>
            <a:r>
              <a:rPr lang="es-ES" sz="1200" b="1" dirty="0" err="1"/>
              <a:t>beginning</a:t>
            </a:r>
            <a:r>
              <a:rPr lang="es-ES" sz="1200" dirty="0"/>
              <a:t>, </a:t>
            </a:r>
            <a:r>
              <a:rPr lang="es-ES" sz="1200" dirty="0" err="1"/>
              <a:t>followed</a:t>
            </a:r>
            <a:r>
              <a:rPr lang="es-ES" sz="1200" dirty="0"/>
              <a:t> </a:t>
            </a:r>
            <a:r>
              <a:rPr lang="es-ES" sz="1200" dirty="0" err="1"/>
              <a:t>by</a:t>
            </a:r>
            <a:r>
              <a:rPr lang="es-ES" sz="1200" dirty="0"/>
              <a:t> a short </a:t>
            </a:r>
            <a:r>
              <a:rPr lang="es-ES" sz="1200" dirty="0" err="1"/>
              <a:t>description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request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</a:t>
            </a:r>
            <a:r>
              <a:rPr lang="es-ES" sz="1200" dirty="0" err="1"/>
              <a:t>deliverable</a:t>
            </a:r>
            <a:r>
              <a:rPr lang="es-ES" sz="1200" dirty="0"/>
              <a:t>.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D5A029F-21D3-93C6-DBE8-03A44AEEBF6D}"/>
              </a:ext>
            </a:extLst>
          </p:cNvPr>
          <p:cNvSpPr/>
          <p:nvPr/>
        </p:nvSpPr>
        <p:spPr>
          <a:xfrm>
            <a:off x="1666256" y="1191986"/>
            <a:ext cx="3526229" cy="29829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91C85210-D2AD-046F-D159-698E946C018A}"/>
              </a:ext>
            </a:extLst>
          </p:cNvPr>
          <p:cNvSpPr/>
          <p:nvPr/>
        </p:nvSpPr>
        <p:spPr>
          <a:xfrm>
            <a:off x="1666256" y="1719521"/>
            <a:ext cx="3526229" cy="272563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BD8D787F-C979-555B-ABB3-281CBE9DFAA0}"/>
              </a:ext>
            </a:extLst>
          </p:cNvPr>
          <p:cNvSpPr/>
          <p:nvPr/>
        </p:nvSpPr>
        <p:spPr>
          <a:xfrm>
            <a:off x="1666256" y="2035263"/>
            <a:ext cx="3526229" cy="245502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8BC97FC0-DC14-9AEA-9FCF-39E561345678}"/>
              </a:ext>
            </a:extLst>
          </p:cNvPr>
          <p:cNvSpPr/>
          <p:nvPr/>
        </p:nvSpPr>
        <p:spPr>
          <a:xfrm>
            <a:off x="8001000" y="3992895"/>
            <a:ext cx="3918857" cy="2290129"/>
          </a:xfrm>
          <a:prstGeom prst="roundRect">
            <a:avLst>
              <a:gd name="adj" fmla="val 52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 err="1"/>
              <a:t>Deadline</a:t>
            </a:r>
            <a:endParaRPr lang="es-ES" sz="1200" b="1" dirty="0"/>
          </a:p>
          <a:p>
            <a:r>
              <a:rPr lang="es-ES" sz="1200" dirty="0" err="1"/>
              <a:t>Deadlines</a:t>
            </a:r>
            <a:r>
              <a:rPr lang="es-ES" sz="1200" dirty="0"/>
              <a:t> </a:t>
            </a:r>
            <a:r>
              <a:rPr lang="es-ES" sz="1200" dirty="0" err="1"/>
              <a:t>should</a:t>
            </a:r>
            <a:r>
              <a:rPr lang="es-ES" sz="1200" dirty="0"/>
              <a:t> </a:t>
            </a:r>
            <a:r>
              <a:rPr lang="es-ES" sz="1200" dirty="0" err="1"/>
              <a:t>always</a:t>
            </a:r>
            <a:r>
              <a:rPr lang="es-ES" sz="1200" dirty="0"/>
              <a:t> be </a:t>
            </a:r>
            <a:r>
              <a:rPr lang="es-ES" sz="1200" dirty="0" err="1"/>
              <a:t>added</a:t>
            </a:r>
            <a:r>
              <a:rPr lang="es-ES" sz="1200" dirty="0"/>
              <a:t> and </a:t>
            </a:r>
            <a:r>
              <a:rPr lang="es-ES" sz="1200" dirty="0" err="1"/>
              <a:t>kept</a:t>
            </a:r>
            <a:r>
              <a:rPr lang="es-ES" sz="1200" dirty="0"/>
              <a:t> </a:t>
            </a:r>
            <a:r>
              <a:rPr lang="es-ES" sz="1200" dirty="0" err="1"/>
              <a:t>updated</a:t>
            </a:r>
            <a:r>
              <a:rPr lang="es-ES" sz="1200" dirty="0"/>
              <a:t> </a:t>
            </a:r>
            <a:r>
              <a:rPr lang="es-ES" sz="1200" dirty="0" err="1"/>
              <a:t>throughout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lifecycle</a:t>
            </a:r>
            <a:r>
              <a:rPr lang="es-ES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/>
              <a:t>Initially</a:t>
            </a:r>
            <a:r>
              <a:rPr lang="es-ES" sz="1200" dirty="0"/>
              <a:t>, </a:t>
            </a:r>
            <a:r>
              <a:rPr lang="es-ES" sz="1200" dirty="0" err="1"/>
              <a:t>add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b="1" dirty="0"/>
              <a:t>draft </a:t>
            </a:r>
            <a:r>
              <a:rPr lang="es-ES" sz="1200" b="1" dirty="0" err="1"/>
              <a:t>deadline</a:t>
            </a:r>
            <a:r>
              <a:rPr lang="es-ES" sz="1200" dirty="0"/>
              <a:t> </a:t>
            </a:r>
            <a:r>
              <a:rPr lang="es-ES" sz="1200" dirty="0" err="1"/>
              <a:t>provided</a:t>
            </a:r>
            <a:r>
              <a:rPr lang="es-ES" sz="1200" dirty="0"/>
              <a:t> </a:t>
            </a:r>
            <a:r>
              <a:rPr lang="es-ES" sz="1200" dirty="0" err="1"/>
              <a:t>by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requester</a:t>
            </a:r>
            <a:r>
              <a:rPr lang="es-ES" sz="12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Once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proof</a:t>
            </a:r>
            <a:r>
              <a:rPr lang="es-ES" sz="1200" dirty="0"/>
              <a:t> </a:t>
            </a:r>
            <a:r>
              <a:rPr lang="es-ES" sz="1200" dirty="0" err="1"/>
              <a:t>version</a:t>
            </a:r>
            <a:r>
              <a:rPr lang="es-ES" sz="1200" dirty="0"/>
              <a:t> has </a:t>
            </a:r>
            <a:r>
              <a:rPr lang="es-ES" sz="1200" dirty="0" err="1"/>
              <a:t>been</a:t>
            </a:r>
            <a:r>
              <a:rPr lang="es-ES" sz="1200" dirty="0"/>
              <a:t> </a:t>
            </a:r>
            <a:r>
              <a:rPr lang="es-ES" sz="1200" dirty="0" err="1"/>
              <a:t>sent</a:t>
            </a:r>
            <a:r>
              <a:rPr lang="es-ES" sz="1200" dirty="0"/>
              <a:t>, </a:t>
            </a:r>
            <a:r>
              <a:rPr lang="es-ES" sz="1200" dirty="0" err="1"/>
              <a:t>update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b="1" dirty="0"/>
              <a:t>final </a:t>
            </a:r>
            <a:r>
              <a:rPr lang="es-ES" sz="1200" b="1" dirty="0" err="1"/>
              <a:t>deadline</a:t>
            </a:r>
            <a:r>
              <a:rPr lang="es-ES" sz="12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/>
              <a:t>Additional</a:t>
            </a:r>
            <a:r>
              <a:rPr lang="es-ES" sz="1200" dirty="0"/>
              <a:t> dates can be </a:t>
            </a:r>
            <a:r>
              <a:rPr lang="es-ES" sz="1200" dirty="0" err="1"/>
              <a:t>added</a:t>
            </a:r>
            <a:r>
              <a:rPr lang="es-ES" sz="1200" dirty="0"/>
              <a:t> </a:t>
            </a:r>
            <a:r>
              <a:rPr lang="es-ES" sz="1200" dirty="0" err="1"/>
              <a:t>when</a:t>
            </a:r>
            <a:r>
              <a:rPr lang="es-ES" sz="1200" dirty="0"/>
              <a:t> </a:t>
            </a:r>
            <a:r>
              <a:rPr lang="es-ES" sz="1200" dirty="0" err="1"/>
              <a:t>needed</a:t>
            </a:r>
            <a:r>
              <a:rPr lang="es-ES" sz="1200" dirty="0"/>
              <a:t> (</a:t>
            </a:r>
            <a:r>
              <a:rPr lang="es-ES" sz="1200" dirty="0" err="1"/>
              <a:t>e.g</a:t>
            </a:r>
            <a:r>
              <a:rPr lang="es-ES" sz="1200" dirty="0"/>
              <a:t>., </a:t>
            </a:r>
            <a:r>
              <a:rPr lang="es-ES" sz="1200" dirty="0" err="1"/>
              <a:t>internal</a:t>
            </a:r>
            <a:r>
              <a:rPr lang="es-ES" sz="1200" dirty="0"/>
              <a:t> </a:t>
            </a:r>
            <a:r>
              <a:rPr lang="es-ES" sz="1200" dirty="0" err="1"/>
              <a:t>milestones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</a:t>
            </a:r>
            <a:r>
              <a:rPr lang="es-ES" sz="1200" dirty="0" err="1"/>
              <a:t>intermediate</a:t>
            </a:r>
            <a:r>
              <a:rPr lang="es-ES" sz="1200" dirty="0"/>
              <a:t> </a:t>
            </a:r>
            <a:r>
              <a:rPr lang="es-ES" sz="1200" dirty="0" err="1"/>
              <a:t>deliveries</a:t>
            </a:r>
            <a:r>
              <a:rPr lang="es-ES" sz="1200" dirty="0"/>
              <a:t>)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help</a:t>
            </a:r>
            <a:r>
              <a:rPr lang="es-ES" sz="1200" dirty="0"/>
              <a:t> </a:t>
            </a:r>
            <a:r>
              <a:rPr lang="es-ES" sz="1200" dirty="0" err="1"/>
              <a:t>organize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workflow</a:t>
            </a:r>
            <a:r>
              <a:rPr lang="es-ES" sz="1200" dirty="0"/>
              <a:t> and </a:t>
            </a:r>
            <a:r>
              <a:rPr lang="es-ES" sz="1200" dirty="0" err="1"/>
              <a:t>manage</a:t>
            </a:r>
            <a:r>
              <a:rPr lang="es-ES" sz="1200" dirty="0"/>
              <a:t> </a:t>
            </a:r>
            <a:r>
              <a:rPr lang="es-ES" sz="1200" dirty="0" err="1"/>
              <a:t>priorities</a:t>
            </a:r>
            <a:r>
              <a:rPr lang="es-E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2851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BBB2-74CA-1E38-0B6E-2F294603D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4BB8EF5-5487-445C-E08A-1BBAC4EA79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12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B663F26-E422-E980-2D65-C918C3D3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E6D7443-9C43-0BC3-02D0-5A515B084851}"/>
              </a:ext>
            </a:extLst>
          </p:cNvPr>
          <p:cNvSpPr/>
          <p:nvPr/>
        </p:nvSpPr>
        <p:spPr>
          <a:xfrm>
            <a:off x="8033658" y="1036192"/>
            <a:ext cx="3886200" cy="1138177"/>
          </a:xfrm>
          <a:prstGeom prst="roundRect">
            <a:avLst>
              <a:gd name="adj" fmla="val 523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 err="1"/>
              <a:t>To</a:t>
            </a:r>
            <a:r>
              <a:rPr lang="es-ES" sz="1200" b="1" dirty="0"/>
              <a:t>-do</a:t>
            </a:r>
          </a:p>
          <a:p>
            <a:r>
              <a:rPr lang="es-ES" sz="1200" dirty="0" err="1"/>
              <a:t>This</a:t>
            </a:r>
            <a:r>
              <a:rPr lang="es-ES" sz="1200" dirty="0"/>
              <a:t> </a:t>
            </a:r>
            <a:r>
              <a:rPr lang="es-ES" sz="1200" dirty="0" err="1"/>
              <a:t>section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not</a:t>
            </a:r>
            <a:r>
              <a:rPr lang="es-ES" sz="1200" dirty="0"/>
              <a:t> </a:t>
            </a:r>
            <a:r>
              <a:rPr lang="es-ES" sz="1200" dirty="0" err="1"/>
              <a:t>required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every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, </a:t>
            </a:r>
            <a:r>
              <a:rPr lang="es-ES" sz="1200" dirty="0" err="1"/>
              <a:t>but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useful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projects</a:t>
            </a:r>
            <a:r>
              <a:rPr lang="es-ES" sz="1200" dirty="0"/>
              <a:t> </a:t>
            </a:r>
            <a:r>
              <a:rPr lang="es-ES" sz="1200" dirty="0" err="1"/>
              <a:t>with</a:t>
            </a:r>
            <a:r>
              <a:rPr lang="es-ES" sz="1200" dirty="0"/>
              <a:t> </a:t>
            </a:r>
            <a:r>
              <a:rPr lang="es-ES" sz="1200" dirty="0" err="1"/>
              <a:t>multiple</a:t>
            </a:r>
            <a:r>
              <a:rPr lang="es-ES" sz="1200" dirty="0"/>
              <a:t> </a:t>
            </a:r>
            <a:r>
              <a:rPr lang="es-ES" sz="1200" dirty="0" err="1"/>
              <a:t>deliverables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</a:t>
            </a:r>
            <a:r>
              <a:rPr lang="es-ES" sz="1200" dirty="0" err="1"/>
              <a:t>formats</a:t>
            </a:r>
            <a:r>
              <a:rPr lang="es-ES" sz="1200" dirty="0"/>
              <a:t>.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allows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different</a:t>
            </a:r>
            <a:r>
              <a:rPr lang="es-ES" sz="1200" dirty="0"/>
              <a:t> outputs </a:t>
            </a:r>
            <a:r>
              <a:rPr lang="es-ES" sz="1200" dirty="0" err="1"/>
              <a:t>to</a:t>
            </a:r>
            <a:r>
              <a:rPr lang="es-ES" sz="1200" dirty="0"/>
              <a:t> be </a:t>
            </a:r>
            <a:r>
              <a:rPr lang="es-ES" sz="1200" dirty="0" err="1"/>
              <a:t>listed</a:t>
            </a:r>
            <a:r>
              <a:rPr lang="es-ES" sz="1200" dirty="0"/>
              <a:t> and </a:t>
            </a:r>
            <a:r>
              <a:rPr lang="es-ES" sz="1200" dirty="0" err="1"/>
              <a:t>tracked</a:t>
            </a:r>
            <a:r>
              <a:rPr lang="es-ES" sz="1200" dirty="0"/>
              <a:t> </a:t>
            </a:r>
            <a:r>
              <a:rPr lang="es-ES" sz="1200" dirty="0" err="1"/>
              <a:t>individually</a:t>
            </a:r>
            <a:r>
              <a:rPr lang="es-ES" sz="1200" dirty="0"/>
              <a:t>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5CD090-4054-1E91-3DDB-186C07173E2F}"/>
              </a:ext>
            </a:extLst>
          </p:cNvPr>
          <p:cNvSpPr/>
          <p:nvPr/>
        </p:nvSpPr>
        <p:spPr>
          <a:xfrm>
            <a:off x="8033658" y="2278151"/>
            <a:ext cx="3886200" cy="1942470"/>
          </a:xfrm>
          <a:prstGeom prst="roundRect">
            <a:avLst>
              <a:gd name="adj" fmla="val 523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Notes</a:t>
            </a:r>
          </a:p>
          <a:p>
            <a:r>
              <a:rPr lang="es-ES" sz="1200" dirty="0"/>
              <a:t>Use </a:t>
            </a:r>
            <a:r>
              <a:rPr lang="es-ES" sz="1200" dirty="0" err="1"/>
              <a:t>this</a:t>
            </a:r>
            <a:r>
              <a:rPr lang="es-ES" sz="1200" dirty="0"/>
              <a:t> </a:t>
            </a:r>
            <a:r>
              <a:rPr lang="es-ES" sz="1200" dirty="0" err="1"/>
              <a:t>section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add</a:t>
            </a:r>
            <a:r>
              <a:rPr lang="es-ES" sz="1200" dirty="0"/>
              <a:t> </a:t>
            </a:r>
            <a:r>
              <a:rPr lang="es-ES" sz="1200" dirty="0" err="1"/>
              <a:t>any</a:t>
            </a:r>
            <a:r>
              <a:rPr lang="es-ES" sz="1200" dirty="0"/>
              <a:t> </a:t>
            </a:r>
            <a:r>
              <a:rPr lang="es-ES" sz="1200" dirty="0" err="1"/>
              <a:t>relevant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information</a:t>
            </a:r>
            <a:r>
              <a:rPr lang="es-ES" sz="1200" dirty="0"/>
              <a:t>.</a:t>
            </a:r>
          </a:p>
          <a:p>
            <a:r>
              <a:rPr lang="es-ES" sz="1200" dirty="0"/>
              <a:t>At </a:t>
            </a:r>
            <a:r>
              <a:rPr lang="es-ES" sz="1200" dirty="0" err="1"/>
              <a:t>minimum</a:t>
            </a:r>
            <a:r>
              <a:rPr lang="es-ES" sz="1200" dirty="0"/>
              <a:t>, </a:t>
            </a:r>
            <a:r>
              <a:rPr lang="es-ES" sz="1200" dirty="0" err="1"/>
              <a:t>always</a:t>
            </a:r>
            <a:r>
              <a:rPr lang="es-ES" sz="1200" dirty="0"/>
              <a:t> </a:t>
            </a:r>
            <a:r>
              <a:rPr lang="es-ES" sz="1200" dirty="0" err="1"/>
              <a:t>include</a:t>
            </a:r>
            <a:r>
              <a:rPr lang="es-ES" sz="1200" dirty="0"/>
              <a:t>: Draft </a:t>
            </a:r>
            <a:r>
              <a:rPr lang="es-ES" sz="1200" dirty="0" err="1"/>
              <a:t>deadline</a:t>
            </a:r>
            <a:r>
              <a:rPr lang="es-ES" sz="1200" dirty="0"/>
              <a:t>; Final </a:t>
            </a:r>
            <a:r>
              <a:rPr lang="es-ES" sz="1200" dirty="0" err="1"/>
              <a:t>deadline</a:t>
            </a:r>
            <a:r>
              <a:rPr lang="es-ES" sz="1200" dirty="0"/>
              <a:t>; Email </a:t>
            </a:r>
            <a:r>
              <a:rPr lang="es-ES" sz="1200" dirty="0" err="1"/>
              <a:t>subject</a:t>
            </a:r>
            <a:r>
              <a:rPr lang="es-ES" sz="1200" dirty="0"/>
              <a:t> </a:t>
            </a:r>
          </a:p>
          <a:p>
            <a:r>
              <a:rPr lang="es-ES" sz="1200" dirty="0" err="1"/>
              <a:t>Adding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email </a:t>
            </a:r>
            <a:r>
              <a:rPr lang="es-ES" sz="1200" dirty="0" err="1"/>
              <a:t>subject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especially</a:t>
            </a:r>
            <a:r>
              <a:rPr lang="es-ES" sz="1200" dirty="0"/>
              <a:t> </a:t>
            </a:r>
            <a:r>
              <a:rPr lang="es-ES" sz="1200" dirty="0" err="1"/>
              <a:t>important</a:t>
            </a:r>
            <a:r>
              <a:rPr lang="es-ES" sz="1200" dirty="0"/>
              <a:t>, as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makes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easier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find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original </a:t>
            </a:r>
            <a:r>
              <a:rPr lang="es-ES" sz="1200" dirty="0" err="1"/>
              <a:t>request</a:t>
            </a:r>
            <a:r>
              <a:rPr lang="es-ES" sz="1200" dirty="0"/>
              <a:t>, </a:t>
            </a:r>
            <a:r>
              <a:rPr lang="es-ES" sz="1200" dirty="0" err="1"/>
              <a:t>brief</a:t>
            </a:r>
            <a:r>
              <a:rPr lang="es-ES" sz="1200" dirty="0"/>
              <a:t>, and </a:t>
            </a:r>
            <a:r>
              <a:rPr lang="es-ES" sz="1200" dirty="0" err="1"/>
              <a:t>previous</a:t>
            </a:r>
            <a:r>
              <a:rPr lang="es-ES" sz="1200" dirty="0"/>
              <a:t> </a:t>
            </a:r>
            <a:r>
              <a:rPr lang="es-ES" sz="1200" dirty="0" err="1"/>
              <a:t>conversations</a:t>
            </a:r>
            <a:r>
              <a:rPr lang="es-ES" sz="1200" dirty="0"/>
              <a:t> </a:t>
            </a:r>
            <a:r>
              <a:rPr lang="es-ES" sz="1200" dirty="0" err="1"/>
              <a:t>when</a:t>
            </a:r>
            <a:r>
              <a:rPr lang="es-ES" sz="1200" dirty="0"/>
              <a:t> </a:t>
            </a:r>
            <a:r>
              <a:rPr lang="es-ES" sz="1200" dirty="0" err="1"/>
              <a:t>reviewing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later</a:t>
            </a:r>
            <a:r>
              <a:rPr lang="es-ES" sz="1200" dirty="0"/>
              <a:t>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982B810-EBBA-F0E6-3A1C-A611B0CE423C}"/>
              </a:ext>
            </a:extLst>
          </p:cNvPr>
          <p:cNvGrpSpPr/>
          <p:nvPr/>
        </p:nvGrpSpPr>
        <p:grpSpPr>
          <a:xfrm>
            <a:off x="1326621" y="733837"/>
            <a:ext cx="6553759" cy="5549188"/>
            <a:chOff x="1898848" y="0"/>
            <a:chExt cx="6015917" cy="5093787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8EBC798-E36B-1ADA-FABA-6B6C9CB6A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246"/>
            <a:stretch>
              <a:fillRect/>
            </a:stretch>
          </p:blipFill>
          <p:spPr>
            <a:xfrm>
              <a:off x="1898848" y="3926294"/>
              <a:ext cx="6015917" cy="1167493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5F957502-E131-BD0E-7CED-3F8A2F5F7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455"/>
            <a:stretch>
              <a:fillRect/>
            </a:stretch>
          </p:blipFill>
          <p:spPr>
            <a:xfrm>
              <a:off x="1898848" y="0"/>
              <a:ext cx="6015917" cy="4253593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92B78BD6-E698-4F96-06E3-6D0BF2ABF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8848" y="4253593"/>
              <a:ext cx="4077409" cy="840194"/>
            </a:xfrm>
            <a:prstGeom prst="rect">
              <a:avLst/>
            </a:prstGeom>
          </p:spPr>
        </p:pic>
      </p:grp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3F1A2E9B-6942-B6B8-11C6-561F4364C1CD}"/>
              </a:ext>
            </a:extLst>
          </p:cNvPr>
          <p:cNvSpPr/>
          <p:nvPr/>
        </p:nvSpPr>
        <p:spPr>
          <a:xfrm>
            <a:off x="1326622" y="4496602"/>
            <a:ext cx="2896160" cy="621435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EDE5429D-DF5B-2DB0-9A6C-52830616E23A}"/>
              </a:ext>
            </a:extLst>
          </p:cNvPr>
          <p:cNvSpPr/>
          <p:nvPr/>
        </p:nvSpPr>
        <p:spPr>
          <a:xfrm>
            <a:off x="8033658" y="4324403"/>
            <a:ext cx="3886200" cy="1942470"/>
          </a:xfrm>
          <a:prstGeom prst="roundRect">
            <a:avLst>
              <a:gd name="adj" fmla="val 52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Chat</a:t>
            </a:r>
          </a:p>
          <a:p>
            <a:r>
              <a:rPr lang="es-ES" sz="1200" dirty="0"/>
              <a:t>The chat </a:t>
            </a:r>
            <a:r>
              <a:rPr lang="es-ES" sz="1200" dirty="0" err="1"/>
              <a:t>section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not</a:t>
            </a:r>
            <a:r>
              <a:rPr lang="es-ES" sz="1200" dirty="0"/>
              <a:t> </a:t>
            </a:r>
            <a:r>
              <a:rPr lang="es-ES" sz="1200" dirty="0" err="1"/>
              <a:t>frequently</a:t>
            </a:r>
            <a:r>
              <a:rPr lang="es-ES" sz="1200" dirty="0"/>
              <a:t> </a:t>
            </a:r>
            <a:r>
              <a:rPr lang="es-ES" sz="1200" dirty="0" err="1"/>
              <a:t>used</a:t>
            </a:r>
            <a:r>
              <a:rPr lang="es-ES" sz="1200" dirty="0"/>
              <a:t>, </a:t>
            </a:r>
            <a:r>
              <a:rPr lang="es-ES" sz="1200" dirty="0" err="1"/>
              <a:t>but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can be </a:t>
            </a:r>
            <a:r>
              <a:rPr lang="es-ES" sz="1200" dirty="0" err="1"/>
              <a:t>helpful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quick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updates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status notes, </a:t>
            </a:r>
            <a:r>
              <a:rPr lang="es-ES" sz="1200" dirty="0" err="1"/>
              <a:t>such</a:t>
            </a:r>
            <a:r>
              <a:rPr lang="es-ES" sz="1200" dirty="0"/>
              <a:t> as:</a:t>
            </a:r>
          </a:p>
          <a:p>
            <a:r>
              <a:rPr lang="es-ES" sz="1200" dirty="0"/>
              <a:t>“</a:t>
            </a:r>
            <a:r>
              <a:rPr lang="es-ES" sz="1200" dirty="0" err="1"/>
              <a:t>Waiting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translation</a:t>
            </a:r>
            <a:r>
              <a:rPr lang="es-ES" sz="1200" dirty="0"/>
              <a:t>” </a:t>
            </a:r>
          </a:p>
          <a:p>
            <a:r>
              <a:rPr lang="es-ES" sz="1200" dirty="0"/>
              <a:t>“</a:t>
            </a:r>
            <a:r>
              <a:rPr lang="es-ES" sz="1200" dirty="0" err="1"/>
              <a:t>InCopy</a:t>
            </a:r>
            <a:r>
              <a:rPr lang="es-ES" sz="1200" dirty="0"/>
              <a:t> </a:t>
            </a:r>
            <a:r>
              <a:rPr lang="es-ES" sz="1200" dirty="0" err="1"/>
              <a:t>setup</a:t>
            </a:r>
            <a:r>
              <a:rPr lang="es-ES" sz="1200" dirty="0"/>
              <a:t> </a:t>
            </a:r>
            <a:r>
              <a:rPr lang="es-ES" sz="1200" dirty="0" err="1"/>
              <a:t>completed</a:t>
            </a:r>
            <a:r>
              <a:rPr lang="es-ES" sz="1200" dirty="0"/>
              <a:t>” </a:t>
            </a:r>
          </a:p>
          <a:p>
            <a:r>
              <a:rPr lang="es-ES" sz="1200" dirty="0"/>
              <a:t>“</a:t>
            </a:r>
            <a:r>
              <a:rPr lang="es-ES" sz="1200" dirty="0" err="1"/>
              <a:t>Feedback</a:t>
            </a:r>
            <a:r>
              <a:rPr lang="es-ES" sz="1200" dirty="0"/>
              <a:t> </a:t>
            </a:r>
            <a:r>
              <a:rPr lang="es-ES" sz="1200" dirty="0" err="1"/>
              <a:t>received</a:t>
            </a:r>
            <a:r>
              <a:rPr lang="es-ES" sz="1200" dirty="0"/>
              <a:t> </a:t>
            </a:r>
            <a:r>
              <a:rPr lang="es-ES" sz="1200" dirty="0" err="1"/>
              <a:t>from</a:t>
            </a:r>
            <a:r>
              <a:rPr lang="es-ES" sz="1200" dirty="0"/>
              <a:t> </a:t>
            </a:r>
            <a:r>
              <a:rPr lang="es-ES" sz="1200" dirty="0" err="1"/>
              <a:t>market</a:t>
            </a:r>
            <a:r>
              <a:rPr lang="es-ES" sz="1200" dirty="0"/>
              <a:t>” </a:t>
            </a:r>
          </a:p>
          <a:p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provides</a:t>
            </a:r>
            <a:r>
              <a:rPr lang="es-ES" sz="1200" dirty="0"/>
              <a:t> a simple </a:t>
            </a:r>
            <a:r>
              <a:rPr lang="es-ES" sz="1200" dirty="0" err="1"/>
              <a:t>way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keep</a:t>
            </a:r>
            <a:r>
              <a:rPr lang="es-ES" sz="1200" dirty="0"/>
              <a:t> </a:t>
            </a:r>
            <a:r>
              <a:rPr lang="es-ES" sz="1200" dirty="0" err="1"/>
              <a:t>track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small</a:t>
            </a:r>
            <a:r>
              <a:rPr lang="es-ES" sz="1200" dirty="0"/>
              <a:t> </a:t>
            </a:r>
            <a:r>
              <a:rPr lang="es-ES" sz="1200" dirty="0" err="1"/>
              <a:t>updates</a:t>
            </a:r>
            <a:r>
              <a:rPr lang="es-ES" sz="1200" dirty="0"/>
              <a:t> </a:t>
            </a:r>
            <a:r>
              <a:rPr lang="es-ES" sz="1200" dirty="0" err="1"/>
              <a:t>without</a:t>
            </a:r>
            <a:r>
              <a:rPr lang="es-ES" sz="1200" dirty="0"/>
              <a:t> </a:t>
            </a:r>
            <a:r>
              <a:rPr lang="es-ES" sz="1200" dirty="0" err="1"/>
              <a:t>changing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main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 </a:t>
            </a:r>
            <a:r>
              <a:rPr lang="es-ES" sz="1200" dirty="0" err="1"/>
              <a:t>information</a:t>
            </a:r>
            <a:r>
              <a:rPr lang="es-ES" sz="1200" dirty="0"/>
              <a:t>.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B85404AB-AABC-DE0C-FCE5-AEA9F4B98DF0}"/>
              </a:ext>
            </a:extLst>
          </p:cNvPr>
          <p:cNvSpPr/>
          <p:nvPr/>
        </p:nvSpPr>
        <p:spPr>
          <a:xfrm>
            <a:off x="1326619" y="5367715"/>
            <a:ext cx="4363887" cy="899158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967669C2-7342-C135-D84A-5F733F18BA7F}"/>
              </a:ext>
            </a:extLst>
          </p:cNvPr>
          <p:cNvSpPr/>
          <p:nvPr/>
        </p:nvSpPr>
        <p:spPr>
          <a:xfrm>
            <a:off x="5851715" y="1244604"/>
            <a:ext cx="2028666" cy="899158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4994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