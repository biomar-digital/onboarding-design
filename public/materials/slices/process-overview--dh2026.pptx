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38"/>
  </p:notesMasterIdLst>
  <p:sldIdLst>
    <p:sldId id="257" r:id="rId6"/>
    <p:sldId id="258" r:id="rId7"/>
    <p:sldId id="265" r:id="rId19"/>
    <p:sldId id="406" r:id="rId20"/>
    <p:sldId id="403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E0B5646-00BE-C953-136A-4A16A52A7B0C}" name="Olivia Andrews" initials="OA" userId="S::extolian@biomar.com::be0d2687-7eb5-44fa-81df-ace396f8103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41DF86-584D-4F5B-B54F-D15D8BCC380A}" v="118" dt="2026-04-15T11:59:10.2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40" Type="http://schemas.openxmlformats.org/officeDocument/2006/relationships/viewProps" Target="viewProps.xml"/><Relationship Id="rId45" Type="http://schemas.microsoft.com/office/2018/10/relationships/authors" Target="authors.xml"/><Relationship Id="rId19" Type="http://schemas.openxmlformats.org/officeDocument/2006/relationships/slide" Target="slides/slide15.xml"/><Relationship Id="rId44" Type="http://schemas.microsoft.com/office/2015/10/relationships/revisionInfo" Target="revisionInfo.xml"/><Relationship Id="rId4" Type="http://schemas.openxmlformats.org/officeDocument/2006/relationships/slideMaster" Target="slideMasters/slideMaster1.xml"/><Relationship Id="rId4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38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sign Hub" userId="02111a05-f43e-4d23-bab7-3dd7ecd6715a" providerId="ADAL" clId="{BCD2818F-01C6-4AA5-A3AE-DDBFA260FF8C}"/>
    <pc:docChg chg="undo custSel addSld delSld modSld">
      <pc:chgData name="Design Hub" userId="02111a05-f43e-4d23-bab7-3dd7ecd6715a" providerId="ADAL" clId="{BCD2818F-01C6-4AA5-A3AE-DDBFA260FF8C}" dt="2026-04-06T20:38:37.243" v="599" actId="20577"/>
      <pc:docMkLst>
        <pc:docMk/>
      </pc:docMkLst>
      <pc:sldChg chg="modSp mod">
        <pc:chgData name="Design Hub" userId="02111a05-f43e-4d23-bab7-3dd7ecd6715a" providerId="ADAL" clId="{BCD2818F-01C6-4AA5-A3AE-DDBFA260FF8C}" dt="2026-04-06T20:38:37.243" v="599" actId="20577"/>
        <pc:sldMkLst>
          <pc:docMk/>
          <pc:sldMk cId="1667492400" sldId="257"/>
        </pc:sldMkLst>
        <pc:spChg chg="mod">
          <ac:chgData name="Design Hub" userId="02111a05-f43e-4d23-bab7-3dd7ecd6715a" providerId="ADAL" clId="{BCD2818F-01C6-4AA5-A3AE-DDBFA260FF8C}" dt="2026-04-06T20:38:37.243" v="599" actId="20577"/>
          <ac:spMkLst>
            <pc:docMk/>
            <pc:sldMk cId="1667492400" sldId="257"/>
            <ac:spMk id="3" creationId="{37643261-489B-E007-7E74-62399DEC0BBC}"/>
          </ac:spMkLst>
        </pc:spChg>
      </pc:sldChg>
      <pc:sldChg chg="delSp modSp mod">
        <pc:chgData name="Design Hub" userId="02111a05-f43e-4d23-bab7-3dd7ecd6715a" providerId="ADAL" clId="{BCD2818F-01C6-4AA5-A3AE-DDBFA260FF8C}" dt="2026-04-06T20:26:59.929" v="276" actId="478"/>
        <pc:sldMkLst>
          <pc:docMk/>
          <pc:sldMk cId="2719258263" sldId="259"/>
        </pc:sldMkLst>
        <pc:spChg chg="mod">
          <ac:chgData name="Design Hub" userId="02111a05-f43e-4d23-bab7-3dd7ecd6715a" providerId="ADAL" clId="{BCD2818F-01C6-4AA5-A3AE-DDBFA260FF8C}" dt="2026-04-06T20:26:44.952" v="258" actId="20577"/>
          <ac:spMkLst>
            <pc:docMk/>
            <pc:sldMk cId="2719258263" sldId="259"/>
            <ac:spMk id="31" creationId="{9E612B99-3982-EB7F-1598-9D3F867CE31C}"/>
          </ac:spMkLst>
        </pc:spChg>
        <pc:spChg chg="mod">
          <ac:chgData name="Design Hub" userId="02111a05-f43e-4d23-bab7-3dd7ecd6715a" providerId="ADAL" clId="{BCD2818F-01C6-4AA5-A3AE-DDBFA260FF8C}" dt="2026-04-06T20:26:50.321" v="259"/>
          <ac:spMkLst>
            <pc:docMk/>
            <pc:sldMk cId="2719258263" sldId="259"/>
            <ac:spMk id="32" creationId="{283429EB-4AA6-7BE8-92FE-D4C2D16242AF}"/>
          </ac:spMkLst>
        </pc:spChg>
        <pc:spChg chg="mod">
          <ac:chgData name="Design Hub" userId="02111a05-f43e-4d23-bab7-3dd7ecd6715a" providerId="ADAL" clId="{BCD2818F-01C6-4AA5-A3AE-DDBFA260FF8C}" dt="2026-04-06T20:26:57.360" v="275" actId="20577"/>
          <ac:spMkLst>
            <pc:docMk/>
            <pc:sldMk cId="2719258263" sldId="259"/>
            <ac:spMk id="33" creationId="{4D22CA18-8456-164C-1C5F-8ED02EEBF190}"/>
          </ac:spMkLst>
        </pc:spChg>
        <pc:picChg chg="del">
          <ac:chgData name="Design Hub" userId="02111a05-f43e-4d23-bab7-3dd7ecd6715a" providerId="ADAL" clId="{BCD2818F-01C6-4AA5-A3AE-DDBFA260FF8C}" dt="2026-04-06T20:26:59.929" v="276" actId="478"/>
          <ac:picMkLst>
            <pc:docMk/>
            <pc:sldMk cId="2719258263" sldId="259"/>
            <ac:picMk id="1026" creationId="{4FB5FF34-F247-C763-21A4-EB42701B402D}"/>
          </ac:picMkLst>
        </pc:picChg>
      </pc:sldChg>
      <pc:sldChg chg="modSp mod">
        <pc:chgData name="Design Hub" userId="02111a05-f43e-4d23-bab7-3dd7ecd6715a" providerId="ADAL" clId="{BCD2818F-01C6-4AA5-A3AE-DDBFA260FF8C}" dt="2026-04-06T20:15:34.513" v="82" actId="20577"/>
        <pc:sldMkLst>
          <pc:docMk/>
          <pc:sldMk cId="4198694973" sldId="261"/>
        </pc:sldMkLst>
        <pc:spChg chg="mod">
          <ac:chgData name="Design Hub" userId="02111a05-f43e-4d23-bab7-3dd7ecd6715a" providerId="ADAL" clId="{BCD2818F-01C6-4AA5-A3AE-DDBFA260FF8C}" dt="2026-04-06T20:15:34.513" v="82" actId="20577"/>
          <ac:spMkLst>
            <pc:docMk/>
            <pc:sldMk cId="4198694973" sldId="261"/>
            <ac:spMk id="6" creationId="{FFA44B73-5A1F-6044-B274-A1EAAEE3E0B9}"/>
          </ac:spMkLst>
        </pc:spChg>
      </pc:sldChg>
      <pc:sldChg chg="delSp modSp mod">
        <pc:chgData name="Design Hub" userId="02111a05-f43e-4d23-bab7-3dd7ecd6715a" providerId="ADAL" clId="{BCD2818F-01C6-4AA5-A3AE-DDBFA260FF8C}" dt="2026-04-06T20:32:29.112" v="563" actId="20577"/>
        <pc:sldMkLst>
          <pc:docMk/>
          <pc:sldMk cId="3912356744" sldId="378"/>
        </pc:sldMkLst>
        <pc:spChg chg="mod">
          <ac:chgData name="Design Hub" userId="02111a05-f43e-4d23-bab7-3dd7ecd6715a" providerId="ADAL" clId="{BCD2818F-01C6-4AA5-A3AE-DDBFA260FF8C}" dt="2026-04-06T20:32:16.940" v="561" actId="1076"/>
          <ac:spMkLst>
            <pc:docMk/>
            <pc:sldMk cId="3912356744" sldId="378"/>
            <ac:spMk id="10" creationId="{762D949E-626B-4135-9549-719C58FF7749}"/>
          </ac:spMkLst>
        </pc:spChg>
        <pc:spChg chg="mod">
          <ac:chgData name="Design Hub" userId="02111a05-f43e-4d23-bab7-3dd7ecd6715a" providerId="ADAL" clId="{BCD2818F-01C6-4AA5-A3AE-DDBFA260FF8C}" dt="2026-04-06T20:32:13.230" v="560" actId="1076"/>
          <ac:spMkLst>
            <pc:docMk/>
            <pc:sldMk cId="3912356744" sldId="378"/>
            <ac:spMk id="14" creationId="{3070E389-1D7A-4EA5-97B4-9642C213F6AF}"/>
          </ac:spMkLst>
        </pc:spChg>
        <pc:spChg chg="del">
          <ac:chgData name="Design Hub" userId="02111a05-f43e-4d23-bab7-3dd7ecd6715a" providerId="ADAL" clId="{BCD2818F-01C6-4AA5-A3AE-DDBFA260FF8C}" dt="2026-04-06T20:32:01.625" v="554" actId="478"/>
          <ac:spMkLst>
            <pc:docMk/>
            <pc:sldMk cId="3912356744" sldId="378"/>
            <ac:spMk id="18" creationId="{EB28C6D2-8EC2-4015-ADB2-986898E56318}"/>
          </ac:spMkLst>
        </pc:spChg>
        <pc:spChg chg="mod">
          <ac:chgData name="Design Hub" userId="02111a05-f43e-4d23-bab7-3dd7ecd6715a" providerId="ADAL" clId="{BCD2818F-01C6-4AA5-A3AE-DDBFA260FF8C}" dt="2026-04-06T20:32:29.112" v="563" actId="20577"/>
          <ac:spMkLst>
            <pc:docMk/>
            <pc:sldMk cId="3912356744" sldId="378"/>
            <ac:spMk id="21" creationId="{BEA56E79-A443-41C8-AC0F-5FC0C935ECF0}"/>
          </ac:spMkLst>
        </pc:spChg>
        <pc:picChg chg="mod">
          <ac:chgData name="Design Hub" userId="02111a05-f43e-4d23-bab7-3dd7ecd6715a" providerId="ADAL" clId="{BCD2818F-01C6-4AA5-A3AE-DDBFA260FF8C}" dt="2026-04-06T20:32:16.940" v="561" actId="1076"/>
          <ac:picMkLst>
            <pc:docMk/>
            <pc:sldMk cId="3912356744" sldId="378"/>
            <ac:picMk id="13" creationId="{87A5855A-036C-B272-0A16-5D108C2BC54D}"/>
          </ac:picMkLst>
        </pc:picChg>
        <pc:picChg chg="del">
          <ac:chgData name="Design Hub" userId="02111a05-f43e-4d23-bab7-3dd7ecd6715a" providerId="ADAL" clId="{BCD2818F-01C6-4AA5-A3AE-DDBFA260FF8C}" dt="2026-04-06T20:32:01.625" v="554" actId="478"/>
          <ac:picMkLst>
            <pc:docMk/>
            <pc:sldMk cId="3912356744" sldId="378"/>
            <ac:picMk id="16" creationId="{D05109C7-3150-36BE-FC8A-1F2DC0AE3CDC}"/>
          </ac:picMkLst>
        </pc:picChg>
        <pc:picChg chg="mod">
          <ac:chgData name="Design Hub" userId="02111a05-f43e-4d23-bab7-3dd7ecd6715a" providerId="ADAL" clId="{BCD2818F-01C6-4AA5-A3AE-DDBFA260FF8C}" dt="2026-04-06T20:32:13.230" v="560" actId="1076"/>
          <ac:picMkLst>
            <pc:docMk/>
            <pc:sldMk cId="3912356744" sldId="378"/>
            <ac:picMk id="58" creationId="{B920CC88-06E8-4E9B-A6EB-A1C332F71CF3}"/>
          </ac:picMkLst>
        </pc:picChg>
      </pc:sldChg>
      <pc:sldChg chg="modSp mod">
        <pc:chgData name="Design Hub" userId="02111a05-f43e-4d23-bab7-3dd7ecd6715a" providerId="ADAL" clId="{BCD2818F-01C6-4AA5-A3AE-DDBFA260FF8C}" dt="2026-04-06T20:30:59.759" v="524" actId="20577"/>
        <pc:sldMkLst>
          <pc:docMk/>
          <pc:sldMk cId="3903999285" sldId="380"/>
        </pc:sldMkLst>
        <pc:graphicFrameChg chg="modGraphic">
          <ac:chgData name="Design Hub" userId="02111a05-f43e-4d23-bab7-3dd7ecd6715a" providerId="ADAL" clId="{BCD2818F-01C6-4AA5-A3AE-DDBFA260FF8C}" dt="2026-04-06T20:30:59.759" v="524" actId="20577"/>
          <ac:graphicFrameMkLst>
            <pc:docMk/>
            <pc:sldMk cId="3903999285" sldId="380"/>
            <ac:graphicFrameMk id="12" creationId="{5D36DDF6-0E0D-2D34-6FBB-4E444F4ACB1F}"/>
          </ac:graphicFrameMkLst>
        </pc:graphicFrameChg>
      </pc:sldChg>
      <pc:sldChg chg="addSp delSp modSp add del mod">
        <pc:chgData name="Design Hub" userId="02111a05-f43e-4d23-bab7-3dd7ecd6715a" providerId="ADAL" clId="{BCD2818F-01C6-4AA5-A3AE-DDBFA260FF8C}" dt="2026-04-06T20:30:21.561" v="519" actId="20577"/>
        <pc:sldMkLst>
          <pc:docMk/>
          <pc:sldMk cId="2672140074" sldId="386"/>
        </pc:sldMkLst>
        <pc:spChg chg="add mod">
          <ac:chgData name="Design Hub" userId="02111a05-f43e-4d23-bab7-3dd7ecd6715a" providerId="ADAL" clId="{BCD2818F-01C6-4AA5-A3AE-DDBFA260FF8C}" dt="2026-04-06T20:30:21.561" v="519" actId="20577"/>
          <ac:spMkLst>
            <pc:docMk/>
            <pc:sldMk cId="2672140074" sldId="386"/>
            <ac:spMk id="2" creationId="{B31BCEF4-94AF-A489-B0A1-CFCE84951CC0}"/>
          </ac:spMkLst>
        </pc:spChg>
        <pc:spChg chg="mod">
          <ac:chgData name="Design Hub" userId="02111a05-f43e-4d23-bab7-3dd7ecd6715a" providerId="ADAL" clId="{BCD2818F-01C6-4AA5-A3AE-DDBFA260FF8C}" dt="2026-04-06T20:29:19.447" v="463" actId="20577"/>
          <ac:spMkLst>
            <pc:docMk/>
            <pc:sldMk cId="2672140074" sldId="386"/>
            <ac:spMk id="3" creationId="{EC35FBDD-775D-1381-97F6-647476302B86}"/>
          </ac:spMkLst>
        </pc:spChg>
        <pc:spChg chg="del">
          <ac:chgData name="Design Hub" userId="02111a05-f43e-4d23-bab7-3dd7ecd6715a" providerId="ADAL" clId="{BCD2818F-01C6-4AA5-A3AE-DDBFA260FF8C}" dt="2026-04-06T20:27:11.666" v="279" actId="478"/>
          <ac:spMkLst>
            <pc:docMk/>
            <pc:sldMk cId="2672140074" sldId="386"/>
            <ac:spMk id="14" creationId="{BD98328E-3987-AFE7-2292-FAE38CF856D5}"/>
          </ac:spMkLst>
        </pc:spChg>
      </pc:sldChg>
      <pc:sldChg chg="delSp modSp mod">
        <pc:chgData name="Design Hub" userId="02111a05-f43e-4d23-bab7-3dd7ecd6715a" providerId="ADAL" clId="{BCD2818F-01C6-4AA5-A3AE-DDBFA260FF8C}" dt="2026-04-06T20:26:27.484" v="238" actId="20577"/>
        <pc:sldMkLst>
          <pc:docMk/>
          <pc:sldMk cId="2061668201" sldId="388"/>
        </pc:sldMkLst>
        <pc:spChg chg="mod">
          <ac:chgData name="Design Hub" userId="02111a05-f43e-4d23-bab7-3dd7ecd6715a" providerId="ADAL" clId="{BCD2818F-01C6-4AA5-A3AE-DDBFA260FF8C}" dt="2026-04-06T20:26:27.484" v="238" actId="20577"/>
          <ac:spMkLst>
            <pc:docMk/>
            <pc:sldMk cId="2061668201" sldId="388"/>
            <ac:spMk id="2" creationId="{5E7C967E-78AE-BA16-1036-73D552B2D76D}"/>
          </ac:spMkLst>
        </pc:spChg>
        <pc:picChg chg="del">
          <ac:chgData name="Design Hub" userId="02111a05-f43e-4d23-bab7-3dd7ecd6715a" providerId="ADAL" clId="{BCD2818F-01C6-4AA5-A3AE-DDBFA260FF8C}" dt="2026-04-06T20:26:14.472" v="236" actId="478"/>
          <ac:picMkLst>
            <pc:docMk/>
            <pc:sldMk cId="2061668201" sldId="388"/>
            <ac:picMk id="6" creationId="{CA328E73-F1A2-8166-AF69-4F045970F8A6}"/>
          </ac:picMkLst>
        </pc:picChg>
        <pc:picChg chg="mod">
          <ac:chgData name="Design Hub" userId="02111a05-f43e-4d23-bab7-3dd7ecd6715a" providerId="ADAL" clId="{BCD2818F-01C6-4AA5-A3AE-DDBFA260FF8C}" dt="2026-04-06T20:26:17.159" v="237" actId="1076"/>
          <ac:picMkLst>
            <pc:docMk/>
            <pc:sldMk cId="2061668201" sldId="388"/>
            <ac:picMk id="12" creationId="{1052C399-25C2-7DBF-3549-3724E5AA1210}"/>
          </ac:picMkLst>
        </pc:picChg>
      </pc:sldChg>
      <pc:sldChg chg="addAnim delAnim">
        <pc:chgData name="Design Hub" userId="02111a05-f43e-4d23-bab7-3dd7ecd6715a" providerId="ADAL" clId="{BCD2818F-01C6-4AA5-A3AE-DDBFA260FF8C}" dt="2026-04-06T20:25:29.326" v="235"/>
        <pc:sldMkLst>
          <pc:docMk/>
          <pc:sldMk cId="36761979" sldId="395"/>
        </pc:sldMkLst>
      </pc:sldChg>
      <pc:sldChg chg="delSp modSp mod">
        <pc:chgData name="Design Hub" userId="02111a05-f43e-4d23-bab7-3dd7ecd6715a" providerId="ADAL" clId="{BCD2818F-01C6-4AA5-A3AE-DDBFA260FF8C}" dt="2026-04-06T20:31:40.418" v="553" actId="20577"/>
        <pc:sldMkLst>
          <pc:docMk/>
          <pc:sldMk cId="2095654347" sldId="397"/>
        </pc:sldMkLst>
        <pc:spChg chg="del">
          <ac:chgData name="Design Hub" userId="02111a05-f43e-4d23-bab7-3dd7ecd6715a" providerId="ADAL" clId="{BCD2818F-01C6-4AA5-A3AE-DDBFA260FF8C}" dt="2026-04-06T20:31:20.128" v="527" actId="478"/>
          <ac:spMkLst>
            <pc:docMk/>
            <pc:sldMk cId="2095654347" sldId="397"/>
            <ac:spMk id="24" creationId="{61BCC4CA-D17F-DE82-BA03-9E6F2ABCBAF1}"/>
          </ac:spMkLst>
        </pc:spChg>
        <pc:spChg chg="mod">
          <ac:chgData name="Design Hub" userId="02111a05-f43e-4d23-bab7-3dd7ecd6715a" providerId="ADAL" clId="{BCD2818F-01C6-4AA5-A3AE-DDBFA260FF8C}" dt="2026-04-06T20:31:40.418" v="553" actId="20577"/>
          <ac:spMkLst>
            <pc:docMk/>
            <pc:sldMk cId="2095654347" sldId="397"/>
            <ac:spMk id="25" creationId="{89D97960-7A62-A486-C786-9CE6BDE69B69}"/>
          </ac:spMkLst>
        </pc:spChg>
        <pc:spChg chg="mod">
          <ac:chgData name="Design Hub" userId="02111a05-f43e-4d23-bab7-3dd7ecd6715a" providerId="ADAL" clId="{BCD2818F-01C6-4AA5-A3AE-DDBFA260FF8C}" dt="2026-04-06T20:31:30.621" v="529" actId="1076"/>
          <ac:spMkLst>
            <pc:docMk/>
            <pc:sldMk cId="2095654347" sldId="397"/>
            <ac:spMk id="26" creationId="{6146D230-DDD8-AE33-B5F6-D21051FDEFB6}"/>
          </ac:spMkLst>
        </pc:spChg>
      </pc:sldChg>
      <pc:sldChg chg="addSp modSp mod">
        <pc:chgData name="Design Hub" userId="02111a05-f43e-4d23-bab7-3dd7ecd6715a" providerId="ADAL" clId="{BCD2818F-01C6-4AA5-A3AE-DDBFA260FF8C}" dt="2026-04-06T20:34:35.682" v="598" actId="20577"/>
        <pc:sldMkLst>
          <pc:docMk/>
          <pc:sldMk cId="3902199121" sldId="401"/>
        </pc:sldMkLst>
        <pc:spChg chg="add mod">
          <ac:chgData name="Design Hub" userId="02111a05-f43e-4d23-bab7-3dd7ecd6715a" providerId="ADAL" clId="{BCD2818F-01C6-4AA5-A3AE-DDBFA260FF8C}" dt="2026-04-06T20:34:35.682" v="598" actId="20577"/>
          <ac:spMkLst>
            <pc:docMk/>
            <pc:sldMk cId="3902199121" sldId="401"/>
            <ac:spMk id="3" creationId="{23351575-F2E3-C80D-D08E-A027B3A2D06C}"/>
          </ac:spMkLst>
        </pc:spChg>
        <pc:spChg chg="mod">
          <ac:chgData name="Design Hub" userId="02111a05-f43e-4d23-bab7-3dd7ecd6715a" providerId="ADAL" clId="{BCD2818F-01C6-4AA5-A3AE-DDBFA260FF8C}" dt="2026-04-06T20:33:50.325" v="582" actId="14100"/>
          <ac:spMkLst>
            <pc:docMk/>
            <pc:sldMk cId="3902199121" sldId="401"/>
            <ac:spMk id="13" creationId="{CF52CD30-6C5E-83AE-CD71-E72243F0F9BD}"/>
          </ac:spMkLst>
        </pc:spChg>
      </pc:sldChg>
      <pc:sldChg chg="addSp delSp modSp mod">
        <pc:chgData name="Design Hub" userId="02111a05-f43e-4d23-bab7-3dd7ecd6715a" providerId="ADAL" clId="{BCD2818F-01C6-4AA5-A3AE-DDBFA260FF8C}" dt="2026-04-06T20:33:18.919" v="567" actId="14100"/>
        <pc:sldMkLst>
          <pc:docMk/>
          <pc:sldMk cId="1104790238" sldId="404"/>
        </pc:sldMkLst>
        <pc:spChg chg="add mod">
          <ac:chgData name="Design Hub" userId="02111a05-f43e-4d23-bab7-3dd7ecd6715a" providerId="ADAL" clId="{BCD2818F-01C6-4AA5-A3AE-DDBFA260FF8C}" dt="2026-04-06T20:32:55.162" v="564" actId="478"/>
          <ac:spMkLst>
            <pc:docMk/>
            <pc:sldMk cId="1104790238" sldId="404"/>
            <ac:spMk id="3" creationId="{A7731BE1-87C2-A471-8263-AA8B0C815455}"/>
          </ac:spMkLst>
        </pc:spChg>
        <pc:picChg chg="add mod">
          <ac:chgData name="Design Hub" userId="02111a05-f43e-4d23-bab7-3dd7ecd6715a" providerId="ADAL" clId="{BCD2818F-01C6-4AA5-A3AE-DDBFA260FF8C}" dt="2026-04-06T20:33:18.919" v="567" actId="14100"/>
          <ac:picMkLst>
            <pc:docMk/>
            <pc:sldMk cId="1104790238" sldId="404"/>
            <ac:picMk id="5" creationId="{34D8E8C9-1E0F-B78D-29CD-061FAA928146}"/>
          </ac:picMkLst>
        </pc:picChg>
        <pc:picChg chg="del">
          <ac:chgData name="Design Hub" userId="02111a05-f43e-4d23-bab7-3dd7ecd6715a" providerId="ADAL" clId="{BCD2818F-01C6-4AA5-A3AE-DDBFA260FF8C}" dt="2026-04-06T20:32:55.162" v="564" actId="478"/>
          <ac:picMkLst>
            <pc:docMk/>
            <pc:sldMk cId="1104790238" sldId="404"/>
            <ac:picMk id="12" creationId="{D575C249-DE13-13EA-4731-1A094C490A20}"/>
          </ac:picMkLst>
        </pc:picChg>
      </pc:sldChg>
      <pc:sldChg chg="add del">
        <pc:chgData name="Design Hub" userId="02111a05-f43e-4d23-bab7-3dd7ecd6715a" providerId="ADAL" clId="{BCD2818F-01C6-4AA5-A3AE-DDBFA260FF8C}" dt="2026-04-06T20:16:59.657" v="84"/>
        <pc:sldMkLst>
          <pc:docMk/>
          <pc:sldMk cId="1625005158" sldId="407"/>
        </pc:sldMkLst>
      </pc:sldChg>
      <pc:sldChg chg="addSp delSp modSp new del mod modClrScheme chgLayout">
        <pc:chgData name="Design Hub" userId="02111a05-f43e-4d23-bab7-3dd7ecd6715a" providerId="ADAL" clId="{BCD2818F-01C6-4AA5-A3AE-DDBFA260FF8C}" dt="2026-04-06T20:24:50.466" v="229" actId="47"/>
        <pc:sldMkLst>
          <pc:docMk/>
          <pc:sldMk cId="2905438918" sldId="407"/>
        </pc:sldMkLst>
        <pc:spChg chg="add del mod ord">
          <ac:chgData name="Design Hub" userId="02111a05-f43e-4d23-bab7-3dd7ecd6715a" providerId="ADAL" clId="{BCD2818F-01C6-4AA5-A3AE-DDBFA260FF8C}" dt="2026-04-06T20:17:37.504" v="90" actId="700"/>
          <ac:spMkLst>
            <pc:docMk/>
            <pc:sldMk cId="2905438918" sldId="407"/>
            <ac:spMk id="2" creationId="{8F6E8074-812E-E1C7-D767-346BD78FE14F}"/>
          </ac:spMkLst>
        </pc:spChg>
        <pc:spChg chg="mod ord">
          <ac:chgData name="Design Hub" userId="02111a05-f43e-4d23-bab7-3dd7ecd6715a" providerId="ADAL" clId="{BCD2818F-01C6-4AA5-A3AE-DDBFA260FF8C}" dt="2026-04-06T20:17:37.504" v="90" actId="700"/>
          <ac:spMkLst>
            <pc:docMk/>
            <pc:sldMk cId="2905438918" sldId="407"/>
            <ac:spMk id="3" creationId="{6DBD7438-0438-DBB4-03BE-651EC977BCD4}"/>
          </ac:spMkLst>
        </pc:spChg>
        <pc:spChg chg="mod ord">
          <ac:chgData name="Design Hub" userId="02111a05-f43e-4d23-bab7-3dd7ecd6715a" providerId="ADAL" clId="{BCD2818F-01C6-4AA5-A3AE-DDBFA260FF8C}" dt="2026-04-06T20:17:37.504" v="90" actId="700"/>
          <ac:spMkLst>
            <pc:docMk/>
            <pc:sldMk cId="2905438918" sldId="407"/>
            <ac:spMk id="4" creationId="{ECA0CEB2-C78A-B42C-7B2B-84BDECDC6BD1}"/>
          </ac:spMkLst>
        </pc:spChg>
        <pc:spChg chg="mod ord">
          <ac:chgData name="Design Hub" userId="02111a05-f43e-4d23-bab7-3dd7ecd6715a" providerId="ADAL" clId="{BCD2818F-01C6-4AA5-A3AE-DDBFA260FF8C}" dt="2026-04-06T20:17:37.504" v="90" actId="700"/>
          <ac:spMkLst>
            <pc:docMk/>
            <pc:sldMk cId="2905438918" sldId="407"/>
            <ac:spMk id="5" creationId="{B42A16A8-0F34-1714-93A9-0C836D6C3F26}"/>
          </ac:spMkLst>
        </pc:spChg>
        <pc:spChg chg="add del mod ord">
          <ac:chgData name="Design Hub" userId="02111a05-f43e-4d23-bab7-3dd7ecd6715a" providerId="ADAL" clId="{BCD2818F-01C6-4AA5-A3AE-DDBFA260FF8C}" dt="2026-04-06T20:18:41.825" v="118" actId="478"/>
          <ac:spMkLst>
            <pc:docMk/>
            <pc:sldMk cId="2905438918" sldId="407"/>
            <ac:spMk id="6" creationId="{BE6C19F9-221F-D72A-5769-A193B9BAF9FB}"/>
          </ac:spMkLst>
        </pc:spChg>
        <pc:spChg chg="add mod ord">
          <ac:chgData name="Design Hub" userId="02111a05-f43e-4d23-bab7-3dd7ecd6715a" providerId="ADAL" clId="{BCD2818F-01C6-4AA5-A3AE-DDBFA260FF8C}" dt="2026-04-06T20:17:45.298" v="117" actId="20577"/>
          <ac:spMkLst>
            <pc:docMk/>
            <pc:sldMk cId="2905438918" sldId="407"/>
            <ac:spMk id="7" creationId="{AFD0AC56-00B1-783B-3D29-B594F073CB25}"/>
          </ac:spMkLst>
        </pc:spChg>
        <pc:spChg chg="add mod">
          <ac:chgData name="Design Hub" userId="02111a05-f43e-4d23-bab7-3dd7ecd6715a" providerId="ADAL" clId="{BCD2818F-01C6-4AA5-A3AE-DDBFA260FF8C}" dt="2026-04-06T20:20:32.832" v="162" actId="207"/>
          <ac:spMkLst>
            <pc:docMk/>
            <pc:sldMk cId="2905438918" sldId="407"/>
            <ac:spMk id="8" creationId="{FEA0B90B-3EA8-BE41-337D-4247CE20BA2C}"/>
          </ac:spMkLst>
        </pc:spChg>
        <pc:spChg chg="add mod">
          <ac:chgData name="Design Hub" userId="02111a05-f43e-4d23-bab7-3dd7ecd6715a" providerId="ADAL" clId="{BCD2818F-01C6-4AA5-A3AE-DDBFA260FF8C}" dt="2026-04-06T20:21:51.391" v="181" actId="207"/>
          <ac:spMkLst>
            <pc:docMk/>
            <pc:sldMk cId="2905438918" sldId="407"/>
            <ac:spMk id="9" creationId="{43F54F5F-207A-1335-284A-6520E10C0654}"/>
          </ac:spMkLst>
        </pc:spChg>
        <pc:spChg chg="add mod">
          <ac:chgData name="Design Hub" userId="02111a05-f43e-4d23-bab7-3dd7ecd6715a" providerId="ADAL" clId="{BCD2818F-01C6-4AA5-A3AE-DDBFA260FF8C}" dt="2026-04-06T20:22:48.056" v="206" actId="1076"/>
          <ac:spMkLst>
            <pc:docMk/>
            <pc:sldMk cId="2905438918" sldId="407"/>
            <ac:spMk id="10" creationId="{1FD0AE79-6387-653B-C5CC-25BBDBB0CD79}"/>
          </ac:spMkLst>
        </pc:spChg>
        <pc:spChg chg="add del mod">
          <ac:chgData name="Design Hub" userId="02111a05-f43e-4d23-bab7-3dd7ecd6715a" providerId="ADAL" clId="{BCD2818F-01C6-4AA5-A3AE-DDBFA260FF8C}" dt="2026-04-06T20:21:57.297" v="183" actId="478"/>
          <ac:spMkLst>
            <pc:docMk/>
            <pc:sldMk cId="2905438918" sldId="407"/>
            <ac:spMk id="11" creationId="{360ABE16-4525-B267-2398-BD3BA43CD9BE}"/>
          </ac:spMkLst>
        </pc:spChg>
        <pc:spChg chg="add del mod">
          <ac:chgData name="Design Hub" userId="02111a05-f43e-4d23-bab7-3dd7ecd6715a" providerId="ADAL" clId="{BCD2818F-01C6-4AA5-A3AE-DDBFA260FF8C}" dt="2026-04-06T20:23:15.153" v="212" actId="478"/>
          <ac:spMkLst>
            <pc:docMk/>
            <pc:sldMk cId="2905438918" sldId="407"/>
            <ac:spMk id="12" creationId="{1678A96C-3B22-D126-5ACA-9F41163D1E11}"/>
          </ac:spMkLst>
        </pc:spChg>
        <pc:spChg chg="add del mod">
          <ac:chgData name="Design Hub" userId="02111a05-f43e-4d23-bab7-3dd7ecd6715a" providerId="ADAL" clId="{BCD2818F-01C6-4AA5-A3AE-DDBFA260FF8C}" dt="2026-04-06T20:23:15.153" v="212" actId="478"/>
          <ac:spMkLst>
            <pc:docMk/>
            <pc:sldMk cId="2905438918" sldId="407"/>
            <ac:spMk id="13" creationId="{BBF30CB5-3C83-9D91-71C1-FEF1381042D6}"/>
          </ac:spMkLst>
        </pc:spChg>
        <pc:cxnChg chg="add mod">
          <ac:chgData name="Design Hub" userId="02111a05-f43e-4d23-bab7-3dd7ecd6715a" providerId="ADAL" clId="{BCD2818F-01C6-4AA5-A3AE-DDBFA260FF8C}" dt="2026-04-06T20:23:00.908" v="210" actId="692"/>
          <ac:cxnSpMkLst>
            <pc:docMk/>
            <pc:sldMk cId="2905438918" sldId="407"/>
            <ac:cxnSpMk id="15" creationId="{438DC8DC-F78A-E392-0D96-B4773D00BE5B}"/>
          </ac:cxnSpMkLst>
        </pc:cxnChg>
        <pc:cxnChg chg="add mod">
          <ac:chgData name="Design Hub" userId="02111a05-f43e-4d23-bab7-3dd7ecd6715a" providerId="ADAL" clId="{BCD2818F-01C6-4AA5-A3AE-DDBFA260FF8C}" dt="2026-04-06T20:22:58.089" v="209" actId="692"/>
          <ac:cxnSpMkLst>
            <pc:docMk/>
            <pc:sldMk cId="2905438918" sldId="407"/>
            <ac:cxnSpMk id="16" creationId="{4A65F2B2-5DDD-12B7-C140-82DD26D06F55}"/>
          </ac:cxnSpMkLst>
        </pc:cxnChg>
      </pc:sldChg>
      <pc:sldChg chg="addSp delSp modSp add mod">
        <pc:chgData name="Design Hub" userId="02111a05-f43e-4d23-bab7-3dd7ecd6715a" providerId="ADAL" clId="{BCD2818F-01C6-4AA5-A3AE-DDBFA260FF8C}" dt="2026-04-06T20:24:57.465" v="233" actId="478"/>
        <pc:sldMkLst>
          <pc:docMk/>
          <pc:sldMk cId="3735386037" sldId="408"/>
        </pc:sldMkLst>
        <pc:spChg chg="add del mod">
          <ac:chgData name="Design Hub" userId="02111a05-f43e-4d23-bab7-3dd7ecd6715a" providerId="ADAL" clId="{BCD2818F-01C6-4AA5-A3AE-DDBFA260FF8C}" dt="2026-04-06T20:24:56.361" v="231" actId="478"/>
          <ac:spMkLst>
            <pc:docMk/>
            <pc:sldMk cId="3735386037" sldId="408"/>
            <ac:spMk id="2" creationId="{540F0EE0-E208-3868-0974-93CC858FAD88}"/>
          </ac:spMkLst>
        </pc:spChg>
        <pc:spChg chg="mod">
          <ac:chgData name="Design Hub" userId="02111a05-f43e-4d23-bab7-3dd7ecd6715a" providerId="ADAL" clId="{BCD2818F-01C6-4AA5-A3AE-DDBFA260FF8C}" dt="2026-04-06T20:24:39.107" v="225" actId="1076"/>
          <ac:spMkLst>
            <pc:docMk/>
            <pc:sldMk cId="3735386037" sldId="408"/>
            <ac:spMk id="8" creationId="{731B88CA-676C-C965-9CE0-D92BE08498A3}"/>
          </ac:spMkLst>
        </pc:spChg>
        <pc:spChg chg="mod">
          <ac:chgData name="Design Hub" userId="02111a05-f43e-4d23-bab7-3dd7ecd6715a" providerId="ADAL" clId="{BCD2818F-01C6-4AA5-A3AE-DDBFA260FF8C}" dt="2026-04-06T20:24:39.107" v="225" actId="1076"/>
          <ac:spMkLst>
            <pc:docMk/>
            <pc:sldMk cId="3735386037" sldId="408"/>
            <ac:spMk id="9" creationId="{81C094C2-AEE2-9868-8E03-93F61CA1D34D}"/>
          </ac:spMkLst>
        </pc:spChg>
        <pc:spChg chg="mod">
          <ac:chgData name="Design Hub" userId="02111a05-f43e-4d23-bab7-3dd7ecd6715a" providerId="ADAL" clId="{BCD2818F-01C6-4AA5-A3AE-DDBFA260FF8C}" dt="2026-04-06T20:24:39.107" v="225" actId="1076"/>
          <ac:spMkLst>
            <pc:docMk/>
            <pc:sldMk cId="3735386037" sldId="408"/>
            <ac:spMk id="10" creationId="{BFEF7523-486A-9407-5A1B-A2A2B0547E0F}"/>
          </ac:spMkLst>
        </pc:spChg>
        <pc:spChg chg="del mod">
          <ac:chgData name="Design Hub" userId="02111a05-f43e-4d23-bab7-3dd7ecd6715a" providerId="ADAL" clId="{BCD2818F-01C6-4AA5-A3AE-DDBFA260FF8C}" dt="2026-04-06T20:24:56.954" v="232" actId="478"/>
          <ac:spMkLst>
            <pc:docMk/>
            <pc:sldMk cId="3735386037" sldId="408"/>
            <ac:spMk id="12" creationId="{3A01D439-727E-DD35-3218-342B5FFB2D91}"/>
          </ac:spMkLst>
        </pc:spChg>
        <pc:spChg chg="del mod">
          <ac:chgData name="Design Hub" userId="02111a05-f43e-4d23-bab7-3dd7ecd6715a" providerId="ADAL" clId="{BCD2818F-01C6-4AA5-A3AE-DDBFA260FF8C}" dt="2026-04-06T20:24:57.465" v="233" actId="478"/>
          <ac:spMkLst>
            <pc:docMk/>
            <pc:sldMk cId="3735386037" sldId="408"/>
            <ac:spMk id="13" creationId="{B79C5A60-089B-C28E-0A76-BBAD96F08605}"/>
          </ac:spMkLst>
        </pc:spChg>
        <pc:cxnChg chg="mod">
          <ac:chgData name="Design Hub" userId="02111a05-f43e-4d23-bab7-3dd7ecd6715a" providerId="ADAL" clId="{BCD2818F-01C6-4AA5-A3AE-DDBFA260FF8C}" dt="2026-04-06T20:24:39.107" v="225" actId="1076"/>
          <ac:cxnSpMkLst>
            <pc:docMk/>
            <pc:sldMk cId="3735386037" sldId="408"/>
            <ac:cxnSpMk id="15" creationId="{C1715E51-CFE5-B060-915B-B8F97561DBCC}"/>
          </ac:cxnSpMkLst>
        </pc:cxnChg>
        <pc:cxnChg chg="mod">
          <ac:chgData name="Design Hub" userId="02111a05-f43e-4d23-bab7-3dd7ecd6715a" providerId="ADAL" clId="{BCD2818F-01C6-4AA5-A3AE-DDBFA260FF8C}" dt="2026-04-06T20:24:39.107" v="225" actId="1076"/>
          <ac:cxnSpMkLst>
            <pc:docMk/>
            <pc:sldMk cId="3735386037" sldId="408"/>
            <ac:cxnSpMk id="16" creationId="{BE53E024-FE44-80B2-3873-010BC45242AB}"/>
          </ac:cxnSpMkLst>
        </pc:cxnChg>
      </pc:sldChg>
      <pc:sldChg chg="add">
        <pc:chgData name="Design Hub" userId="02111a05-f43e-4d23-bab7-3dd7ecd6715a" providerId="ADAL" clId="{BCD2818F-01C6-4AA5-A3AE-DDBFA260FF8C}" dt="2026-04-06T20:24:52.737" v="230" actId="2890"/>
        <pc:sldMkLst>
          <pc:docMk/>
          <pc:sldMk cId="3182530004" sldId="409"/>
        </pc:sldMkLst>
      </pc:sldChg>
    </pc:docChg>
  </pc:docChgLst>
  <pc:docChgLst>
    <pc:chgData name="Andres Bernadou" userId="03fff62b-e549-456b-a7f9-42d2972824e9" providerId="ADAL" clId="{0CB13D59-2190-41A4-A0AC-6FE063695352}"/>
    <pc:docChg chg="undo custSel modSld">
      <pc:chgData name="Andres Bernadou" userId="03fff62b-e549-456b-a7f9-42d2972824e9" providerId="ADAL" clId="{0CB13D59-2190-41A4-A0AC-6FE063695352}" dt="2026-04-15T11:59:10.222" v="117" actId="255"/>
      <pc:docMkLst>
        <pc:docMk/>
      </pc:docMkLst>
      <pc:sldChg chg="modSp mod">
        <pc:chgData name="Andres Bernadou" userId="03fff62b-e549-456b-a7f9-42d2972824e9" providerId="ADAL" clId="{0CB13D59-2190-41A4-A0AC-6FE063695352}" dt="2026-04-15T11:59:10.222" v="117" actId="255"/>
        <pc:sldMkLst>
          <pc:docMk/>
          <pc:sldMk cId="3903999285" sldId="380"/>
        </pc:sldMkLst>
        <pc:graphicFrameChg chg="mod modGraphic">
          <ac:chgData name="Andres Bernadou" userId="03fff62b-e549-456b-a7f9-42d2972824e9" providerId="ADAL" clId="{0CB13D59-2190-41A4-A0AC-6FE063695352}" dt="2026-04-15T11:59:10.222" v="117" actId="255"/>
          <ac:graphicFrameMkLst>
            <pc:docMk/>
            <pc:sldMk cId="3903999285" sldId="380"/>
            <ac:graphicFrameMk id="12" creationId="{5D36DDF6-0E0D-2D34-6FBB-4E444F4ACB1F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71D4B1-4838-4B73-BD2B-8E02A3865107}" type="datetimeFigureOut">
              <a:rPr lang="en-DK" smtClean="0"/>
              <a:t>04/15/2026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A01B4E-7AAB-4396-BFCF-FBF71A7FBE39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521564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Hola a todos. Hace un tiempo estuvimos trabajando para definir un nuevo sistema para el </a:t>
            </a:r>
            <a:r>
              <a:rPr lang="es-ES" err="1"/>
              <a:t>design</a:t>
            </a:r>
            <a:r>
              <a:rPr lang="es-ES"/>
              <a:t> </a:t>
            </a:r>
            <a:r>
              <a:rPr lang="es-ES" err="1"/>
              <a:t>hub</a:t>
            </a:r>
            <a:r>
              <a:rPr lang="es-ES"/>
              <a:t>, buscando crear flujos de trabajo más claros tanto para marketing como para diseño.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1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0494792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Evidenciamos que habían ciertos desafíos en el sistema actual: desorganización, muchas versiones del mismo proyecto, edición de contenido, confusión sobre las tareas, no había un proceso claro para ambas partes, las prioridades no estaban suficientemente definidas, recibíamos muchas </a:t>
            </a:r>
            <a:r>
              <a:rPr lang="es-ES" err="1"/>
              <a:t>asap</a:t>
            </a:r>
            <a:r>
              <a:rPr lang="es-ES"/>
              <a:t> y no fechas.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2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4508886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Por esto, al proceso que les mostrare a continuación se le definieron ciertas cosas, para que podamos estar en la misma pagina sobre como funciona.</a:t>
            </a:r>
          </a:p>
          <a:p>
            <a:endParaRPr lang="es-ES"/>
          </a:p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3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8919487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Primero partir con la diferenciación de un </a:t>
            </a:r>
            <a:r>
              <a:rPr lang="es-ES" err="1"/>
              <a:t>task</a:t>
            </a:r>
            <a:r>
              <a:rPr lang="es-ES"/>
              <a:t> o tarea, y un proyecto. </a:t>
            </a:r>
          </a:p>
          <a:p>
            <a:endParaRPr lang="es-ES"/>
          </a:p>
          <a:p>
            <a:r>
              <a:rPr lang="es-ES"/>
              <a:t>Podríamos decir que un proyecto es un conjunto de tareas que necesitan ser logradas para llegar a una meta. </a:t>
            </a:r>
            <a:r>
              <a:rPr lang="es-ES" err="1"/>
              <a:t>Ej</a:t>
            </a:r>
            <a:r>
              <a:rPr lang="es-ES"/>
              <a:t>: hacer el branding de un nuevo producto, campañas, etc.</a:t>
            </a:r>
          </a:p>
          <a:p>
            <a:endParaRPr lang="es-ES"/>
          </a:p>
          <a:p>
            <a:r>
              <a:rPr lang="es-ES"/>
              <a:t>Mientras que una tarea es una parte de un proyecto. Esta última tiende a ser pequeña y de pocas correcciones. Puede ser actualizar fichas técnicas, hacer un </a:t>
            </a:r>
            <a:r>
              <a:rPr lang="es-ES" err="1"/>
              <a:t>brochure</a:t>
            </a:r>
            <a:r>
              <a:rPr lang="es-ES"/>
              <a:t>, hacer una publicidad etc.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6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6448066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Por esto, consideramos 2 cosas importantes con respecto a las fechas de entrega:</a:t>
            </a:r>
          </a:p>
          <a:p>
            <a:endParaRPr lang="es-ES"/>
          </a:p>
          <a:p>
            <a:pPr marL="228600" indent="-228600">
              <a:buAutoNum type="arabicPeriod"/>
            </a:pPr>
            <a:r>
              <a:rPr lang="es-ES"/>
              <a:t>ASAP, o lo mas rápido posible, no es una fecha de entrega, dado que se necesita poder priorizar distintas tareas</a:t>
            </a:r>
          </a:p>
          <a:p>
            <a:pPr marL="228600" indent="-228600">
              <a:buAutoNum type="arabicPeriod"/>
            </a:pPr>
            <a:r>
              <a:rPr lang="es-ES"/>
              <a:t>Consideramos que en todo proceso es importante tener una primera aproximación, y una fecha final, por lo que optamos por tener 2 fechas: el primer borrador y el final.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7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6621125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Ahora, ¿cómo priorizamos las tareas?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8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2296978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Anteriormente se priorizaban por 2 cosas:</a:t>
            </a:r>
          </a:p>
          <a:p>
            <a:r>
              <a:rPr lang="es-ES"/>
              <a:t>Cuál tarea llegó primero y quién insiste más.</a:t>
            </a:r>
          </a:p>
          <a:p>
            <a:endParaRPr lang="es-ES"/>
          </a:p>
          <a:p>
            <a:r>
              <a:rPr lang="es-ES"/>
              <a:t>Pero esto muchas veces crea desorganización, ya que cada tarea es necesaria para seguir avanzando, pero no tienen el mismo peso.</a:t>
            </a:r>
          </a:p>
          <a:p>
            <a:endParaRPr lang="es-ES"/>
          </a:p>
          <a:p>
            <a:r>
              <a:rPr lang="es-ES"/>
              <a:t>Por esto, las tareas externas tenderán a tener mayor prioridad que las internas, y además, como pueden ver en este gráfico, ciertas tareas tienen más o menos prioridad. </a:t>
            </a:r>
          </a:p>
          <a:p>
            <a:endParaRPr lang="es-ES"/>
          </a:p>
          <a:p>
            <a:r>
              <a:rPr lang="es-ES"/>
              <a:t>Esto no quiere decir que no las haremos, sino que la cantidad de atención e incluso tiempo que se utilizará será mayor o menor, siempre buscando poder llegar al mejor resultado.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9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6320500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Para mejorar nuestros flujos de trabajo, también decidimos incluir una capacitación de </a:t>
            </a:r>
            <a:r>
              <a:rPr lang="es-ES" err="1"/>
              <a:t>InCopy</a:t>
            </a:r>
            <a:r>
              <a:rPr lang="es-ES"/>
              <a:t>, que es una herramienta colaborativa de edición de texto integrada con el software de diseño InDesign.</a:t>
            </a:r>
          </a:p>
          <a:p>
            <a:endParaRPr lang="es-ES"/>
          </a:p>
          <a:p>
            <a:r>
              <a:rPr lang="es-ES"/>
              <a:t>De esta manera, podremos trabajar el texto y el diseño en </a:t>
            </a:r>
            <a:r>
              <a:rPr lang="es-ES" err="1"/>
              <a:t>unisono</a:t>
            </a:r>
            <a:r>
              <a:rPr lang="es-ES"/>
              <a:t>. Así, no tendrán que esperar recibir el diseño y mandarlo de vuelta para cambiar 1 o 2 palabras, sino que ustedes mismos podrán hacerlo.</a:t>
            </a:r>
          </a:p>
          <a:p>
            <a:endParaRPr lang="es-ES"/>
          </a:p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10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5972336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InCopy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tiene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cualidades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similares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a las de word,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incluyendo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historial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de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cambios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,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cuenta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palabras,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corrección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grammatical, etc.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>
              <a:solidFill>
                <a:srgbClr val="FFFFFF"/>
              </a:solidFill>
              <a:latin typeface="Poppins Light"/>
              <a:cs typeface="Poppins Ligh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Esto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permite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poder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crear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y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editar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el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contenido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en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tiemop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real, y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como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mencioné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anteriormente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,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mejorar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el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flujo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de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trabajo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para ambos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lados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>
              <a:solidFill>
                <a:srgbClr val="FFFFFF"/>
              </a:solidFill>
              <a:latin typeface="Poppins Light"/>
              <a:cs typeface="Poppins Ligh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>
              <a:solidFill>
                <a:srgbClr val="FFFFFF"/>
              </a:solidFill>
              <a:latin typeface="Poppins Light"/>
              <a:cs typeface="Poppins Ligh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>
              <a:solidFill>
                <a:srgbClr val="FFFFFF"/>
              </a:solidFill>
              <a:latin typeface="Poppins Light"/>
              <a:cs typeface="Poppins Ligh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>
              <a:solidFill>
                <a:srgbClr val="FFFFFF"/>
              </a:solidFill>
              <a:latin typeface="Poppins Light"/>
              <a:cs typeface="Poppins Ligh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InCopy</a:t>
            </a:r>
            <a:r>
              <a:rPr lang="en-US" sz="1200" b="0" spc="24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provides</a:t>
            </a:r>
            <a:r>
              <a:rPr lang="en-US" sz="1200" b="0" spc="23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standard</a:t>
            </a:r>
            <a:r>
              <a:rPr lang="en-US" sz="1200" b="0" spc="24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word</a:t>
            </a:r>
            <a:r>
              <a:rPr lang="en-US" sz="1200" b="0" spc="24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processing</a:t>
            </a:r>
            <a:r>
              <a:rPr lang="en-US" sz="1200" b="0" spc="25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features,</a:t>
            </a:r>
            <a:r>
              <a:rPr lang="en-US" sz="1200" b="0" spc="24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including</a:t>
            </a:r>
            <a:r>
              <a:rPr lang="en-US" sz="1200" b="0" spc="24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spc="-10">
                <a:solidFill>
                  <a:srgbClr val="FFFFFF"/>
                </a:solidFill>
                <a:latin typeface="Poppins Light"/>
                <a:cs typeface="Poppins Light"/>
              </a:rPr>
              <a:t>track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changes,</a:t>
            </a:r>
            <a:r>
              <a:rPr lang="en-US" sz="1200" b="0" spc="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word</a:t>
            </a:r>
            <a:r>
              <a:rPr lang="en-US" sz="1200" b="0" spc="-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count,</a:t>
            </a:r>
            <a:r>
              <a:rPr lang="en-US" sz="1200" b="0" spc="2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and</a:t>
            </a:r>
            <a:r>
              <a:rPr lang="en-US" sz="1200" b="0" spc="-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spell</a:t>
            </a:r>
            <a:r>
              <a:rPr lang="en-US" sz="1200" b="0" spc="-1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check,</a:t>
            </a:r>
            <a:r>
              <a:rPr lang="en-US" sz="1200" b="0" spc="1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and</a:t>
            </a:r>
            <a:r>
              <a:rPr lang="en-US" sz="1200" b="0" spc="-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it</a:t>
            </a:r>
            <a:r>
              <a:rPr lang="en-US" sz="1200" b="0" spc="-2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has</a:t>
            </a:r>
            <a:r>
              <a:rPr lang="en-US" sz="1200" b="0" spc="-1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several</a:t>
            </a:r>
            <a:r>
              <a:rPr lang="en-US" sz="1200" b="0" spc="1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viewing</a:t>
            </a:r>
            <a:r>
              <a:rPr lang="en-US" sz="1200" b="0" spc="-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spc="-10">
                <a:solidFill>
                  <a:srgbClr val="FFFFFF"/>
                </a:solidFill>
                <a:latin typeface="Poppins Light"/>
                <a:cs typeface="Poppins Light"/>
              </a:rPr>
              <a:t>modes.</a:t>
            </a:r>
            <a:endParaRPr lang="en-US" sz="1200">
              <a:latin typeface="Poppins Light"/>
              <a:cs typeface="Poppins Light"/>
            </a:endParaRP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Formatting applied in InCopy will be retained when it is placed inside of Adobe InDesign (making my job easier). That retention is maintained in a back and forth workflow because Adobe InCopy shares the exact same text engine as Adobe InDesign. This is something not possible with a straight up Microsoft Word workflow. </a:t>
            </a:r>
          </a:p>
          <a:p>
            <a:endParaRPr lang="en-US"/>
          </a:p>
          <a:p>
            <a:r>
              <a:rPr lang="en-US"/>
              <a:t>InCopy users can see and work in a designed layout that looks just like the finished product. InCopy does not allow the editing of the design layout, only the content.</a:t>
            </a:r>
            <a:endParaRPr lang="en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17071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utilizarlo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existe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ciertos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requerimientos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como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tener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servidor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compartido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Tambien es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necesario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utilizar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teams, dado que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Podemos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compartir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ubicación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archivos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través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él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tener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sincronización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teams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activada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para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poder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hacerlo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tiempo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real, y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tener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las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tipografias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instaladas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Esto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último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caso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que no las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tengan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se las Podemos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compartir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Working in InCopy requires transferring files across the network and often displaying large graphics. So it is preferable if you're using a wired network. </a:t>
            </a: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Fonts. In order to see the files accurately and edit accurately everyone in the workflow needs access to the fonts used in the InDesign document. </a:t>
            </a: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designer or InDesign user become central command if you will and is in charge of setting up the workflow so that InCopy users can edit content as needed. </a:t>
            </a:r>
            <a:endParaRPr lang="en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75475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Como sabrán, tendremos un curso de </a:t>
            </a:r>
            <a:r>
              <a:rPr lang="es-ES" err="1"/>
              <a:t>InCopy</a:t>
            </a:r>
            <a:r>
              <a:rPr lang="es-ES"/>
              <a:t> durante las siguientes semanas, que se dividirá en 4 módulos para entender como trabajar con esta herramienta.</a:t>
            </a:r>
          </a:p>
          <a:p>
            <a:endParaRPr lang="es-ES"/>
          </a:p>
          <a:p>
            <a:r>
              <a:rPr lang="es-ES"/>
              <a:t>Introducción, editar el texto, revisar el texto, y guardar y exportar.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13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3822692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Todos nosotros tendremos el curso en español para principiantes- intermedio, que dura alrededor de 5 horas.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14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0611029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¿Cómo se vería el proceso del </a:t>
            </a:r>
            <a:r>
              <a:rPr lang="es-ES" err="1"/>
              <a:t>Design</a:t>
            </a:r>
            <a:r>
              <a:rPr lang="es-ES"/>
              <a:t> Hub ahora entonces?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15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4907850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Esto partiría con el usuario, o sea ustedes, rellenando formulario con la información necesaria, y enviarlo al correo de diseño. Para este formulario hay un </a:t>
            </a:r>
            <a:r>
              <a:rPr lang="es-ES" err="1"/>
              <a:t>template</a:t>
            </a:r>
            <a:r>
              <a:rPr lang="es-ES"/>
              <a:t> en </a:t>
            </a:r>
            <a:r>
              <a:rPr lang="es-ES" err="1"/>
              <a:t>power</a:t>
            </a:r>
            <a:r>
              <a:rPr lang="es-ES"/>
              <a:t> </a:t>
            </a:r>
            <a:r>
              <a:rPr lang="es-ES" err="1"/>
              <a:t>point</a:t>
            </a:r>
            <a:r>
              <a:rPr lang="es-ES"/>
              <a:t>, que les mostrare más adelante.</a:t>
            </a:r>
          </a:p>
          <a:p>
            <a:endParaRPr lang="es-ES"/>
          </a:p>
          <a:p>
            <a:r>
              <a:rPr lang="es-ES"/>
              <a:t>Luego, nosotros como </a:t>
            </a:r>
            <a:r>
              <a:rPr lang="es-ES" err="1"/>
              <a:t>Design</a:t>
            </a:r>
            <a:r>
              <a:rPr lang="es-ES"/>
              <a:t> Hub tomamos la solicitud, la revisamos, la agregamos a nuestras tareas, y de ser necesario, pedimos información faltante o aclarar alguna duda.</a:t>
            </a:r>
          </a:p>
          <a:p>
            <a:endParaRPr lang="es-ES"/>
          </a:p>
          <a:p>
            <a:r>
              <a:rPr lang="es-ES"/>
              <a:t>Posteriormente, enviamos el borrador dentro de la misma línea de correos. Y se recibirá retroalimentación dentro de la misma.</a:t>
            </a:r>
          </a:p>
          <a:p>
            <a:endParaRPr lang="es-ES"/>
          </a:p>
          <a:p>
            <a:r>
              <a:rPr lang="es-ES"/>
              <a:t>Así, se harán los ajustes basados en el </a:t>
            </a:r>
            <a:r>
              <a:rPr lang="es-ES" err="1"/>
              <a:t>feedback</a:t>
            </a:r>
            <a:r>
              <a:rPr lang="es-ES"/>
              <a:t>, y se enviará la versión final.</a:t>
            </a:r>
          </a:p>
          <a:p>
            <a:endParaRPr lang="es-ES"/>
          </a:p>
          <a:p>
            <a:r>
              <a:rPr lang="es-ES"/>
              <a:t>Al ser aprobado, es necesario informarle al </a:t>
            </a:r>
            <a:r>
              <a:rPr lang="es-ES" err="1"/>
              <a:t>Design</a:t>
            </a:r>
            <a:r>
              <a:rPr lang="es-ES"/>
              <a:t> Hub, para que luego la tarea pueda ser marcada como completada.</a:t>
            </a:r>
          </a:p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16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9377841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Ahora, ¿cómo enviar </a:t>
            </a:r>
            <a:r>
              <a:rPr lang="es-ES" err="1"/>
              <a:t>feedback</a:t>
            </a:r>
            <a:r>
              <a:rPr lang="es-ES"/>
              <a:t>?</a:t>
            </a:r>
          </a:p>
          <a:p>
            <a:endParaRPr lang="es-ES"/>
          </a:p>
          <a:p>
            <a:r>
              <a:rPr lang="es-ES"/>
              <a:t>Existen distintos métodos. Uno será por </a:t>
            </a:r>
            <a:r>
              <a:rPr lang="es-ES" err="1"/>
              <a:t>InCopy</a:t>
            </a:r>
            <a:r>
              <a:rPr lang="es-ES"/>
              <a:t>, que se verá en el entrenamiento de este. Y otros son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18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404883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Para </a:t>
            </a:r>
            <a:r>
              <a:rPr lang="es-ES" err="1"/>
              <a:t>PDFs</a:t>
            </a:r>
            <a:r>
              <a:rPr lang="es-ES"/>
              <a:t> por ejemplo, se les enviará el camino, o el link de la carpeta, para que puedan ver el archivo, y dejar sus comentarios en el </a:t>
            </a:r>
            <a:r>
              <a:rPr lang="es-ES" err="1"/>
              <a:t>pdf</a:t>
            </a:r>
            <a:r>
              <a:rPr lang="es-ES"/>
              <a:t>.</a:t>
            </a:r>
          </a:p>
          <a:p>
            <a:endParaRPr lang="es-ES"/>
          </a:p>
          <a:p>
            <a:r>
              <a:rPr lang="es-ES"/>
              <a:t>El proceso con las imágenes es similar.</a:t>
            </a:r>
          </a:p>
          <a:p>
            <a:endParaRPr lang="es-ES"/>
          </a:p>
          <a:p>
            <a:r>
              <a:rPr lang="es-ES"/>
              <a:t>En el caso de los videos, se les enviará el link del mismo </a:t>
            </a:r>
            <a:r>
              <a:rPr lang="es-ES" err="1"/>
              <a:t>via</a:t>
            </a:r>
            <a:r>
              <a:rPr lang="es-ES"/>
              <a:t> </a:t>
            </a:r>
            <a:r>
              <a:rPr lang="es-ES" err="1"/>
              <a:t>sharepoint</a:t>
            </a:r>
            <a:r>
              <a:rPr lang="es-ES"/>
              <a:t>, donde podrán dejar sus comentarios.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19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6246148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20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6290218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Otra cosa que consideramos definir son los tiempos de cada tarea o proyecto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21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04416246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Actualizar documentos, </a:t>
            </a:r>
          </a:p>
          <a:p>
            <a:endParaRPr lang="es-ES"/>
          </a:p>
          <a:p>
            <a:r>
              <a:rPr lang="es-ES"/>
              <a:t>Los Round de revisión</a:t>
            </a:r>
          </a:p>
          <a:p>
            <a:endParaRPr lang="es-ES"/>
          </a:p>
          <a:p>
            <a:r>
              <a:rPr lang="es-ES"/>
              <a:t>Crear cosas nuevas toma ya más tiempo.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22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9046619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Además, en este calendario pueden ver algunos eventos que sabemos que suceden año tras año. </a:t>
            </a:r>
          </a:p>
          <a:p>
            <a:endParaRPr lang="es-ES"/>
          </a:p>
          <a:p>
            <a:r>
              <a:rPr lang="es-ES"/>
              <a:t>Fechas en las que habrán menos personas trabajando.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23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52117550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err="1"/>
              <a:t>Creemos</a:t>
            </a:r>
            <a:r>
              <a:rPr lang="da-DK"/>
              <a:t> </a:t>
            </a:r>
            <a:r>
              <a:rPr lang="da-DK" err="1"/>
              <a:t>también</a:t>
            </a:r>
            <a:r>
              <a:rPr lang="da-DK"/>
              <a:t> </a:t>
            </a:r>
            <a:r>
              <a:rPr lang="da-DK" err="1"/>
              <a:t>que</a:t>
            </a:r>
            <a:r>
              <a:rPr lang="da-DK"/>
              <a:t> </a:t>
            </a:r>
            <a:r>
              <a:rPr lang="da-DK" err="1"/>
              <a:t>hay</a:t>
            </a:r>
            <a:r>
              <a:rPr lang="da-DK"/>
              <a:t> </a:t>
            </a:r>
            <a:r>
              <a:rPr lang="da-DK" err="1"/>
              <a:t>responsabilidades</a:t>
            </a:r>
            <a:r>
              <a:rPr lang="da-DK"/>
              <a:t> de </a:t>
            </a:r>
            <a:r>
              <a:rPr lang="da-DK" err="1"/>
              <a:t>ambas</a:t>
            </a:r>
            <a:r>
              <a:rPr lang="da-DK"/>
              <a:t> </a:t>
            </a:r>
            <a:r>
              <a:rPr lang="da-DK" err="1"/>
              <a:t>partes</a:t>
            </a:r>
            <a:r>
              <a:rPr lang="da-DK"/>
              <a:t> </a:t>
            </a:r>
            <a:r>
              <a:rPr lang="da-DK" err="1"/>
              <a:t>por</a:t>
            </a:r>
            <a:r>
              <a:rPr lang="da-DK"/>
              <a:t> </a:t>
            </a:r>
            <a:r>
              <a:rPr lang="da-DK" err="1"/>
              <a:t>cada</a:t>
            </a:r>
            <a:r>
              <a:rPr lang="da-DK"/>
              <a:t> </a:t>
            </a:r>
            <a:r>
              <a:rPr lang="da-DK" err="1"/>
              <a:t>tarea</a:t>
            </a:r>
            <a:r>
              <a:rPr lang="da-DK"/>
              <a:t> o </a:t>
            </a:r>
            <a:r>
              <a:rPr lang="da-DK" err="1"/>
              <a:t>trabajo</a:t>
            </a:r>
            <a:r>
              <a:rPr lang="da-DK"/>
              <a:t>, y en </a:t>
            </a:r>
            <a:r>
              <a:rPr lang="da-DK" err="1"/>
              <a:t>este</a:t>
            </a:r>
            <a:r>
              <a:rPr lang="da-DK"/>
              <a:t> </a:t>
            </a:r>
            <a:r>
              <a:rPr lang="da-DK" err="1"/>
              <a:t>caso</a:t>
            </a:r>
            <a:r>
              <a:rPr lang="da-DK"/>
              <a:t>, </a:t>
            </a:r>
            <a:r>
              <a:rPr lang="da-DK" err="1"/>
              <a:t>mostraré</a:t>
            </a:r>
            <a:r>
              <a:rPr lang="da-DK"/>
              <a:t> las </a:t>
            </a:r>
            <a:r>
              <a:rPr lang="da-DK" err="1"/>
              <a:t>responsabilidades</a:t>
            </a:r>
            <a:r>
              <a:rPr lang="da-DK"/>
              <a:t> </a:t>
            </a:r>
            <a:r>
              <a:rPr lang="da-DK" err="1"/>
              <a:t>para</a:t>
            </a:r>
            <a:r>
              <a:rPr lang="da-DK"/>
              <a:t> las </a:t>
            </a:r>
            <a:r>
              <a:rPr lang="da-DK" err="1"/>
              <a:t>personas</a:t>
            </a:r>
            <a:r>
              <a:rPr lang="da-DK"/>
              <a:t> de marketing, </a:t>
            </a:r>
            <a:r>
              <a:rPr lang="da-DK" err="1"/>
              <a:t>que</a:t>
            </a:r>
            <a:r>
              <a:rPr lang="da-DK"/>
              <a:t> </a:t>
            </a:r>
            <a:r>
              <a:rPr lang="da-DK" err="1"/>
              <a:t>vendrían</a:t>
            </a:r>
            <a:r>
              <a:rPr lang="da-DK"/>
              <a:t> </a:t>
            </a:r>
            <a:r>
              <a:rPr lang="da-DK" err="1"/>
              <a:t>siendo</a:t>
            </a:r>
            <a:r>
              <a:rPr lang="da-DK"/>
              <a:t> </a:t>
            </a:r>
            <a:r>
              <a:rPr lang="da-DK" err="1"/>
              <a:t>chequear</a:t>
            </a:r>
            <a:r>
              <a:rPr lang="da-DK"/>
              <a:t> el </a:t>
            </a:r>
            <a:r>
              <a:rPr lang="da-DK" err="1"/>
              <a:t>estatus</a:t>
            </a:r>
            <a:r>
              <a:rPr lang="da-DK"/>
              <a:t> de </a:t>
            </a:r>
            <a:r>
              <a:rPr lang="da-DK" err="1"/>
              <a:t>cada</a:t>
            </a:r>
            <a:r>
              <a:rPr lang="da-DK"/>
              <a:t> </a:t>
            </a:r>
            <a:r>
              <a:rPr lang="da-DK" err="1"/>
              <a:t>proyecto</a:t>
            </a:r>
            <a:r>
              <a:rPr lang="da-DK"/>
              <a:t>, se los </a:t>
            </a:r>
            <a:r>
              <a:rPr lang="da-DK" err="1"/>
              <a:t>mostraré</a:t>
            </a:r>
            <a:r>
              <a:rPr lang="da-DK"/>
              <a:t> en breve</a:t>
            </a:r>
          </a:p>
          <a:p>
            <a:endParaRPr lang="da-DK"/>
          </a:p>
          <a:p>
            <a:r>
              <a:rPr lang="da-DK" err="1"/>
              <a:t>Revisar</a:t>
            </a:r>
            <a:r>
              <a:rPr lang="da-DK"/>
              <a:t> las </a:t>
            </a:r>
            <a:r>
              <a:rPr lang="da-DK" err="1"/>
              <a:t>ubicaciones</a:t>
            </a:r>
            <a:r>
              <a:rPr lang="da-DK"/>
              <a:t> de las </a:t>
            </a:r>
            <a:r>
              <a:rPr lang="da-DK" err="1"/>
              <a:t>tareas</a:t>
            </a:r>
            <a:endParaRPr lang="da-DK"/>
          </a:p>
          <a:p>
            <a:endParaRPr lang="da-DK"/>
          </a:p>
          <a:p>
            <a:r>
              <a:rPr lang="da-DK" err="1"/>
              <a:t>Mantener</a:t>
            </a:r>
            <a:r>
              <a:rPr lang="da-DK"/>
              <a:t> </a:t>
            </a:r>
            <a:r>
              <a:rPr lang="da-DK" err="1"/>
              <a:t>un</a:t>
            </a:r>
            <a:r>
              <a:rPr lang="da-DK"/>
              <a:t> sistema con </a:t>
            </a:r>
            <a:r>
              <a:rPr lang="da-DK" err="1"/>
              <a:t>InCopy</a:t>
            </a:r>
            <a:endParaRPr lang="da-DK"/>
          </a:p>
          <a:p>
            <a:endParaRPr lang="da-DK"/>
          </a:p>
          <a:p>
            <a:r>
              <a:rPr lang="da-DK" err="1"/>
              <a:t>Preocuparse</a:t>
            </a:r>
            <a:r>
              <a:rPr lang="da-DK"/>
              <a:t> de las </a:t>
            </a:r>
            <a:r>
              <a:rPr lang="da-DK" err="1"/>
              <a:t>traducciones</a:t>
            </a:r>
            <a:r>
              <a:rPr lang="da-DK"/>
              <a:t> </a:t>
            </a:r>
          </a:p>
          <a:p>
            <a:endParaRPr lang="da-DK"/>
          </a:p>
          <a:p>
            <a:r>
              <a:rPr lang="da-DK"/>
              <a:t>Y no </a:t>
            </a:r>
            <a:r>
              <a:rPr lang="da-DK" err="1"/>
              <a:t>olvidar</a:t>
            </a:r>
            <a:r>
              <a:rPr lang="da-DK"/>
              <a:t> </a:t>
            </a:r>
            <a:r>
              <a:rPr lang="da-DK" err="1"/>
              <a:t>dar</a:t>
            </a:r>
            <a:r>
              <a:rPr lang="da-DK"/>
              <a:t> feedback </a:t>
            </a: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194A70-58B6-41F5-B852-F585C2412E49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8042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27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56827603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32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5925486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D4469C5-1101-499A-8CA4-CDAF5BC89DA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2C1ACDDE-2D20-4390-8706-8C1282B605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2240" y="4337728"/>
            <a:ext cx="8430805" cy="745247"/>
          </a:xfrm>
        </p:spPr>
        <p:txBody>
          <a:bodyPr lIns="0" tIns="0" rIns="0" bIns="0"/>
          <a:lstStyle>
            <a:lvl1pPr marL="0" indent="0" algn="l">
              <a:buNone/>
              <a:defRPr sz="24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GB" noProof="0"/>
          </a:p>
        </p:txBody>
      </p:sp>
      <p:pic>
        <p:nvPicPr>
          <p:cNvPr id="59" name="Line">
            <a:extLst>
              <a:ext uri="{FF2B5EF4-FFF2-40B4-BE49-F238E27FC236}">
                <a16:creationId xmlns:a16="http://schemas.microsoft.com/office/drawing/2014/main" id="{A8F21188-3E45-4924-AA66-9AEF6C0A7C55}"/>
              </a:ext>
            </a:extLst>
          </p:cNvPr>
          <p:cNvPicPr>
            <a:picLocks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1881477" y="4062221"/>
            <a:ext cx="4979635" cy="909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782485-9A91-4D78-BE63-FEC8E0C8ED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2240" y="2087418"/>
            <a:ext cx="8430805" cy="1828793"/>
          </a:xfrm>
        </p:spPr>
        <p:txBody>
          <a:bodyPr lIns="0" tIns="0" rIns="0" bIns="0" anchor="b">
            <a:normAutofit/>
          </a:bodyPr>
          <a:lstStyle>
            <a:lvl1pPr algn="l">
              <a:defRPr sz="6000">
                <a:solidFill>
                  <a:schemeClr val="accent4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8" name="BioMar logo" descr="A close up of a sign&#10;&#10;Description automatically generated">
            <a:extLst>
              <a:ext uri="{FF2B5EF4-FFF2-40B4-BE49-F238E27FC236}">
                <a16:creationId xmlns:a16="http://schemas.microsoft.com/office/drawing/2014/main" id="{10229DB7-0C3C-4581-A748-187D72270E5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868774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9A16E-1C20-4137-8BFF-8BC83EB285B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816508" y="6392405"/>
            <a:ext cx="2743200" cy="252000"/>
          </a:xfrm>
        </p:spPr>
        <p:txBody>
          <a:bodyPr lIns="0" rIns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BE54E8C-62EB-4F09-A3D6-E4E2EA7FA165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F653F-EF38-47C8-B49B-D8DC1E44861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868774" y="5513348"/>
            <a:ext cx="4114800" cy="252000"/>
          </a:xfrm>
        </p:spPr>
        <p:txBody>
          <a:bodyPr lIns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E4FF7-71E0-4C56-80FA-B9721BCB352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679054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D1D0CC-210D-4045-8A67-841981251192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E1B5B-3CC7-4BE6-8337-91F44BBB1272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C1E5E85-87CB-407B-ACEE-1C1883103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17737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s/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E9BD020F-795A-4C36-851E-8B5DD9F3FF07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7442198" y="6409657"/>
            <a:ext cx="3760472" cy="252000"/>
          </a:xfrm>
        </p:spPr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7027477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544" name="Title 543">
            <a:extLst>
              <a:ext uri="{FF2B5EF4-FFF2-40B4-BE49-F238E27FC236}">
                <a16:creationId xmlns:a16="http://schemas.microsoft.com/office/drawing/2014/main" id="{8617B394-9586-4DC7-AEC5-D837F9BC2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2198" y="1108365"/>
            <a:ext cx="4306887" cy="1092208"/>
          </a:xfrm>
        </p:spPr>
        <p:txBody>
          <a:bodyPr rIns="36000" anchor="b" anchorCtr="0">
            <a:normAutofit/>
          </a:bodyPr>
          <a:lstStyle>
            <a:lvl1pPr algn="r">
              <a:defRPr sz="3600"/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56E3DFA-C385-4C0E-AA46-779059C36E1E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284" t="-3530" r="1" b="-2"/>
          <a:stretch/>
        </p:blipFill>
        <p:spPr>
          <a:xfrm>
            <a:off x="7442198" y="2225675"/>
            <a:ext cx="4276902" cy="92676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66F21C-819C-4B79-ADF3-5541652CFDE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442200" y="2463801"/>
            <a:ext cx="4306888" cy="3828078"/>
          </a:xfrm>
        </p:spPr>
        <p:txBody>
          <a:bodyPr/>
          <a:lstStyle>
            <a:lvl1pPr marL="0" indent="0" algn="r">
              <a:buFontTx/>
              <a:buNone/>
              <a:defRPr/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13966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38246"/>
            <a:ext cx="11232000" cy="436195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530" name="Date Placeholder 529">
            <a:extLst>
              <a:ext uri="{FF2B5EF4-FFF2-40B4-BE49-F238E27FC236}">
                <a16:creationId xmlns:a16="http://schemas.microsoft.com/office/drawing/2014/main" id="{4E897482-955E-4641-8274-4471E3D5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8000" y="6392405"/>
            <a:ext cx="2743200" cy="252000"/>
          </a:xfrm>
        </p:spPr>
        <p:txBody>
          <a:bodyPr/>
          <a:lstStyle/>
          <a:p>
            <a:fld id="{00DBFAED-4147-42CA-970B-6587B7609D0B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531" name="Footer Placeholder 530">
            <a:extLst>
              <a:ext uri="{FF2B5EF4-FFF2-40B4-BE49-F238E27FC236}">
                <a16:creationId xmlns:a16="http://schemas.microsoft.com/office/drawing/2014/main" id="{409E6082-30A2-49EC-900F-90177FED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87870" y="6409657"/>
            <a:ext cx="4114800" cy="252000"/>
          </a:xfrm>
        </p:spPr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32" name="Slide Number Placeholder 531">
            <a:extLst>
              <a:ext uri="{FF2B5EF4-FFF2-40B4-BE49-F238E27FC236}">
                <a16:creationId xmlns:a16="http://schemas.microsoft.com/office/drawing/2014/main" id="{DD45E5A5-BF18-41E9-A5FC-200885BE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E593F3-08EA-4655-844F-2C6E2B39E1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1436595"/>
            <a:ext cx="11235600" cy="329206"/>
          </a:xfrm>
        </p:spPr>
        <p:txBody>
          <a:bodyPr lIns="72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kern="0" cap="none" spc="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subtitle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18D0E78-DA72-42AD-AB28-45587105B4A3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1C9476-7D88-4E89-8F29-361D808D2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368000" cy="684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363828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,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793" name="Date Placeholder 792">
            <a:extLst>
              <a:ext uri="{FF2B5EF4-FFF2-40B4-BE49-F238E27FC236}">
                <a16:creationId xmlns:a16="http://schemas.microsoft.com/office/drawing/2014/main" id="{20D5AE6B-86D6-4A9D-A2CD-EB2E7FD0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3AC4-3E9F-4D10-A767-B933D6C2606A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794" name="Footer Placeholder 793">
            <a:extLst>
              <a:ext uri="{FF2B5EF4-FFF2-40B4-BE49-F238E27FC236}">
                <a16:creationId xmlns:a16="http://schemas.microsoft.com/office/drawing/2014/main" id="{44B7771D-F36D-4E96-953F-7EC7A4C6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795" name="Slide Number Placeholder 794">
            <a:extLst>
              <a:ext uri="{FF2B5EF4-FFF2-40B4-BE49-F238E27FC236}">
                <a16:creationId xmlns:a16="http://schemas.microsoft.com/office/drawing/2014/main" id="{D42055D7-7ABD-49AB-BB20-02C8D678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64" name="Text Placeholder 3">
            <a:extLst>
              <a:ext uri="{FF2B5EF4-FFF2-40B4-BE49-F238E27FC236}">
                <a16:creationId xmlns:a16="http://schemas.microsoft.com/office/drawing/2014/main" id="{BA9A2C39-FCA0-4869-BB45-C99C9BBC7F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3"/>
            <a:ext cx="10368000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Section header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437074-B210-4A56-9DBD-F3282AD01448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1CBFB62-DC66-4DA1-B73B-4F210B641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1358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¤ Brief Temp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6EFA090-E1A0-CFD4-307B-6EB467594551}"/>
              </a:ext>
            </a:extLst>
          </p:cNvPr>
          <p:cNvSpPr/>
          <p:nvPr userDrawn="1"/>
        </p:nvSpPr>
        <p:spPr>
          <a:xfrm>
            <a:off x="495708" y="1340338"/>
            <a:ext cx="11232000" cy="702147"/>
          </a:xfrm>
          <a:prstGeom prst="roundRect">
            <a:avLst>
              <a:gd name="adj" fmla="val 10545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800402" y="2287503"/>
            <a:ext cx="9903868" cy="2368823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noProof="0"/>
              <a:t>Click to edit your brief. This should be an overview of the project, mentioning the targets and objectives, the audience, any issues/challenges we need to solve, as well as the messaging. This should also include where it will be used (</a:t>
            </a:r>
            <a:r>
              <a:rPr lang="en-US" noProof="0" err="1"/>
              <a:t>ie</a:t>
            </a:r>
            <a:r>
              <a:rPr lang="en-US" noProof="0"/>
              <a:t>. digital platforms, print </a:t>
            </a:r>
            <a:r>
              <a:rPr lang="en-US" noProof="0" err="1"/>
              <a:t>etc</a:t>
            </a:r>
            <a:r>
              <a:rPr lang="en-US" noProof="0"/>
              <a:t>)</a:t>
            </a:r>
          </a:p>
        </p:txBody>
      </p:sp>
      <p:sp>
        <p:nvSpPr>
          <p:cNvPr id="264" name="Text Placeholder 3">
            <a:extLst>
              <a:ext uri="{FF2B5EF4-FFF2-40B4-BE49-F238E27FC236}">
                <a16:creationId xmlns:a16="http://schemas.microsoft.com/office/drawing/2014/main" id="{BA9A2C39-FCA0-4869-BB45-C99C9BBC7F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3"/>
            <a:ext cx="10368000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Market/Region/Division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437074-B210-4A56-9DBD-F3282AD01448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1CBFB62-DC66-4DA1-B73B-4F210B6415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Brief Title</a:t>
            </a:r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F94F8D-597A-79E9-E1A6-9D44B573A46A}"/>
              </a:ext>
            </a:extLst>
          </p:cNvPr>
          <p:cNvSpPr txBox="1"/>
          <p:nvPr userDrawn="1"/>
        </p:nvSpPr>
        <p:spPr>
          <a:xfrm>
            <a:off x="499797" y="1547655"/>
            <a:ext cx="1300606" cy="2606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400" b="1">
                <a:solidFill>
                  <a:schemeClr val="tx2"/>
                </a:solidFill>
              </a:rPr>
              <a:t>Draft Due:</a:t>
            </a:r>
            <a:endParaRPr lang="en-DK" sz="1400" b="1">
              <a:solidFill>
                <a:schemeClr val="tx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5FE6E2-BB8B-6BF2-394A-4C2F34713D47}"/>
              </a:ext>
            </a:extLst>
          </p:cNvPr>
          <p:cNvSpPr txBox="1"/>
          <p:nvPr userDrawn="1"/>
        </p:nvSpPr>
        <p:spPr>
          <a:xfrm>
            <a:off x="2753861" y="1547655"/>
            <a:ext cx="1300606" cy="27479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400" b="1">
                <a:solidFill>
                  <a:schemeClr val="tx2"/>
                </a:solidFill>
              </a:rPr>
              <a:t>Final Due:</a:t>
            </a:r>
            <a:endParaRPr lang="en-DK" sz="1400" b="1">
              <a:solidFill>
                <a:schemeClr val="tx2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A26962-74C7-9304-EBDA-FC18290412AF}"/>
              </a:ext>
            </a:extLst>
          </p:cNvPr>
          <p:cNvSpPr txBox="1"/>
          <p:nvPr userDrawn="1"/>
        </p:nvSpPr>
        <p:spPr>
          <a:xfrm>
            <a:off x="5332291" y="1520765"/>
            <a:ext cx="1459236" cy="3144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400" b="1">
                <a:solidFill>
                  <a:schemeClr val="tx2"/>
                </a:solidFill>
              </a:rPr>
              <a:t>Comments:</a:t>
            </a:r>
            <a:endParaRPr lang="en-DK" sz="1400" b="1">
              <a:solidFill>
                <a:schemeClr val="tx2"/>
              </a:solidFill>
            </a:endParaRPr>
          </a:p>
        </p:txBody>
      </p:sp>
      <p:sp>
        <p:nvSpPr>
          <p:cNvPr id="10" name="Date Placeholder 792">
            <a:extLst>
              <a:ext uri="{FF2B5EF4-FFF2-40B4-BE49-F238E27FC236}">
                <a16:creationId xmlns:a16="http://schemas.microsoft.com/office/drawing/2014/main" id="{34A856BF-7237-281C-934D-254FE2A363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8000" y="6392405"/>
            <a:ext cx="2743200" cy="252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contact person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32E26E-2328-FA07-0D8C-16CAB32936B6}"/>
              </a:ext>
            </a:extLst>
          </p:cNvPr>
          <p:cNvSpPr txBox="1"/>
          <p:nvPr userDrawn="1"/>
        </p:nvSpPr>
        <p:spPr>
          <a:xfrm>
            <a:off x="499797" y="2340666"/>
            <a:ext cx="1300606" cy="41284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b="1">
                <a:solidFill>
                  <a:schemeClr val="tx2"/>
                </a:solidFill>
              </a:rPr>
              <a:t>Brief:</a:t>
            </a:r>
            <a:endParaRPr lang="en-DK" b="1">
              <a:solidFill>
                <a:schemeClr val="tx2"/>
              </a:solidFill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A7E197F-8253-FBD2-BBEF-F1D3271FE8F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2121196" y="4846825"/>
            <a:ext cx="9583074" cy="1181835"/>
          </a:xfrm>
        </p:spPr>
        <p:txBody>
          <a:bodyPr numCol="2"/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</a:lstStyle>
          <a:p>
            <a:pPr lvl="0"/>
            <a:r>
              <a:rPr lang="en-US" noProof="0"/>
              <a:t>Click to edit deliverables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9BB75C-83D1-71C3-4D0C-CE518EA7ED45}"/>
              </a:ext>
            </a:extLst>
          </p:cNvPr>
          <p:cNvSpPr txBox="1"/>
          <p:nvPr userDrawn="1"/>
        </p:nvSpPr>
        <p:spPr>
          <a:xfrm>
            <a:off x="499797" y="4899987"/>
            <a:ext cx="1621398" cy="41284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b="1">
                <a:solidFill>
                  <a:schemeClr val="tx2"/>
                </a:solidFill>
              </a:rPr>
              <a:t>Deliverables:</a:t>
            </a:r>
            <a:endParaRPr lang="en-DK" b="1">
              <a:solidFill>
                <a:schemeClr val="tx2"/>
              </a:solidFill>
            </a:endParaRPr>
          </a:p>
        </p:txBody>
      </p:sp>
      <p:sp>
        <p:nvSpPr>
          <p:cNvPr id="15" name="Footer Placeholder 793">
            <a:extLst>
              <a:ext uri="{FF2B5EF4-FFF2-40B4-BE49-F238E27FC236}">
                <a16:creationId xmlns:a16="http://schemas.microsoft.com/office/drawing/2014/main" id="{327137A6-4A73-F620-8132-A04CDCE85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87870" y="6409657"/>
            <a:ext cx="4114800" cy="252000"/>
          </a:xfrm>
        </p:spPr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16" name="Slide Number Placeholder 794">
            <a:extLst>
              <a:ext uri="{FF2B5EF4-FFF2-40B4-BE49-F238E27FC236}">
                <a16:creationId xmlns:a16="http://schemas.microsoft.com/office/drawing/2014/main" id="{9A329763-5459-9773-B790-DAFC1FEF2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3250" y="6401262"/>
            <a:ext cx="324000" cy="252000"/>
          </a:xfrm>
        </p:spPr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B550E5F-FEF0-6E2A-A1B4-D78662D73FA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32756" y="1510665"/>
            <a:ext cx="1151830" cy="41275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050"/>
            </a:lvl2pPr>
            <a:lvl3pPr marL="914400" indent="0">
              <a:buNone/>
              <a:defRPr sz="105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00/00/00</a:t>
            </a:r>
            <a:endParaRPr lang="en-DK"/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35E70FB7-60D1-2501-86EA-3747FB1E7E4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08778" y="1485036"/>
            <a:ext cx="1228725" cy="41275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050"/>
            </a:lvl2pPr>
            <a:lvl3pPr marL="914400" indent="0">
              <a:buNone/>
              <a:defRPr sz="105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00/00/00</a:t>
            </a:r>
            <a:endParaRPr lang="en-DK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B5BFF0DC-0048-C199-2520-B3F2D2636B6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81638" y="1477880"/>
            <a:ext cx="5096853" cy="41275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050"/>
            </a:lvl2pPr>
            <a:lvl3pPr marL="914400" indent="0">
              <a:buNone/>
              <a:defRPr sz="105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</a:t>
            </a:r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409202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¤ Brief Template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21E329-94E2-464F-BC27-1578964E5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709" y="1476944"/>
            <a:ext cx="5395020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5E98A8-820D-4339-A22B-818171C77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8902" y="2169045"/>
            <a:ext cx="5399233" cy="3497666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A552A6-2B01-46FB-B581-B11816688E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3308" y="1476944"/>
            <a:ext cx="5399232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66624372-C806-49C7-B5B3-B471FB84E306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25131" y="2156319"/>
            <a:ext cx="5399233" cy="3497666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78C02DC0-1D54-4077-A3AE-CE6AE738204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30F974C-5E8C-48FE-9EBF-6D61C4ACCD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97D89E0-F3A1-4CF1-AFB1-A85F6F1ADED0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F769518-4816-46BB-AAED-97648A1C85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/>
              <a:t>Brief Title</a:t>
            </a:r>
            <a:endParaRPr lang="en-GB" noProof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51A8ED9B-8820-4765-4DB8-5F7AFD76159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0727" y="5877045"/>
            <a:ext cx="5410633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path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993485C7-E751-058E-FEEA-0FC348FABF7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90787" y="5877045"/>
            <a:ext cx="5410633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path</a:t>
            </a:r>
          </a:p>
        </p:txBody>
      </p:sp>
    </p:spTree>
    <p:extLst>
      <p:ext uri="{BB962C8B-B14F-4D97-AF65-F5344CB8AC3E}">
        <p14:creationId xmlns:p14="http://schemas.microsoft.com/office/powerpoint/2010/main" val="1069875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¤ Brief Templat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0728" y="1339416"/>
            <a:ext cx="5400000" cy="186098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Inspiration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1C96A28-455A-4C90-BCF7-5B370482BEC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501361" y="3859416"/>
            <a:ext cx="5400000" cy="186098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Inspiration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81222174-B5D3-4D67-88FE-E144DEE3FE36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279898" y="1339416"/>
            <a:ext cx="5400000" cy="186098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Inspiration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475E464-D945-4177-98BA-904DEB6B026F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6272059" y="3859416"/>
            <a:ext cx="5400000" cy="186098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Inspiration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A4D4AA6-3618-4C18-98CE-AF5E0C051D1F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C3386FA-7DB2-43A1-98E0-30655E0EF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476402" cy="684000"/>
          </a:xfrm>
        </p:spPr>
        <p:txBody>
          <a:bodyPr/>
          <a:lstStyle>
            <a:lvl1pPr algn="l">
              <a:defRPr/>
            </a:lvl1pPr>
          </a:lstStyle>
          <a:p>
            <a:endParaRPr lang="en-GB" noProof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494148ED-D643-7434-805B-0AE695BC574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7999" y="88093"/>
            <a:ext cx="10368000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Inspiration Images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1F55FA3-C892-9CCE-745B-A38C45A97FE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0727" y="3276527"/>
            <a:ext cx="5410633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path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2950E682-2C48-2146-B428-7C3B4F5F9A1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90787" y="3276527"/>
            <a:ext cx="5410633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path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2BD88D5-805C-C349-38F2-4F4C05175A3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0727" y="5807076"/>
            <a:ext cx="5410633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path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9322A93-18C3-BC81-6C29-6BDDF147ECC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90787" y="5807076"/>
            <a:ext cx="5410633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path</a:t>
            </a:r>
          </a:p>
        </p:txBody>
      </p:sp>
      <p:sp>
        <p:nvSpPr>
          <p:cNvPr id="5" name="Footer Placeholder 793">
            <a:extLst>
              <a:ext uri="{FF2B5EF4-FFF2-40B4-BE49-F238E27FC236}">
                <a16:creationId xmlns:a16="http://schemas.microsoft.com/office/drawing/2014/main" id="{54552382-0022-2AB5-AFA9-38588DF95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87870" y="6409657"/>
            <a:ext cx="4114800" cy="252000"/>
          </a:xfrm>
        </p:spPr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6" name="Slide Number Placeholder 794">
            <a:extLst>
              <a:ext uri="{FF2B5EF4-FFF2-40B4-BE49-F238E27FC236}">
                <a16:creationId xmlns:a16="http://schemas.microsoft.com/office/drawing/2014/main" id="{0F1A84CC-E0D1-200F-23BF-D9A077B14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3250" y="6401262"/>
            <a:ext cx="324000" cy="252000"/>
          </a:xfrm>
        </p:spPr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927914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1FD1A9-A1E6-4637-A63D-DB937B5CA4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71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4962562"/>
            <a:ext cx="9796272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89" y="2952000"/>
            <a:ext cx="978689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accent4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7BFC014-840F-49E6-876B-8D36C4F80AA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658813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9" name="Line">
            <a:extLst>
              <a:ext uri="{FF2B5EF4-FFF2-40B4-BE49-F238E27FC236}">
                <a16:creationId xmlns:a16="http://schemas.microsoft.com/office/drawing/2014/main" id="{A2AAC550-A760-4808-971F-C107AF9FFA4B}"/>
              </a:ext>
            </a:extLst>
          </p:cNvPr>
          <p:cNvPicPr>
            <a:picLocks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682989" y="4780351"/>
            <a:ext cx="4979635" cy="9098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0B570AA5-3509-451D-B12B-A9E10E56A3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0434" y="6392405"/>
            <a:ext cx="2743200" cy="25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EF02234-7C8F-4633-B506-C760E02ED59B}" type="datetime1">
              <a:rPr lang="en-GB" smtClean="0"/>
              <a:t>15/04/2026</a:t>
            </a:fld>
            <a:endParaRPr lang="en-GB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B69E9C0-49A3-408B-8E81-6900AC6C5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Powered by Partnership. Driven by Innovation.</a:t>
            </a:r>
            <a:endParaRPr lang="en-GB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9CFBA96-2B00-4625-85D6-B57F3F142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893047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1FD1A9-A1E6-4637-A63D-DB937B5CA4D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71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4962562"/>
            <a:ext cx="9796272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89" y="2952000"/>
            <a:ext cx="978689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7BFC014-840F-49E6-876B-8D36C4F80AA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658813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9" name="Line">
            <a:extLst>
              <a:ext uri="{FF2B5EF4-FFF2-40B4-BE49-F238E27FC236}">
                <a16:creationId xmlns:a16="http://schemas.microsoft.com/office/drawing/2014/main" id="{A2AAC550-A760-4808-971F-C107AF9FFA4B}"/>
              </a:ext>
            </a:extLst>
          </p:cNvPr>
          <p:cNvPicPr>
            <a:picLocks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682989" y="4780351"/>
            <a:ext cx="4979635" cy="9098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4B3460B1-9651-4644-9926-16AC74391A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2724" y="6392405"/>
            <a:ext cx="2743200" cy="25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69C8719-04D8-437B-8480-88846041D7D8}" type="datetime1">
              <a:rPr lang="en-GB" smtClean="0"/>
              <a:t>15/04/2026</a:t>
            </a:fld>
            <a:endParaRPr lang="en-GB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96572E9B-310F-483A-81CA-D71C772EA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Powered by Partnership. Driven by Innovation.</a:t>
            </a:r>
            <a:endParaRPr lang="en-GB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4C83A1E-9A79-4E4A-BF41-07D0121FB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6387267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0C501-BA5B-4C42-84D2-ED731C3B449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2709EFC-79FF-4278-B7BF-8C6DC3CBA194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F7F61A98-A0CF-4246-8434-89A70C039DBF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0" y="0"/>
            <a:ext cx="4085463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08500" y="3706434"/>
            <a:ext cx="6658840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8108" y="1695872"/>
            <a:ext cx="665884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10" name="Line">
            <a:extLst>
              <a:ext uri="{FF2B5EF4-FFF2-40B4-BE49-F238E27FC236}">
                <a16:creationId xmlns:a16="http://schemas.microsoft.com/office/drawing/2014/main" id="{D8CEE087-9A4F-4559-B49F-15BAD956173E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4498108" y="3524223"/>
            <a:ext cx="4979635" cy="90985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94780-6B39-4373-9056-F2C49D7C47F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39D89-E9C9-42B8-A1D8-1A68B3C475F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82765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440000"/>
            <a:ext cx="5400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A2AAC1-2978-4345-9225-1EC875F19B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6190" y="1440000"/>
            <a:ext cx="5364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C6E3EF12-519C-4F8C-B227-7CD7B702C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7B55F-8057-4BB2-A518-54BE16F2E4C9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1D5CA05A-C91A-444E-8023-2F306324B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4D2BB7B-5EC0-4C28-87BE-E6C61AA8A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5DFEBCF-C5E6-4CA2-AF84-C68688EA1C04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F55AED-4FEE-4486-BC2C-9EB53B34F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3265479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21E329-94E2-464F-BC27-1578964E5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709" y="1476944"/>
            <a:ext cx="5395020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5E98A8-820D-4339-A22B-818171C77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8902" y="2169045"/>
            <a:ext cx="5399233" cy="403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A552A6-2B01-46FB-B581-B11816688E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3308" y="1476944"/>
            <a:ext cx="5399232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66624372-C806-49C7-B5B3-B471FB84E306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25131" y="2156319"/>
            <a:ext cx="5399233" cy="403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B1CD2AD1-449A-4F44-87F3-51D925B6B23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767DBA7-20A7-4623-95E4-EA00CA0C2885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78C02DC0-1D54-4077-A3AE-CE6AE738204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30F974C-5E8C-48FE-9EBF-6D61C4ACCD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97D89E0-F3A1-4CF1-AFB1-A85F6F1ADED0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F769518-4816-46BB-AAED-97648A1C8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1116383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0728" y="133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1C96A28-455A-4C90-BCF7-5B370482BEC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01361" y="385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81222174-B5D3-4D67-88FE-E144DEE3FE36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9898" y="133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475E464-D945-4177-98BA-904DEB6B026F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272059" y="385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4AD7EF-1A8C-4EB7-A9F7-C86FDD13DB7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C513D14D-05E1-4F39-9837-0DB3A920E29C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152516-C652-40E0-A0E5-B9ADA7B8AF9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E6685B-740F-4E4A-90C9-64331236C97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A4D4AA6-3618-4C18-98CE-AF5E0C051D1F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C3386FA-7DB2-43A1-98E0-30655E0EF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9577735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5A7142-9670-4CBD-BEB3-65148FF80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1AC17-5A81-4E68-AFA1-7AF0113B11AA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960751-3363-4197-86A3-8617F72DF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28ACE3-F4BC-4BB3-975A-583AAA3EA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9" name="Content Placeholder 12">
            <a:extLst>
              <a:ext uri="{FF2B5EF4-FFF2-40B4-BE49-F238E27FC236}">
                <a16:creationId xmlns:a16="http://schemas.microsoft.com/office/drawing/2014/main" id="{913B3FC7-D6D7-4BF4-99DD-BC9A30B98F3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538" y="1373823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0" name="Content Placeholder 12">
            <a:extLst>
              <a:ext uri="{FF2B5EF4-FFF2-40B4-BE49-F238E27FC236}">
                <a16:creationId xmlns:a16="http://schemas.microsoft.com/office/drawing/2014/main" id="{401D03FF-D13D-4C52-9038-85AA3D41163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5044" y="137844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1" name="Content Placeholder 12">
            <a:extLst>
              <a:ext uri="{FF2B5EF4-FFF2-40B4-BE49-F238E27FC236}">
                <a16:creationId xmlns:a16="http://schemas.microsoft.com/office/drawing/2014/main" id="{88F92D5D-4E12-4149-9E4D-0D37D209FA3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099550" y="1373822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2" name="Content Placeholder 12">
            <a:extLst>
              <a:ext uri="{FF2B5EF4-FFF2-40B4-BE49-F238E27FC236}">
                <a16:creationId xmlns:a16="http://schemas.microsoft.com/office/drawing/2014/main" id="{06298E8B-9D61-400A-A266-185C1875931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90538" y="3871913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3" name="Content Placeholder 12">
            <a:extLst>
              <a:ext uri="{FF2B5EF4-FFF2-40B4-BE49-F238E27FC236}">
                <a16:creationId xmlns:a16="http://schemas.microsoft.com/office/drawing/2014/main" id="{C0C74D3B-4CBD-43D7-9CCE-25A356BC2E5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301081" y="387653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4" name="Content Placeholder 12">
            <a:extLst>
              <a:ext uri="{FF2B5EF4-FFF2-40B4-BE49-F238E27FC236}">
                <a16:creationId xmlns:a16="http://schemas.microsoft.com/office/drawing/2014/main" id="{78FD959B-1ECC-42F1-A025-DE3464026CE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11625" y="386981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8A496D1-9393-4C7C-B049-D3456602BC47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B33454CA-BC31-487D-B03B-A1C755735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469284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AF94DF-C3B2-4D53-A160-16795F1A79C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7ED87E-A5D3-4F5C-95D3-EFDD8841158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AC7824-6763-43D7-8EC6-90566B7BA24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881164" y="6392405"/>
            <a:ext cx="2743200" cy="252000"/>
          </a:xfrm>
        </p:spPr>
        <p:txBody>
          <a:bodyPr/>
          <a:lstStyle/>
          <a:p>
            <a:fld id="{A4517208-4246-42AE-B0E3-0B7B97C13A82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E156BF3C-C8C1-412F-AE23-C486ECF90669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543793" y="0"/>
            <a:ext cx="10648207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4E97A0-7CE3-4C3A-8865-E44AEC366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198266" y="3036731"/>
            <a:ext cx="5841220" cy="487756"/>
          </a:xfrm>
        </p:spPr>
        <p:txBody>
          <a:bodyPr lIns="0" rIns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6" name="Line">
            <a:extLst>
              <a:ext uri="{FF2B5EF4-FFF2-40B4-BE49-F238E27FC236}">
                <a16:creationId xmlns:a16="http://schemas.microsoft.com/office/drawing/2014/main" id="{4EBD82E6-20EE-4CF2-BEF3-037F483496F4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 rot="16200000">
            <a:off x="-1320467" y="3665909"/>
            <a:ext cx="4979635" cy="90985"/>
          </a:xfrm>
          <a:prstGeom prst="rect">
            <a:avLst/>
          </a:prstGeom>
        </p:spPr>
      </p:pic>
      <p:pic>
        <p:nvPicPr>
          <p:cNvPr id="56" name="Picture 55" descr="A close up of a sign&#10;&#10;Description automatically generated">
            <a:extLst>
              <a:ext uri="{FF2B5EF4-FFF2-40B4-BE49-F238E27FC236}">
                <a16:creationId xmlns:a16="http://schemas.microsoft.com/office/drawing/2014/main" id="{93845E4D-87FB-4B23-889D-380B14CD7A2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1085404" y="359999"/>
            <a:ext cx="654492" cy="609465"/>
          </a:xfrm>
          <a:prstGeom prst="roundRect">
            <a:avLst>
              <a:gd name="adj" fmla="val 0"/>
            </a:avLst>
          </a:prstGeom>
          <a:effectLst/>
        </p:spPr>
      </p:pic>
    </p:spTree>
    <p:extLst>
      <p:ext uri="{BB962C8B-B14F-4D97-AF65-F5344CB8AC3E}">
        <p14:creationId xmlns:p14="http://schemas.microsoft.com/office/powerpoint/2010/main" val="22636899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lf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7770C3A-2D06-4FDF-834F-E5643820E71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16865" y="2105247"/>
            <a:ext cx="5321935" cy="409198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0B7C529F-0568-4433-A564-554C8021DE89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6091440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Add Your Picture Here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FD861E-2DA5-47BD-BE84-1F17B52117FE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37" t="13712" b="-2"/>
          <a:stretch/>
        </p:blipFill>
        <p:spPr>
          <a:xfrm>
            <a:off x="6409879" y="1828799"/>
            <a:ext cx="5325618" cy="77242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184A8EA3-CB45-4C1E-A848-C7029088646B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6413180" y="613541"/>
            <a:ext cx="4602915" cy="360000"/>
          </a:xfrm>
          <a:noFill/>
        </p:spPr>
        <p:txBody>
          <a:bodyPr lIns="36000" tIns="0" rIns="0" bIns="0" anchor="b" anchorCtr="0">
            <a:normAutofit/>
          </a:bodyPr>
          <a:lstStyle>
            <a:lvl1pPr marL="0" indent="0" algn="l">
              <a:buNone/>
              <a:defRPr sz="1800" b="1">
                <a:solidFill>
                  <a:schemeClr val="accent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68F5D19-11A4-43DD-AD39-E77B45ACD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180" y="990600"/>
            <a:ext cx="5325619" cy="810000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8451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rrow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CE2DB39-5B52-49F8-B689-1337FC1C8804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3209722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Add Your Picture Here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23235F0B-EB72-44E4-9E35-636834A021F1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3600001" y="90000"/>
            <a:ext cx="7236000" cy="324000"/>
          </a:xfrm>
          <a:noFill/>
        </p:spPr>
        <p:txBody>
          <a:bodyPr lIns="36000" tIns="0" rIns="0" bIns="0" anchor="b" anchorCtr="0">
            <a:normAutofit/>
          </a:bodyPr>
          <a:lstStyle>
            <a:lvl1pPr marL="0" indent="0" algn="l">
              <a:buNone/>
              <a:defRPr sz="1800" b="1">
                <a:solidFill>
                  <a:schemeClr val="accent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3D99278-DE55-4541-9B96-52E5BEECB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4304" y="1444855"/>
            <a:ext cx="8089966" cy="47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6FBA568-DF37-45CB-8FA6-B8E666EA538D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10" t="-20662" r="559" b="-11321"/>
          <a:stretch/>
        </p:blipFill>
        <p:spPr>
          <a:xfrm>
            <a:off x="3614302" y="1177925"/>
            <a:ext cx="8113405" cy="85364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DAEEF55-887C-41E7-B43D-8D95B514A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0" y="432000"/>
            <a:ext cx="7236000" cy="684000"/>
          </a:xfrm>
        </p:spPr>
        <p:txBody>
          <a:bodyPr bIns="0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25272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277D9D6-CED7-4C47-AAB5-1AE3F400A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5270B-D6DD-4BCC-BC52-B9F71DFFA8AF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E98A9F-8124-43C7-8233-99AEDC8B3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128996E-D6CE-4B7B-9F5D-886F8A5A5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F598818-8260-420F-A61B-5CF7C150941D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7D305E8-66F3-4D16-8419-45C8980E3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78771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32AC1-29CC-4347-906D-BF83C3A65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F0CA6-3428-432C-811A-AB8E121DDCC7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A5081D-0E94-43AA-8C62-3477B97CE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E74EDA-B875-432B-9F43-4636817F8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91232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F2370-9E39-41A2-8549-AB14089F19E9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5D11CC8-3D51-4468-8A7A-7287D1752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11236270" cy="47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966A89F-5E6E-4D5E-B85A-E4BC90EC91B0}"/>
              </a:ext>
            </a:extLst>
          </p:cNvPr>
          <p:cNvPicPr>
            <a:picLocks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8" name="Title 5">
            <a:extLst>
              <a:ext uri="{FF2B5EF4-FFF2-40B4-BE49-F238E27FC236}">
                <a16:creationId xmlns:a16="http://schemas.microsoft.com/office/drawing/2014/main" id="{3E60B942-F8AD-4B47-A5DB-BB82A98AB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7554424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Date Placeholder 529">
            <a:extLst>
              <a:ext uri="{FF2B5EF4-FFF2-40B4-BE49-F238E27FC236}">
                <a16:creationId xmlns:a16="http://schemas.microsoft.com/office/drawing/2014/main" id="{4E897482-955E-4641-8274-4471E3D5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07C0D-6B2B-4BB7-A447-93B318BA61C4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531" name="Footer Placeholder 530">
            <a:extLst>
              <a:ext uri="{FF2B5EF4-FFF2-40B4-BE49-F238E27FC236}">
                <a16:creationId xmlns:a16="http://schemas.microsoft.com/office/drawing/2014/main" id="{409E6082-30A2-49EC-900F-90177FED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32" name="Slide Number Placeholder 531">
            <a:extLst>
              <a:ext uri="{FF2B5EF4-FFF2-40B4-BE49-F238E27FC236}">
                <a16:creationId xmlns:a16="http://schemas.microsoft.com/office/drawing/2014/main" id="{DD45E5A5-BF18-41E9-A5FC-200885BE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C0F0D46-AB2D-4622-B449-2118C6E90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38246"/>
            <a:ext cx="11232000" cy="436195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44B17A3-4856-4F26-BDEE-526BE7CA962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1436595"/>
            <a:ext cx="11235600" cy="329206"/>
          </a:xfrm>
        </p:spPr>
        <p:txBody>
          <a:bodyPr lIns="72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kern="0" cap="none" spc="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subtitle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045A63F-9E96-42B5-A976-4E9FCADCEBBA}"/>
              </a:ext>
            </a:extLst>
          </p:cNvPr>
          <p:cNvPicPr>
            <a:picLocks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6E491AC0-1332-46AE-9FA1-CA0F5C0AB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51229633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, 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Date Placeholder 792">
            <a:extLst>
              <a:ext uri="{FF2B5EF4-FFF2-40B4-BE49-F238E27FC236}">
                <a16:creationId xmlns:a16="http://schemas.microsoft.com/office/drawing/2014/main" id="{20D5AE6B-86D6-4A9D-A2CD-EB2E7FD0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9D9A6-05CF-4BBD-B356-544CD93E9BCE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794" name="Footer Placeholder 793">
            <a:extLst>
              <a:ext uri="{FF2B5EF4-FFF2-40B4-BE49-F238E27FC236}">
                <a16:creationId xmlns:a16="http://schemas.microsoft.com/office/drawing/2014/main" id="{44B7771D-F36D-4E96-953F-7EC7A4C6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795" name="Slide Number Placeholder 794">
            <a:extLst>
              <a:ext uri="{FF2B5EF4-FFF2-40B4-BE49-F238E27FC236}">
                <a16:creationId xmlns:a16="http://schemas.microsoft.com/office/drawing/2014/main" id="{D42055D7-7ABD-49AB-BB20-02C8D678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23407A2-5FB9-49FA-8FD4-515111883E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11236270" cy="47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32CCE79-3EE6-4CAA-B525-A2EDF026058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2"/>
            <a:ext cx="10368000" cy="326379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Section header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02973F9-7731-4AC1-87AE-23E1427E89B4}"/>
              </a:ext>
            </a:extLst>
          </p:cNvPr>
          <p:cNvPicPr>
            <a:picLocks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59F989B2-8FA5-43E9-9516-49FD5605A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23708"/>
            <a:ext cx="10368000" cy="684000"/>
          </a:xfrm>
        </p:spPr>
        <p:txBody>
          <a:bodyPr tIns="72000" bIns="0" anchor="ctr" anchorCtr="0"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0863319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84119E5-C196-A24E-9FB2-AD1DC66305A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DEEC9E-28A9-8C44-9EF4-E5E44299894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70400" y="3168072"/>
            <a:ext cx="3195782" cy="2204641"/>
          </a:xfrm>
          <a:prstGeom prst="rect">
            <a:avLst/>
          </a:prstGeom>
        </p:spPr>
      </p:pic>
      <p:sp>
        <p:nvSpPr>
          <p:cNvPr id="16" name="Text Placeholder 72">
            <a:extLst>
              <a:ext uri="{FF2B5EF4-FFF2-40B4-BE49-F238E27FC236}">
                <a16:creationId xmlns:a16="http://schemas.microsoft.com/office/drawing/2014/main" id="{8603DA45-286D-4E38-8A6D-F1CDB3DA232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8329" y="5691980"/>
            <a:ext cx="4055339" cy="345103"/>
          </a:xfrm>
        </p:spPr>
        <p:txBody>
          <a:bodyPr lIns="0" tIns="36000" rIns="36000" bIns="36000" anchor="ctr"/>
          <a:lstStyle>
            <a:lvl1pPr marL="0" indent="0" algn="ctr">
              <a:buFontTx/>
              <a:buNone/>
              <a:defRPr sz="1200" spc="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www.biomar.com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974853-5F26-4DA8-9D84-AD1F48F7B7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36E75358-67D2-4C25-AB74-9FDEA2F66FF8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A4B062B-DE74-4D38-82ED-CD55CB31126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4912303-7C13-44FB-987B-24B3E9030D8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024000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CB9444-F049-495F-92FD-243D51C6FC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000" y="1444855"/>
            <a:ext cx="11236270" cy="4752000"/>
          </a:xfrm>
          <a:prstGeom prst="rect">
            <a:avLst/>
          </a:prstGeom>
        </p:spPr>
        <p:txBody>
          <a:bodyPr vert="horz" lIns="91440" tIns="90000" rIns="91440" bIns="3600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043BD8-4B5F-4868-AF87-CF8FCFD62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368000" cy="684000"/>
          </a:xfrm>
          <a:prstGeom prst="rect">
            <a:avLst/>
          </a:prstGeom>
        </p:spPr>
        <p:txBody>
          <a:bodyPr vert="horz" lIns="0" tIns="36000" rIns="36000" bIns="36000" rtlCol="0" anchor="ctr" anchorCtr="0">
            <a:normAutofit/>
          </a:bodyPr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3612C-AF42-417D-93FC-3226F8F278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68000" y="6392405"/>
            <a:ext cx="2743200" cy="252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l">
              <a:defRPr sz="1100">
                <a:solidFill>
                  <a:srgbClr val="9D9D9C"/>
                </a:solidFill>
              </a:defRPr>
            </a:lvl1pPr>
          </a:lstStyle>
          <a:p>
            <a:fld id="{7DB5520A-C8F4-4103-87E0-AFC10A983064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83B89E-B8AD-4E37-A47E-70BC889921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87870" y="6409657"/>
            <a:ext cx="4114800" cy="252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r">
              <a:defRPr sz="1100">
                <a:solidFill>
                  <a:srgbClr val="9D9D9C"/>
                </a:solidFill>
              </a:defRPr>
            </a:lvl1pPr>
          </a:lstStyle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964C64-28FA-4980-ADCD-834A954E04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3250" y="6401262"/>
            <a:ext cx="324000" cy="252000"/>
          </a:xfrm>
          <a:prstGeom prst="rect">
            <a:avLst/>
          </a:prstGeom>
          <a:blipFill dpi="0" rotWithShape="1"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vert="horz" lIns="36000" tIns="0" rIns="0" bIns="0" rtlCol="0" anchor="ctr"/>
          <a:lstStyle>
            <a:lvl1pPr algn="r">
              <a:defRPr sz="1200" b="1">
                <a:solidFill>
                  <a:schemeClr val="tx2"/>
                </a:solidFill>
              </a:defRPr>
            </a:lvl1pPr>
          </a:lstStyle>
          <a:p>
            <a:fld id="{66F6B9C1-1745-48B0-A8CA-B72E47831159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534" name="Picture 533" descr="A close up of a sign&#10;&#10;Description automatically generated">
            <a:extLst>
              <a:ext uri="{FF2B5EF4-FFF2-40B4-BE49-F238E27FC236}">
                <a16:creationId xmlns:a16="http://schemas.microsoft.com/office/drawing/2014/main" id="{1F8C5BA3-AD8F-4479-9B13-3625AF99EF20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1085404" y="359999"/>
            <a:ext cx="654492" cy="609465"/>
          </a:xfrm>
          <a:prstGeom prst="roundRect">
            <a:avLst>
              <a:gd name="adj" fmla="val 0"/>
            </a:avLst>
          </a:prstGeom>
          <a:effectLst/>
        </p:spPr>
      </p:pic>
    </p:spTree>
    <p:extLst>
      <p:ext uri="{BB962C8B-B14F-4D97-AF65-F5344CB8AC3E}">
        <p14:creationId xmlns:p14="http://schemas.microsoft.com/office/powerpoint/2010/main" val="549759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1" r:id="rId3"/>
    <p:sldLayoutId id="2147483667" r:id="rId4"/>
    <p:sldLayoutId id="2147483668" r:id="rId5"/>
    <p:sldLayoutId id="2147483675" r:id="rId6"/>
    <p:sldLayoutId id="2147483677" r:id="rId7"/>
    <p:sldLayoutId id="2147483676" r:id="rId8"/>
    <p:sldLayoutId id="2147483651" r:id="rId9"/>
    <p:sldLayoutId id="2147483669" r:id="rId10"/>
    <p:sldLayoutId id="2147483665" r:id="rId11"/>
    <p:sldLayoutId id="2147483652" r:id="rId12"/>
    <p:sldLayoutId id="2147483653" r:id="rId13"/>
    <p:sldLayoutId id="2147483664" r:id="rId14"/>
    <p:sldLayoutId id="2147483666" r:id="rId15"/>
    <p:sldLayoutId id="2147483662" r:id="rId16"/>
    <p:sldLayoutId id="2147483663" r:id="rId17"/>
    <p:sldLayoutId id="2147483674" r:id="rId18"/>
    <p:sldLayoutId id="2147483654" r:id="rId19"/>
    <p:sldLayoutId id="2147483655" r:id="rId20"/>
    <p:sldLayoutId id="2147483670" r:id="rId21"/>
    <p:sldLayoutId id="2147483672" r:id="rId22"/>
    <p:sldLayoutId id="2147483673" r:id="rId23"/>
    <p:sldLayoutId id="2147483661" r:id="rId2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baseline="0">
          <a:solidFill>
            <a:srgbClr val="1F3E77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12" Type="http://schemas.openxmlformats.org/officeDocument/2006/relationships/image" Target="../media/image19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3.svg"/><Relationship Id="rId11" Type="http://schemas.openxmlformats.org/officeDocument/2006/relationships/image" Target="../media/image18.svg"/><Relationship Id="rId5" Type="http://schemas.openxmlformats.org/officeDocument/2006/relationships/image" Target="../media/image12.sv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svg"/><Relationship Id="rId3" Type="http://schemas.openxmlformats.org/officeDocument/2006/relationships/hyperlink" Target="mailto:design@biomar.com" TargetMode="External"/><Relationship Id="rId7" Type="http://schemas.openxmlformats.org/officeDocument/2006/relationships/image" Target="../media/image50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49.svg"/><Relationship Id="rId11" Type="http://schemas.openxmlformats.org/officeDocument/2006/relationships/image" Target="../media/image54.svg"/><Relationship Id="rId5" Type="http://schemas.openxmlformats.org/officeDocument/2006/relationships/image" Target="../media/image27.svg"/><Relationship Id="rId10" Type="http://schemas.openxmlformats.org/officeDocument/2006/relationships/image" Target="../media/image53.svg"/><Relationship Id="rId4" Type="http://schemas.openxmlformats.org/officeDocument/2006/relationships/image" Target="../media/image26.svg"/><Relationship Id="rId9" Type="http://schemas.openxmlformats.org/officeDocument/2006/relationships/image" Target="../media/image52.sv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mailto:design@biomar.com" TargetMode="External"/><Relationship Id="rId1" Type="http://schemas.openxmlformats.org/officeDocument/2006/relationships/slideLayout" Target="../slideLayouts/slideLayout13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4BDC2C-11A1-C19E-3BBD-BDE486577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2</a:t>
            </a:fld>
            <a:endParaRPr lang="en-GB" noProof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7643261-489B-E007-7E74-62399DEC0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1249250" cy="684000"/>
          </a:xfrm>
        </p:spPr>
        <p:txBody>
          <a:bodyPr/>
          <a:lstStyle/>
          <a:p>
            <a:pPr algn="ctr"/>
            <a:r>
              <a:rPr lang="en-GB"/>
              <a:t>Challenges</a:t>
            </a:r>
            <a:endParaRPr lang="en-DK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D828B8-0F41-E325-560C-C3C19F746E23}"/>
              </a:ext>
            </a:extLst>
          </p:cNvPr>
          <p:cNvSpPr/>
          <p:nvPr/>
        </p:nvSpPr>
        <p:spPr>
          <a:xfrm>
            <a:off x="468000" y="3048686"/>
            <a:ext cx="1719074" cy="4859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GB" sz="1467" b="1">
                <a:solidFill>
                  <a:srgbClr val="1F3E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Disruption</a:t>
            </a:r>
          </a:p>
          <a:p>
            <a:pPr algn="ctr"/>
            <a:endParaRPr lang="en-GB" sz="1450">
              <a:solidFill>
                <a:srgbClr val="1F3E7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C0F5D5-CB15-F076-B9B8-72052D7BF464}"/>
              </a:ext>
            </a:extLst>
          </p:cNvPr>
          <p:cNvSpPr/>
          <p:nvPr/>
        </p:nvSpPr>
        <p:spPr>
          <a:xfrm>
            <a:off x="2855600" y="3048686"/>
            <a:ext cx="1719074" cy="4859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GB" sz="1467" b="1">
                <a:solidFill>
                  <a:srgbClr val="1F3E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Disorganisation</a:t>
            </a:r>
          </a:p>
          <a:p>
            <a:pPr algn="ctr"/>
            <a:r>
              <a:rPr lang="en-GB" sz="1450">
                <a:solidFill>
                  <a:srgbClr val="1F3E77"/>
                </a:solidFill>
                <a:latin typeface="Arial"/>
                <a:cs typeface="Arial"/>
              </a:rPr>
              <a:t>No clear brief </a:t>
            </a:r>
            <a:endParaRPr lang="en-GB" sz="1450">
              <a:solidFill>
                <a:srgbClr val="1F3E7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CBF95B-89AC-31C5-CEE8-02A0B138B516}"/>
              </a:ext>
            </a:extLst>
          </p:cNvPr>
          <p:cNvSpPr/>
          <p:nvPr/>
        </p:nvSpPr>
        <p:spPr>
          <a:xfrm>
            <a:off x="5142398" y="3048686"/>
            <a:ext cx="1719074" cy="4859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GB" sz="1467" b="1">
                <a:solidFill>
                  <a:srgbClr val="1F3E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Versions</a:t>
            </a:r>
          </a:p>
          <a:p>
            <a:pPr algn="ctr"/>
            <a:r>
              <a:rPr lang="en-GB" sz="1450">
                <a:solidFill>
                  <a:srgbClr val="1F3E77"/>
                </a:solidFill>
                <a:latin typeface="Arial"/>
                <a:cs typeface="Arial"/>
              </a:rPr>
              <a:t>5+</a:t>
            </a:r>
            <a:endParaRPr lang="en-GB" sz="1450">
              <a:solidFill>
                <a:srgbClr val="1F3E7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A36CB5-DA8C-D484-E53A-A23D4B421D8C}"/>
              </a:ext>
            </a:extLst>
          </p:cNvPr>
          <p:cNvSpPr/>
          <p:nvPr/>
        </p:nvSpPr>
        <p:spPr>
          <a:xfrm>
            <a:off x="7274540" y="3048686"/>
            <a:ext cx="1719074" cy="4859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GB" sz="1467" b="1">
                <a:solidFill>
                  <a:srgbClr val="1F3E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Editing</a:t>
            </a:r>
          </a:p>
          <a:p>
            <a:pPr algn="ctr"/>
            <a:r>
              <a:rPr lang="en-GB" sz="1467">
                <a:solidFill>
                  <a:srgbClr val="1F3E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 + content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97E432D-FF7D-8A45-F6A4-CA5039EDCA72}"/>
              </a:ext>
            </a:extLst>
          </p:cNvPr>
          <p:cNvSpPr/>
          <p:nvPr/>
        </p:nvSpPr>
        <p:spPr>
          <a:xfrm>
            <a:off x="9749642" y="3048686"/>
            <a:ext cx="1987833" cy="4859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GB" sz="1467" b="1">
                <a:solidFill>
                  <a:srgbClr val="1F3E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Inefficient</a:t>
            </a:r>
          </a:p>
          <a:p>
            <a:pPr algn="ctr"/>
            <a:r>
              <a:rPr lang="en-GB" sz="1450">
                <a:solidFill>
                  <a:srgbClr val="1F3E77"/>
                </a:solidFill>
                <a:latin typeface="Arial"/>
                <a:cs typeface="Arial"/>
              </a:rPr>
              <a:t>Unnecessary meetings</a:t>
            </a:r>
            <a:endParaRPr lang="en-GB" sz="1450">
              <a:solidFill>
                <a:srgbClr val="1F3E7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3E4B8A7-4B57-3148-4BBD-03617F123BF2}"/>
              </a:ext>
            </a:extLst>
          </p:cNvPr>
          <p:cNvSpPr/>
          <p:nvPr/>
        </p:nvSpPr>
        <p:spPr>
          <a:xfrm>
            <a:off x="468000" y="5438960"/>
            <a:ext cx="1918940" cy="4859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GB" sz="1467" b="1">
                <a:solidFill>
                  <a:srgbClr val="1F3E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Confusion</a:t>
            </a:r>
          </a:p>
          <a:p>
            <a:pPr algn="ctr"/>
            <a:r>
              <a:rPr lang="en-GB" sz="1450">
                <a:solidFill>
                  <a:srgbClr val="1F3E77"/>
                </a:solidFill>
                <a:latin typeface="Arial"/>
                <a:cs typeface="Arial"/>
              </a:rPr>
              <a:t>Due to disorganisation</a:t>
            </a:r>
            <a:endParaRPr lang="en-GB" sz="1450">
              <a:solidFill>
                <a:srgbClr val="1F3E7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3F30B6-F199-2C0D-0510-3FF0E77BF1CE}"/>
              </a:ext>
            </a:extLst>
          </p:cNvPr>
          <p:cNvSpPr/>
          <p:nvPr/>
        </p:nvSpPr>
        <p:spPr>
          <a:xfrm>
            <a:off x="3036525" y="5438960"/>
            <a:ext cx="1719074" cy="4859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GB" sz="1467" b="1">
                <a:solidFill>
                  <a:srgbClr val="1F3E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Clear Process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951EBCE-77D9-89D3-9B9C-9087ADCD4E60}"/>
              </a:ext>
            </a:extLst>
          </p:cNvPr>
          <p:cNvSpPr/>
          <p:nvPr/>
        </p:nvSpPr>
        <p:spPr>
          <a:xfrm>
            <a:off x="5243200" y="5438960"/>
            <a:ext cx="1719074" cy="4859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GB" sz="1467" b="1">
                <a:solidFill>
                  <a:srgbClr val="1F3E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Priority</a:t>
            </a:r>
          </a:p>
          <a:p>
            <a:pPr algn="ctr"/>
            <a:r>
              <a:rPr lang="en-GB" sz="1450">
                <a:solidFill>
                  <a:srgbClr val="1F3E77"/>
                </a:solidFill>
                <a:latin typeface="Arial"/>
                <a:cs typeface="Arial"/>
              </a:rPr>
              <a:t>Scream loudest</a:t>
            </a:r>
            <a:endParaRPr lang="en-GB" sz="1450">
              <a:solidFill>
                <a:srgbClr val="1F3E7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1D55EE3-61D0-71B0-1A6F-65137A711A75}"/>
              </a:ext>
            </a:extLst>
          </p:cNvPr>
          <p:cNvSpPr/>
          <p:nvPr/>
        </p:nvSpPr>
        <p:spPr>
          <a:xfrm>
            <a:off x="7630800" y="5438960"/>
            <a:ext cx="1719074" cy="4859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GB" sz="1467" b="1">
                <a:solidFill>
                  <a:srgbClr val="1F3E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ASAP</a:t>
            </a:r>
          </a:p>
          <a:p>
            <a:pPr algn="ctr"/>
            <a:r>
              <a:rPr lang="en-GB" sz="1450">
                <a:solidFill>
                  <a:srgbClr val="1F3E77"/>
                </a:solidFill>
                <a:latin typeface="Arial"/>
                <a:cs typeface="Arial"/>
              </a:rPr>
              <a:t>Need dates</a:t>
            </a:r>
            <a:endParaRPr lang="en-GB" sz="1450">
              <a:solidFill>
                <a:srgbClr val="1F3E7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2CFA075-9D5E-584A-BC49-7E8A1A825C4D}"/>
              </a:ext>
            </a:extLst>
          </p:cNvPr>
          <p:cNvSpPr/>
          <p:nvPr/>
        </p:nvSpPr>
        <p:spPr>
          <a:xfrm>
            <a:off x="10018401" y="5438960"/>
            <a:ext cx="1719074" cy="4859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GB" sz="1467" b="1">
                <a:solidFill>
                  <a:srgbClr val="1F3E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Value</a:t>
            </a:r>
          </a:p>
          <a:p>
            <a:pPr algn="ctr"/>
            <a:r>
              <a:rPr lang="en-GB" sz="1450">
                <a:solidFill>
                  <a:srgbClr val="1F3E77"/>
                </a:solidFill>
                <a:latin typeface="Arial"/>
                <a:cs typeface="Arial"/>
              </a:rPr>
              <a:t>What is the value?</a:t>
            </a:r>
            <a:endParaRPr lang="en-GB" sz="1450">
              <a:solidFill>
                <a:srgbClr val="1F3E7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5B603937-D551-5350-096B-1A7A6DB3F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pic>
        <p:nvPicPr>
          <p:cNvPr id="17" name="Graphic 16" descr="Megaphone1 with solid fill">
            <a:extLst>
              <a:ext uri="{FF2B5EF4-FFF2-40B4-BE49-F238E27FC236}">
                <a16:creationId xmlns:a16="http://schemas.microsoft.com/office/drawing/2014/main" id="{7359F3D0-DE89-1B21-033A-6B58AC6FC0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69428" y="4295898"/>
            <a:ext cx="914400" cy="914400"/>
          </a:xfrm>
          <a:prstGeom prst="rect">
            <a:avLst/>
          </a:prstGeom>
        </p:spPr>
      </p:pic>
      <p:pic>
        <p:nvPicPr>
          <p:cNvPr id="23" name="Graphic 22" descr="Comment Dislike with solid fill">
            <a:extLst>
              <a:ext uri="{FF2B5EF4-FFF2-40B4-BE49-F238E27FC236}">
                <a16:creationId xmlns:a16="http://schemas.microsoft.com/office/drawing/2014/main" id="{F6D5C781-08F5-2BB2-C753-E67E929B23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76877" y="1972124"/>
            <a:ext cx="914400" cy="914400"/>
          </a:xfrm>
          <a:prstGeom prst="rect">
            <a:avLst/>
          </a:prstGeom>
        </p:spPr>
      </p:pic>
      <p:pic>
        <p:nvPicPr>
          <p:cNvPr id="25" name="Graphic 24" descr="Comment Important with solid fill">
            <a:extLst>
              <a:ext uri="{FF2B5EF4-FFF2-40B4-BE49-F238E27FC236}">
                <a16:creationId xmlns:a16="http://schemas.microsoft.com/office/drawing/2014/main" id="{185080D1-2C95-AF41-D389-1BCDC0BD0B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33137" y="4298392"/>
            <a:ext cx="914400" cy="914400"/>
          </a:xfrm>
          <a:prstGeom prst="rect">
            <a:avLst/>
          </a:prstGeom>
        </p:spPr>
      </p:pic>
      <p:pic>
        <p:nvPicPr>
          <p:cNvPr id="27" name="Graphic 26" descr="Marketing with solid fill">
            <a:extLst>
              <a:ext uri="{FF2B5EF4-FFF2-40B4-BE49-F238E27FC236}">
                <a16:creationId xmlns:a16="http://schemas.microsoft.com/office/drawing/2014/main" id="{10AE7B6B-B78E-040A-227C-814B4D89A5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2337" y="1994892"/>
            <a:ext cx="914400" cy="914400"/>
          </a:xfrm>
          <a:prstGeom prst="rect">
            <a:avLst/>
          </a:prstGeom>
        </p:spPr>
      </p:pic>
      <p:pic>
        <p:nvPicPr>
          <p:cNvPr id="29" name="Graphic 28" descr="Network with solid fill">
            <a:extLst>
              <a:ext uri="{FF2B5EF4-FFF2-40B4-BE49-F238E27FC236}">
                <a16:creationId xmlns:a16="http://schemas.microsoft.com/office/drawing/2014/main" id="{4DEE1EEF-7AC0-C7CF-33E8-4653E32118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36691" y="4285258"/>
            <a:ext cx="914400" cy="914400"/>
          </a:xfrm>
          <a:prstGeom prst="rect">
            <a:avLst/>
          </a:prstGeom>
        </p:spPr>
      </p:pic>
      <p:pic>
        <p:nvPicPr>
          <p:cNvPr id="31" name="Graphic 30" descr="Network diagram with solid fill">
            <a:extLst>
              <a:ext uri="{FF2B5EF4-FFF2-40B4-BE49-F238E27FC236}">
                <a16:creationId xmlns:a16="http://schemas.microsoft.com/office/drawing/2014/main" id="{50F13E95-0182-64EA-3C5A-1FC8CE6705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04112" y="1972124"/>
            <a:ext cx="914400" cy="914400"/>
          </a:xfrm>
          <a:prstGeom prst="rect">
            <a:avLst/>
          </a:prstGeom>
        </p:spPr>
      </p:pic>
      <p:pic>
        <p:nvPicPr>
          <p:cNvPr id="35" name="Graphic 34" descr="Speaker phone with solid fill">
            <a:extLst>
              <a:ext uri="{FF2B5EF4-FFF2-40B4-BE49-F238E27FC236}">
                <a16:creationId xmlns:a16="http://schemas.microsoft.com/office/drawing/2014/main" id="{767D89EA-FD32-44E3-4B8E-F7F623BF46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420738" y="1937135"/>
            <a:ext cx="914400" cy="914400"/>
          </a:xfrm>
          <a:prstGeom prst="rect">
            <a:avLst/>
          </a:prstGeom>
        </p:spPr>
      </p:pic>
      <p:pic>
        <p:nvPicPr>
          <p:cNvPr id="37" name="Graphic 36" descr="Questions with solid fill">
            <a:extLst>
              <a:ext uri="{FF2B5EF4-FFF2-40B4-BE49-F238E27FC236}">
                <a16:creationId xmlns:a16="http://schemas.microsoft.com/office/drawing/2014/main" id="{C857ADE1-ABCA-C9C5-0C5D-4CBAB23001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84535" y="4285258"/>
            <a:ext cx="914400" cy="914400"/>
          </a:xfrm>
          <a:prstGeom prst="rect">
            <a:avLst/>
          </a:prstGeom>
        </p:spPr>
      </p:pic>
      <p:pic>
        <p:nvPicPr>
          <p:cNvPr id="41" name="Graphic 40" descr="Contract with solid fill">
            <a:extLst>
              <a:ext uri="{FF2B5EF4-FFF2-40B4-BE49-F238E27FC236}">
                <a16:creationId xmlns:a16="http://schemas.microsoft.com/office/drawing/2014/main" id="{8868DBEF-E163-78A6-109A-A8FCB327BF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255766" y="1942792"/>
            <a:ext cx="914400" cy="914400"/>
          </a:xfrm>
          <a:prstGeom prst="rect">
            <a:avLst/>
          </a:prstGeom>
        </p:spPr>
      </p:pic>
      <p:pic>
        <p:nvPicPr>
          <p:cNvPr id="45" name="Graphic 44" descr="Diamond with solid fill">
            <a:extLst>
              <a:ext uri="{FF2B5EF4-FFF2-40B4-BE49-F238E27FC236}">
                <a16:creationId xmlns:a16="http://schemas.microsoft.com/office/drawing/2014/main" id="{F9AC0361-F84C-7AE0-A8BC-DBAFAFF7B7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420738" y="438496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4924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F7B27E7-DCAC-A7EF-4A32-335580B728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How to reach out and when</a:t>
            </a:r>
            <a:endParaRPr lang="en-DK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61F1ED1-82AC-F1B9-DE92-DD50611D7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Process</a:t>
            </a:r>
            <a:endParaRPr lang="en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09B76B-CCF4-EC4B-0340-4202D5512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3</a:t>
            </a:fld>
            <a:endParaRPr lang="en-GB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13421E-CC82-1F99-EDAA-A5FEC001F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Powered by Partnership. Driven by Innovation.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6450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E9C732E-29AE-D827-475A-62C7AFB908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0D0679C-EA8E-7EA0-CDDD-AFD5A38F6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Start to Finish Process</a:t>
            </a:r>
            <a:endParaRPr lang="en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46703D-9F45-5C07-6F39-FBC991E4C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Powered by Partnership. Driven by Innovation.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101996-655B-F980-698A-14696BF24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15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949934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10604F0-AF8E-B136-D00F-2BE0B68AE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1249250" cy="684000"/>
          </a:xfrm>
        </p:spPr>
        <p:txBody>
          <a:bodyPr/>
          <a:lstStyle/>
          <a:p>
            <a:pPr algn="ctr"/>
            <a:r>
              <a:rPr lang="en-US"/>
              <a:t>Design Hub Process</a:t>
            </a:r>
            <a:endParaRPr lang="en-D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E2E9441-C026-B669-788A-63CF135310D8}"/>
              </a:ext>
            </a:extLst>
          </p:cNvPr>
          <p:cNvSpPr/>
          <p:nvPr/>
        </p:nvSpPr>
        <p:spPr>
          <a:xfrm>
            <a:off x="3662101" y="3248651"/>
            <a:ext cx="1953846" cy="6720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endParaRPr lang="en-GB" sz="1467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48C6C04F-A2A8-CD5F-04EE-1F7CAD79EED7}"/>
              </a:ext>
            </a:extLst>
          </p:cNvPr>
          <p:cNvGrpSpPr/>
          <p:nvPr/>
        </p:nvGrpSpPr>
        <p:grpSpPr>
          <a:xfrm>
            <a:off x="91062" y="1454490"/>
            <a:ext cx="2342439" cy="1657568"/>
            <a:chOff x="91062" y="1454490"/>
            <a:chExt cx="2342439" cy="165756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AD47D13-36CB-AE98-23F8-3D1E634F1AEC}"/>
                </a:ext>
              </a:extLst>
            </p:cNvPr>
            <p:cNvSpPr/>
            <p:nvPr/>
          </p:nvSpPr>
          <p:spPr>
            <a:xfrm>
              <a:off x="91062" y="2439983"/>
              <a:ext cx="2342439" cy="67207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/>
              <a:r>
                <a:rPr lang="en-US" sz="120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Fill out Brief form and send via email to </a:t>
              </a:r>
              <a:r>
                <a:rPr lang="en-US" sz="12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  <a:hlinkClick r:id="rId3"/>
                </a:rPr>
                <a:t>design@biomar.com</a:t>
              </a:r>
              <a:r>
                <a:rPr lang="en-US" sz="12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</a:t>
              </a:r>
            </a:p>
            <a:p>
              <a:pPr algn="ctr"/>
              <a:r>
                <a:rPr lang="en-GB" sz="1200" i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(Template Provided)</a:t>
              </a:r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7BCAEDAF-E718-83C7-8C9A-729C2DA9A8C8}"/>
                </a:ext>
              </a:extLst>
            </p:cNvPr>
            <p:cNvGrpSpPr/>
            <p:nvPr/>
          </p:nvGrpSpPr>
          <p:grpSpPr>
            <a:xfrm>
              <a:off x="775386" y="1454490"/>
              <a:ext cx="973790" cy="947580"/>
              <a:chOff x="4152522" y="1960193"/>
              <a:chExt cx="1124096" cy="1093840"/>
            </a:xfrm>
          </p:grpSpPr>
          <p:pic>
            <p:nvPicPr>
              <p:cNvPr id="14" name="Graphic 13" descr="Pencil">
                <a:extLst>
                  <a:ext uri="{FF2B5EF4-FFF2-40B4-BE49-F238E27FC236}">
                    <a16:creationId xmlns:a16="http://schemas.microsoft.com/office/drawing/2014/main" id="{A3CD5A9B-2E10-2316-4CB0-BD4F762DA7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362218" y="2139633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15" name="Graphic 14" descr="Document">
                <a:extLst>
                  <a:ext uri="{FF2B5EF4-FFF2-40B4-BE49-F238E27FC236}">
                    <a16:creationId xmlns:a16="http://schemas.microsoft.com/office/drawing/2014/main" id="{EA246C5A-CA75-3909-5F7A-6A3392244F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4152522" y="1960193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472491BF-7757-0475-D697-5166B4887AA7}"/>
              </a:ext>
            </a:extLst>
          </p:cNvPr>
          <p:cNvGrpSpPr/>
          <p:nvPr/>
        </p:nvGrpSpPr>
        <p:grpSpPr>
          <a:xfrm>
            <a:off x="429913" y="4472355"/>
            <a:ext cx="2571533" cy="1793251"/>
            <a:chOff x="429913" y="4472355"/>
            <a:chExt cx="2571533" cy="1793251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BC7AF08-8745-0251-0860-D9A289814A5B}"/>
                </a:ext>
              </a:extLst>
            </p:cNvPr>
            <p:cNvSpPr/>
            <p:nvPr/>
          </p:nvSpPr>
          <p:spPr>
            <a:xfrm>
              <a:off x="429913" y="5593531"/>
              <a:ext cx="2571533" cy="67207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/>
              <a:r>
                <a:rPr lang="en-US" sz="1200">
                  <a:solidFill>
                    <a:srgbClr val="1F3E77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Review Brief, input to Design Hub, tag contact person and inform via email. </a:t>
              </a:r>
              <a:r>
                <a:rPr lang="en-US" sz="1200" i="1">
                  <a:solidFill>
                    <a:srgbClr val="1F3E77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(Request any missing information or seek clarifications).</a:t>
              </a:r>
            </a:p>
          </p:txBody>
        </p:sp>
        <p:pic>
          <p:nvPicPr>
            <p:cNvPr id="57" name="Graphic 56" descr="Programmer female with solid fill">
              <a:extLst>
                <a:ext uri="{FF2B5EF4-FFF2-40B4-BE49-F238E27FC236}">
                  <a16:creationId xmlns:a16="http://schemas.microsoft.com/office/drawing/2014/main" id="{9B1B398F-408C-EEFE-99B7-2FD7238BAA3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258480" y="4472355"/>
              <a:ext cx="914400" cy="914400"/>
            </a:xfrm>
            <a:prstGeom prst="rect">
              <a:avLst/>
            </a:prstGeom>
          </p:spPr>
        </p:pic>
      </p:grp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9109152-2A23-968D-F246-1CD5F3FE7331}"/>
              </a:ext>
            </a:extLst>
          </p:cNvPr>
          <p:cNvSpPr/>
          <p:nvPr/>
        </p:nvSpPr>
        <p:spPr>
          <a:xfrm>
            <a:off x="474750" y="298240"/>
            <a:ext cx="1995055" cy="321425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Marketing/User</a:t>
            </a:r>
            <a:endParaRPr lang="en-DK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8243FDD-9CB5-0310-7D35-762A9C40D6D2}"/>
              </a:ext>
            </a:extLst>
          </p:cNvPr>
          <p:cNvSpPr/>
          <p:nvPr/>
        </p:nvSpPr>
        <p:spPr>
          <a:xfrm>
            <a:off x="474750" y="702792"/>
            <a:ext cx="1995055" cy="32142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Design Hub</a:t>
            </a:r>
            <a:endParaRPr lang="en-DK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ED9C4BFC-FAFF-7C40-A0B0-5EDDE8AC53F6}"/>
              </a:ext>
            </a:extLst>
          </p:cNvPr>
          <p:cNvGrpSpPr/>
          <p:nvPr/>
        </p:nvGrpSpPr>
        <p:grpSpPr>
          <a:xfrm>
            <a:off x="3314235" y="4640288"/>
            <a:ext cx="2258099" cy="1642840"/>
            <a:chOff x="3314235" y="4640288"/>
            <a:chExt cx="2258099" cy="1642840"/>
          </a:xfrm>
        </p:grpSpPr>
        <p:pic>
          <p:nvPicPr>
            <p:cNvPr id="70" name="Graphic 69" descr="Email with solid fill">
              <a:extLst>
                <a:ext uri="{FF2B5EF4-FFF2-40B4-BE49-F238E27FC236}">
                  <a16:creationId xmlns:a16="http://schemas.microsoft.com/office/drawing/2014/main" id="{D467E51C-8B5A-988C-0E72-E0D0E3A6A7D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070051" y="4640288"/>
              <a:ext cx="746467" cy="746467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6AE2B6C-970B-6AAC-F70B-FBE434CCA2FF}"/>
                </a:ext>
              </a:extLst>
            </p:cNvPr>
            <p:cNvSpPr/>
            <p:nvPr/>
          </p:nvSpPr>
          <p:spPr>
            <a:xfrm>
              <a:off x="3314235" y="5611053"/>
              <a:ext cx="2258099" cy="67207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/>
              <a:r>
                <a:rPr lang="en-US" sz="1200">
                  <a:solidFill>
                    <a:srgbClr val="1F3E77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Submit drafts via email following the same thread. Paths for files or links for videos. 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060462F3-4110-2287-A552-8AD399E3A16D}"/>
              </a:ext>
            </a:extLst>
          </p:cNvPr>
          <p:cNvGrpSpPr/>
          <p:nvPr/>
        </p:nvGrpSpPr>
        <p:grpSpPr>
          <a:xfrm>
            <a:off x="4780370" y="1608052"/>
            <a:ext cx="2625576" cy="1698624"/>
            <a:chOff x="4780370" y="1608052"/>
            <a:chExt cx="2625576" cy="1698624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0BBBD78-1347-2A67-456E-4334B8604091}"/>
                </a:ext>
              </a:extLst>
            </p:cNvPr>
            <p:cNvSpPr/>
            <p:nvPr/>
          </p:nvSpPr>
          <p:spPr>
            <a:xfrm>
              <a:off x="4780370" y="2634601"/>
              <a:ext cx="2625576" cy="67207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/>
              <a:r>
                <a:rPr lang="en-US" sz="120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Feedback submitted is relevant to the media type. Inform Design Hub via email that feedback has been given.</a:t>
              </a:r>
            </a:p>
          </p:txBody>
        </p:sp>
        <p:pic>
          <p:nvPicPr>
            <p:cNvPr id="24" name="Graphic 23" descr="Speech with solid fill">
              <a:extLst>
                <a:ext uri="{FF2B5EF4-FFF2-40B4-BE49-F238E27FC236}">
                  <a16:creationId xmlns:a16="http://schemas.microsoft.com/office/drawing/2014/main" id="{39C71223-9A28-FB57-4EC5-CC4739D2D9E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635958" y="1608052"/>
              <a:ext cx="914400" cy="914400"/>
            </a:xfrm>
            <a:prstGeom prst="rect">
              <a:avLst/>
            </a:prstGeom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DD86C6D-D04D-3633-054D-9974179F23B1}"/>
              </a:ext>
            </a:extLst>
          </p:cNvPr>
          <p:cNvGrpSpPr/>
          <p:nvPr/>
        </p:nvGrpSpPr>
        <p:grpSpPr>
          <a:xfrm>
            <a:off x="6811795" y="4748660"/>
            <a:ext cx="1845912" cy="1600913"/>
            <a:chOff x="6811795" y="4748660"/>
            <a:chExt cx="1845912" cy="1600913"/>
          </a:xfrm>
        </p:grpSpPr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A3A2233D-0C77-4DE5-1C10-26581EAA9336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405946" y="4748660"/>
              <a:ext cx="657610" cy="657610"/>
            </a:xfrm>
            <a:prstGeom prst="rect">
              <a:avLst/>
            </a:prstGeom>
          </p:spPr>
        </p:pic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B16B52FE-1D47-BB6B-FF86-9EE671DCE24F}"/>
                </a:ext>
              </a:extLst>
            </p:cNvPr>
            <p:cNvSpPr/>
            <p:nvPr/>
          </p:nvSpPr>
          <p:spPr>
            <a:xfrm>
              <a:off x="6811795" y="5677498"/>
              <a:ext cx="1845912" cy="67207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/>
              <a:r>
                <a:rPr lang="en-US" sz="1200">
                  <a:solidFill>
                    <a:srgbClr val="1F3E77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Adjust based on feedback and submit final files.</a:t>
              </a: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25213C8E-FBDD-DE4B-9850-8A5F54A403EC}"/>
              </a:ext>
            </a:extLst>
          </p:cNvPr>
          <p:cNvGrpSpPr/>
          <p:nvPr/>
        </p:nvGrpSpPr>
        <p:grpSpPr>
          <a:xfrm>
            <a:off x="10069754" y="4640288"/>
            <a:ext cx="1748166" cy="1726807"/>
            <a:chOff x="10069754" y="4640288"/>
            <a:chExt cx="1748166" cy="1726807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F975DE4F-B4A6-B02E-F9DD-44C4F6BD1746}"/>
                </a:ext>
              </a:extLst>
            </p:cNvPr>
            <p:cNvSpPr/>
            <p:nvPr/>
          </p:nvSpPr>
          <p:spPr>
            <a:xfrm>
              <a:off x="10069754" y="5695020"/>
              <a:ext cx="1748166" cy="67207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/>
              <a:r>
                <a:rPr lang="en-US" sz="1200">
                  <a:solidFill>
                    <a:srgbClr val="1F3E77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Close task and move card to Completed tab.</a:t>
              </a:r>
            </a:p>
          </p:txBody>
        </p:sp>
        <p:pic>
          <p:nvPicPr>
            <p:cNvPr id="50" name="Graphic 49" descr="Checkbox Checked with solid fill">
              <a:extLst>
                <a:ext uri="{FF2B5EF4-FFF2-40B4-BE49-F238E27FC236}">
                  <a16:creationId xmlns:a16="http://schemas.microsoft.com/office/drawing/2014/main" id="{B0CB8E7B-D0F2-E3A1-63FF-E6F30B4025E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0486637" y="4640288"/>
              <a:ext cx="914400" cy="914400"/>
            </a:xfrm>
            <a:prstGeom prst="rect">
              <a:avLst/>
            </a:prstGeom>
          </p:spPr>
        </p:pic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B2AA822F-DD60-52E3-693F-832066F60141}"/>
              </a:ext>
            </a:extLst>
          </p:cNvPr>
          <p:cNvGrpSpPr/>
          <p:nvPr/>
        </p:nvGrpSpPr>
        <p:grpSpPr>
          <a:xfrm>
            <a:off x="8000955" y="1642163"/>
            <a:ext cx="2625576" cy="1664513"/>
            <a:chOff x="8000955" y="1642163"/>
            <a:chExt cx="2625576" cy="1664513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17AFE871-7894-1C28-A870-1374D6514115}"/>
                </a:ext>
              </a:extLst>
            </p:cNvPr>
            <p:cNvSpPr/>
            <p:nvPr/>
          </p:nvSpPr>
          <p:spPr>
            <a:xfrm>
              <a:off x="8000955" y="2634601"/>
              <a:ext cx="2625576" cy="67207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/>
              <a:r>
                <a:rPr lang="en-US" sz="120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Approve final files and inform Design Hub that the task/project is closed.</a:t>
              </a:r>
            </a:p>
          </p:txBody>
        </p:sp>
        <p:pic>
          <p:nvPicPr>
            <p:cNvPr id="66" name="Graphic 65" descr="Comment Like with solid fill">
              <a:extLst>
                <a:ext uri="{FF2B5EF4-FFF2-40B4-BE49-F238E27FC236}">
                  <a16:creationId xmlns:a16="http://schemas.microsoft.com/office/drawing/2014/main" id="{A6A6D7C3-BA8B-B10F-C73C-74F3EADDCD2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856543" y="1642163"/>
              <a:ext cx="914400" cy="914400"/>
            </a:xfrm>
            <a:prstGeom prst="rect">
              <a:avLst/>
            </a:prstGeom>
          </p:spPr>
        </p:pic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7698B026-CEA6-C1DE-0829-D4C18EC13D31}"/>
              </a:ext>
            </a:extLst>
          </p:cNvPr>
          <p:cNvSpPr/>
          <p:nvPr/>
        </p:nvSpPr>
        <p:spPr>
          <a:xfrm>
            <a:off x="462316" y="3745943"/>
            <a:ext cx="1599930" cy="21470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DB7E75-5A8F-DC91-41DF-980007913E15}"/>
              </a:ext>
            </a:extLst>
          </p:cNvPr>
          <p:cNvSpPr/>
          <p:nvPr/>
        </p:nvSpPr>
        <p:spPr>
          <a:xfrm>
            <a:off x="2078825" y="3745943"/>
            <a:ext cx="1599930" cy="2147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50D982-84FA-B1E2-2ED2-56F51860933C}"/>
              </a:ext>
            </a:extLst>
          </p:cNvPr>
          <p:cNvSpPr/>
          <p:nvPr/>
        </p:nvSpPr>
        <p:spPr>
          <a:xfrm>
            <a:off x="3682900" y="3745943"/>
            <a:ext cx="1599930" cy="2147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EDE4C0A-9AA4-E9AF-A57A-6F0724DCDD6C}"/>
              </a:ext>
            </a:extLst>
          </p:cNvPr>
          <p:cNvSpPr/>
          <p:nvPr/>
        </p:nvSpPr>
        <p:spPr>
          <a:xfrm>
            <a:off x="5293193" y="3745943"/>
            <a:ext cx="1599930" cy="21470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836DCDD-8E94-085D-6B7E-12D1AC7ED72D}"/>
              </a:ext>
            </a:extLst>
          </p:cNvPr>
          <p:cNvSpPr/>
          <p:nvPr/>
        </p:nvSpPr>
        <p:spPr>
          <a:xfrm>
            <a:off x="6903485" y="3745943"/>
            <a:ext cx="1599930" cy="2147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DA8237C-DF38-6EAE-C6C6-418308812598}"/>
              </a:ext>
            </a:extLst>
          </p:cNvPr>
          <p:cNvSpPr/>
          <p:nvPr/>
        </p:nvSpPr>
        <p:spPr>
          <a:xfrm>
            <a:off x="8513778" y="3745943"/>
            <a:ext cx="1599930" cy="21470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457EDEA-8A29-3EC7-DE65-E60807050892}"/>
              </a:ext>
            </a:extLst>
          </p:cNvPr>
          <p:cNvSpPr/>
          <p:nvPr/>
        </p:nvSpPr>
        <p:spPr>
          <a:xfrm>
            <a:off x="10124070" y="3745943"/>
            <a:ext cx="1599930" cy="2147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7A59002-0AF5-77EA-D77F-B1F36CE33EA7}"/>
              </a:ext>
            </a:extLst>
          </p:cNvPr>
          <p:cNvCxnSpPr>
            <a:cxnSpLocks/>
          </p:cNvCxnSpPr>
          <p:nvPr/>
        </p:nvCxnSpPr>
        <p:spPr>
          <a:xfrm>
            <a:off x="1262281" y="3370683"/>
            <a:ext cx="0" cy="492619"/>
          </a:xfrm>
          <a:prstGeom prst="line">
            <a:avLst/>
          </a:prstGeom>
          <a:ln w="38100">
            <a:solidFill>
              <a:schemeClr val="accent3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428ECBF-AEE6-F073-365E-52E7D06FCEB4}"/>
              </a:ext>
            </a:extLst>
          </p:cNvPr>
          <p:cNvCxnSpPr>
            <a:cxnSpLocks/>
          </p:cNvCxnSpPr>
          <p:nvPr/>
        </p:nvCxnSpPr>
        <p:spPr>
          <a:xfrm>
            <a:off x="6093158" y="3370683"/>
            <a:ext cx="0" cy="492619"/>
          </a:xfrm>
          <a:prstGeom prst="line">
            <a:avLst/>
          </a:prstGeom>
          <a:ln w="38100">
            <a:solidFill>
              <a:schemeClr val="accent3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E75E57E-5EBE-5A57-EC66-6978C52A71C8}"/>
              </a:ext>
            </a:extLst>
          </p:cNvPr>
          <p:cNvCxnSpPr>
            <a:cxnSpLocks/>
          </p:cNvCxnSpPr>
          <p:nvPr/>
        </p:nvCxnSpPr>
        <p:spPr>
          <a:xfrm>
            <a:off x="9313743" y="3370683"/>
            <a:ext cx="0" cy="492619"/>
          </a:xfrm>
          <a:prstGeom prst="line">
            <a:avLst/>
          </a:prstGeom>
          <a:ln w="38100">
            <a:solidFill>
              <a:schemeClr val="accent3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B6D58F0-8E00-0392-BA94-BB581E50BCC1}"/>
              </a:ext>
            </a:extLst>
          </p:cNvPr>
          <p:cNvCxnSpPr>
            <a:cxnSpLocks/>
          </p:cNvCxnSpPr>
          <p:nvPr/>
        </p:nvCxnSpPr>
        <p:spPr>
          <a:xfrm>
            <a:off x="2847241" y="3863302"/>
            <a:ext cx="0" cy="1473469"/>
          </a:xfrm>
          <a:prstGeom prst="line">
            <a:avLst/>
          </a:prstGeom>
          <a:ln w="38100">
            <a:solidFill>
              <a:schemeClr val="tx2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7501D6B-D7A3-15AB-FF03-A0C4E36A941B}"/>
              </a:ext>
            </a:extLst>
          </p:cNvPr>
          <p:cNvCxnSpPr>
            <a:cxnSpLocks/>
          </p:cNvCxnSpPr>
          <p:nvPr/>
        </p:nvCxnSpPr>
        <p:spPr>
          <a:xfrm>
            <a:off x="4443285" y="3863302"/>
            <a:ext cx="0" cy="509847"/>
          </a:xfrm>
          <a:prstGeom prst="line">
            <a:avLst/>
          </a:prstGeom>
          <a:ln w="38100">
            <a:solidFill>
              <a:schemeClr val="tx2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7876A8F-700B-4476-3D1A-129628F89B3F}"/>
              </a:ext>
            </a:extLst>
          </p:cNvPr>
          <p:cNvCxnSpPr>
            <a:cxnSpLocks/>
          </p:cNvCxnSpPr>
          <p:nvPr/>
        </p:nvCxnSpPr>
        <p:spPr>
          <a:xfrm>
            <a:off x="7703450" y="3863302"/>
            <a:ext cx="0" cy="509847"/>
          </a:xfrm>
          <a:prstGeom prst="line">
            <a:avLst/>
          </a:prstGeom>
          <a:ln w="38100">
            <a:solidFill>
              <a:schemeClr val="tx2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F099351-B591-0DE6-50CC-7B2274BAC3F6}"/>
              </a:ext>
            </a:extLst>
          </p:cNvPr>
          <p:cNvCxnSpPr>
            <a:cxnSpLocks/>
          </p:cNvCxnSpPr>
          <p:nvPr/>
        </p:nvCxnSpPr>
        <p:spPr>
          <a:xfrm>
            <a:off x="10943837" y="3863302"/>
            <a:ext cx="0" cy="509847"/>
          </a:xfrm>
          <a:prstGeom prst="line">
            <a:avLst/>
          </a:prstGeom>
          <a:ln w="38100">
            <a:solidFill>
              <a:schemeClr val="tx2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7734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000"/>
                            </p:stCondLst>
                            <p:childTnLst>
                              <p:par>
                                <p:cTn id="78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000"/>
                            </p:stCondLst>
                            <p:childTnLst>
                              <p:par>
                                <p:cTn id="91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9" grpId="0" animBg="1"/>
      <p:bldP spid="12" grpId="0" animBg="1"/>
      <p:bldP spid="17" grpId="0" animBg="1"/>
      <p:bldP spid="18" grpId="0" animBg="1"/>
      <p:bldP spid="1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05882FE-069A-C067-6EB4-27A2EDB819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Marketing</a:t>
            </a:r>
            <a:endParaRPr lang="en-DK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399FB22-198E-B50D-BE32-177AE4D0FCD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Fill out Brief form and sent via email to </a:t>
            </a:r>
            <a:r>
              <a:rPr lang="en-US">
                <a:hlinkClick r:id="rId2"/>
              </a:rPr>
              <a:t>design@biomar.com</a:t>
            </a:r>
            <a:r>
              <a:rPr lang="en-US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Feedback submitted relevant to media type. Inform Design Hub via email that feedback has been given.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Approve final files and inform Design Hub that the task/project is closed.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DK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7A3C1EC-7E15-67B7-95F9-7F6A7692D3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Designers</a:t>
            </a:r>
            <a:endParaRPr lang="en-DK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20B39CF-BA3A-B993-6786-A112614041AC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>
            <a:normAutofit fontScale="925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Review Brief, input to Design Hub, tag contact person and inform via email. (Request any missing information).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Submit drafts via email following the same thread. Paths for files or links for videos.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Adjust based on feedback and submit final files.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Close task and move card to Completed tab.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DK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51B6B4C-BD03-60BE-3CDA-05E953D4813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AC838E-1F82-C990-EAE3-8C5F240C0FA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17</a:t>
            </a:fld>
            <a:endParaRPr lang="en-GB" noProof="0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38AFC853-5BA2-5C1C-8507-265D91EE3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1256364" cy="684000"/>
          </a:xfrm>
        </p:spPr>
        <p:txBody>
          <a:bodyPr/>
          <a:lstStyle/>
          <a:p>
            <a:pPr algn="ctr"/>
            <a:r>
              <a:rPr lang="en-US"/>
              <a:t>Design Hub Process</a:t>
            </a:r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97361241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8JXzj2eQkaz_PSu8JFpow"/>
</p:tagLst>
</file>

<file path=ppt/theme/theme1.xml><?xml version="1.0" encoding="utf-8"?>
<a:theme xmlns:a="http://schemas.openxmlformats.org/drawingml/2006/main" name="BioMar Widescreen Theme">
  <a:themeElements>
    <a:clrScheme name="FINAL BIOMAR">
      <a:dk1>
        <a:srgbClr val="575756"/>
      </a:dk1>
      <a:lt1>
        <a:srgbClr val="FFFFFF"/>
      </a:lt1>
      <a:dk2>
        <a:srgbClr val="1F3E77"/>
      </a:dk2>
      <a:lt2>
        <a:srgbClr val="C3E4EF"/>
      </a:lt2>
      <a:accent1>
        <a:srgbClr val="1F3E77"/>
      </a:accent1>
      <a:accent2>
        <a:srgbClr val="0471AD"/>
      </a:accent2>
      <a:accent3>
        <a:srgbClr val="92CEE8"/>
      </a:accent3>
      <a:accent4>
        <a:srgbClr val="C3E4EF"/>
      </a:accent4>
      <a:accent5>
        <a:srgbClr val="97D130"/>
      </a:accent5>
      <a:accent6>
        <a:srgbClr val="DD6928"/>
      </a:accent6>
      <a:hlink>
        <a:srgbClr val="0471AD"/>
      </a:hlink>
      <a:folHlink>
        <a:srgbClr val="9D9D9D"/>
      </a:folHlink>
    </a:clrScheme>
    <a:fontScheme name="BioMar">
      <a:majorFont>
        <a:latin typeface="Arial"/>
        <a:ea typeface="DengXian"/>
        <a:cs typeface=""/>
      </a:majorFont>
      <a:minorFont>
        <a:latin typeface="Arial"/>
        <a:ea typeface="DengXia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noAutofit/>
      </a:bodyPr>
      <a:lstStyle>
        <a:defPPr algn="l">
          <a:defRPr dirty="0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ioMar Widescreen Theme" id="{92214D57-36C9-4CA8-9BD7-E7495E8D887A}" vid="{A7384CF4-1470-44A6-A579-6755108C26B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6cb7051-c7c6-44c0-af61-9813c784cbe1">
      <Terms xmlns="http://schemas.microsoft.com/office/infopath/2007/PartnerControls"/>
    </lcf76f155ced4ddcb4097134ff3c332f>
    <SharedWithUsers xmlns="3cdbaa95-48e7-4af6-ba46-b4955525a9b2">
      <UserInfo>
        <DisplayName>Isidora Silva Chiros</DisplayName>
        <AccountId>135</AccountId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9F22A88B03891499CA2E030A787E0F8" ma:contentTypeVersion="18" ma:contentTypeDescription="Opret et nyt dokument." ma:contentTypeScope="" ma:versionID="fbfe75c7c472daceaebec51665dd35c4">
  <xsd:schema xmlns:xsd="http://www.w3.org/2001/XMLSchema" xmlns:xs="http://www.w3.org/2001/XMLSchema" xmlns:p="http://schemas.microsoft.com/office/2006/metadata/properties" xmlns:ns2="06cb7051-c7c6-44c0-af61-9813c784cbe1" xmlns:ns3="3cdbaa95-48e7-4af6-ba46-b4955525a9b2" targetNamespace="http://schemas.microsoft.com/office/2006/metadata/properties" ma:root="true" ma:fieldsID="a2d904703cb41415f99027e530e43c82" ns2:_="" ns3:_="">
    <xsd:import namespace="06cb7051-c7c6-44c0-af61-9813c784cbe1"/>
    <xsd:import namespace="3cdbaa95-48e7-4af6-ba46-b4955525a9b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Location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cb7051-c7c6-44c0-af61-9813c784cb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Billedmærker" ma:readOnly="false" ma:fieldId="{5cf76f15-5ced-4ddc-b409-7134ff3c332f}" ma:taxonomyMulti="true" ma:sspId="2967be40-489f-441b-9de2-f3c93b7bd15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dbaa95-48e7-4af6-ba46-b4955525a9b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lt med detaljer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4729C29-A5E4-45A4-8718-0A56CB7C083D}">
  <ds:schemaRefs>
    <ds:schemaRef ds:uri="06cb7051-c7c6-44c0-af61-9813c784cbe1"/>
    <ds:schemaRef ds:uri="3cdbaa95-48e7-4af6-ba46-b4955525a9b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C70E1B1-C89D-4D22-B4EA-D7BD7FDAF6C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02FCF16-F21E-43AF-8036-19219EF93808}">
  <ds:schemaRefs>
    <ds:schemaRef ds:uri="06cb7051-c7c6-44c0-af61-9813c784cbe1"/>
    <ds:schemaRef ds:uri="3cdbaa95-48e7-4af6-ba46-b4955525a9b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Application>Microsoft Office PowerPoint</Application>
  <PresentationFormat>Widescreen</PresentationFormat>
  <Slides>33</Slides>
  <Notes>23</Notes>
  <HiddenSlides>6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BioMar Widescreen Theme</vt:lpstr>
      <vt:lpstr>Design Hub</vt:lpstr>
      <vt:lpstr>Challenges</vt:lpstr>
      <vt:lpstr>Process</vt:lpstr>
      <vt:lpstr>Before You Reach Out: What Do You Need?</vt:lpstr>
      <vt:lpstr>Before You Reach Out: What Do You Need?</vt:lpstr>
      <vt:lpstr>Tasks vs Projects</vt:lpstr>
      <vt:lpstr>Deadlines</vt:lpstr>
      <vt:lpstr>Business Value</vt:lpstr>
      <vt:lpstr>Business Value Priority Levels</vt:lpstr>
      <vt:lpstr>InCopy</vt:lpstr>
      <vt:lpstr>What is Adobe InCopy?</vt:lpstr>
      <vt:lpstr>Requirements</vt:lpstr>
      <vt:lpstr>Training</vt:lpstr>
      <vt:lpstr>Courses</vt:lpstr>
      <vt:lpstr>Start to Finish Process</vt:lpstr>
      <vt:lpstr>Design Hub Process</vt:lpstr>
      <vt:lpstr>Design Hub Process</vt:lpstr>
      <vt:lpstr>Submitting Feedback</vt:lpstr>
      <vt:lpstr>Receiving / Submitting Feedback</vt:lpstr>
      <vt:lpstr>File Storage</vt:lpstr>
      <vt:lpstr>Turn around times</vt:lpstr>
      <vt:lpstr>Turn around times</vt:lpstr>
      <vt:lpstr>Yearly Calendar</vt:lpstr>
      <vt:lpstr>When to use what?</vt:lpstr>
      <vt:lpstr>Personal Responsbility</vt:lpstr>
      <vt:lpstr>Personal Responsibility</vt:lpstr>
      <vt:lpstr>PowerPoint Presentation</vt:lpstr>
      <vt:lpstr>Brief Template</vt:lpstr>
      <vt:lpstr>PowerPoint Presentation</vt:lpstr>
      <vt:lpstr>LARVIVA Hatchery Hub Signage</vt:lpstr>
      <vt:lpstr>Trial facilities layout (II)</vt:lpstr>
      <vt:lpstr>Trial facilities layout (III)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Hub</dc:title>
  <dc:creator>Olivia Andrews</dc:creator>
  <cp:revision>1</cp:revision>
  <dcterms:created xsi:type="dcterms:W3CDTF">2023-06-29T07:04:55Z</dcterms:created>
  <dcterms:modified xsi:type="dcterms:W3CDTF">2026-04-15T11:59:37Z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0x010100C9F22A88B03891499CA2E030A787E0F8</vt:lpwstr>
  </property>
  <property fmtid="{D5CDD505-2E9C-101B-9397-08002B2CF9AE}" pid="3" name="MediaServiceImageTags">
    <vt:lpwstr/>
  </property>
</Properties>
</file>