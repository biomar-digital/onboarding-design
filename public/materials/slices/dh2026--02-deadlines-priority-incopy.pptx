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8"/>
  </p:notesMasterIdLst>
  <p:sldIdLst>
    <p:sldId id="379" r:id="rId11"/>
    <p:sldId id="264" r:id="rId12"/>
    <p:sldId id="395" r:id="rId13"/>
    <p:sldId id="263" r:id="rId14"/>
    <p:sldId id="267" r:id="rId15"/>
    <p:sldId id="271" r:id="rId16"/>
    <p:sldId id="383" r:id="rId17"/>
    <p:sldId id="40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8E0B5646-00BE-C953-136A-4A16A52A7B0C}" name="Olivia Andrews" initials="OA" userId="S::extolian@biomar.com::be0d2687-7eb5-44fa-81df-ace396f8103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1DF86-584D-4F5B-B54F-D15D8BCC380A}" v="118" dt="2026-04-15T11:59:10.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presProps" Target="presProps.xml"/><Relationship Id="rId42"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1" Type="http://schemas.openxmlformats.org/officeDocument/2006/relationships/customXml" Target="../customXml/item1.xml"/><Relationship Id="rId11" Type="http://schemas.openxmlformats.org/officeDocument/2006/relationships/slide" Target="slides/slide7.xml"/><Relationship Id="rId40" Type="http://schemas.openxmlformats.org/officeDocument/2006/relationships/viewProps" Target="viewProps.xml"/><Relationship Id="rId45" Type="http://schemas.microsoft.com/office/2018/10/relationships/authors" Target="authors.xml"/><Relationship Id="rId15" Type="http://schemas.openxmlformats.org/officeDocument/2006/relationships/slide" Target="slides/slide11.xml"/><Relationship Id="rId44" Type="http://schemas.microsoft.com/office/2015/10/relationships/revisionInfo" Target="revisionInfo.xml"/><Relationship Id="rId4" Type="http://schemas.openxmlformats.org/officeDocument/2006/relationships/slideMaster" Target="slideMasters/slideMaster1.xml"/><Relationship Id="rId14" Type="http://schemas.openxmlformats.org/officeDocument/2006/relationships/slide" Target="slides/slide10.xml"/><Relationship Id="rId4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38" Type="http://schemas.openxmlformats.org/officeDocument/2006/relationships/notesMaster" Target="notesMasters/notesMaster1.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sign Hub" userId="02111a05-f43e-4d23-bab7-3dd7ecd6715a" providerId="ADAL" clId="{BCD2818F-01C6-4AA5-A3AE-DDBFA260FF8C}"/>
    <pc:docChg chg="undo custSel addSld delSld modSld">
      <pc:chgData name="Design Hub" userId="02111a05-f43e-4d23-bab7-3dd7ecd6715a" providerId="ADAL" clId="{BCD2818F-01C6-4AA5-A3AE-DDBFA260FF8C}" dt="2026-04-06T20:38:37.243" v="599" actId="20577"/>
      <pc:docMkLst>
        <pc:docMk/>
      </pc:docMkLst>
      <pc:sldChg chg="modSp mod">
        <pc:chgData name="Design Hub" userId="02111a05-f43e-4d23-bab7-3dd7ecd6715a" providerId="ADAL" clId="{BCD2818F-01C6-4AA5-A3AE-DDBFA260FF8C}" dt="2026-04-06T20:38:37.243" v="599" actId="20577"/>
        <pc:sldMkLst>
          <pc:docMk/>
          <pc:sldMk cId="1667492400" sldId="257"/>
        </pc:sldMkLst>
        <pc:spChg chg="mod">
          <ac:chgData name="Design Hub" userId="02111a05-f43e-4d23-bab7-3dd7ecd6715a" providerId="ADAL" clId="{BCD2818F-01C6-4AA5-A3AE-DDBFA260FF8C}" dt="2026-04-06T20:38:37.243" v="599" actId="20577"/>
          <ac:spMkLst>
            <pc:docMk/>
            <pc:sldMk cId="1667492400" sldId="257"/>
            <ac:spMk id="3" creationId="{37643261-489B-E007-7E74-62399DEC0BBC}"/>
          </ac:spMkLst>
        </pc:spChg>
      </pc:sldChg>
      <pc:sldChg chg="delSp modSp mod">
        <pc:chgData name="Design Hub" userId="02111a05-f43e-4d23-bab7-3dd7ecd6715a" providerId="ADAL" clId="{BCD2818F-01C6-4AA5-A3AE-DDBFA260FF8C}" dt="2026-04-06T20:26:59.929" v="276" actId="478"/>
        <pc:sldMkLst>
          <pc:docMk/>
          <pc:sldMk cId="2719258263" sldId="259"/>
        </pc:sldMkLst>
        <pc:spChg chg="mod">
          <ac:chgData name="Design Hub" userId="02111a05-f43e-4d23-bab7-3dd7ecd6715a" providerId="ADAL" clId="{BCD2818F-01C6-4AA5-A3AE-DDBFA260FF8C}" dt="2026-04-06T20:26:44.952" v="258" actId="20577"/>
          <ac:spMkLst>
            <pc:docMk/>
            <pc:sldMk cId="2719258263" sldId="259"/>
            <ac:spMk id="31" creationId="{9E612B99-3982-EB7F-1598-9D3F867CE31C}"/>
          </ac:spMkLst>
        </pc:spChg>
        <pc:spChg chg="mod">
          <ac:chgData name="Design Hub" userId="02111a05-f43e-4d23-bab7-3dd7ecd6715a" providerId="ADAL" clId="{BCD2818F-01C6-4AA5-A3AE-DDBFA260FF8C}" dt="2026-04-06T20:26:50.321" v="259"/>
          <ac:spMkLst>
            <pc:docMk/>
            <pc:sldMk cId="2719258263" sldId="259"/>
            <ac:spMk id="32" creationId="{283429EB-4AA6-7BE8-92FE-D4C2D16242AF}"/>
          </ac:spMkLst>
        </pc:spChg>
        <pc:spChg chg="mod">
          <ac:chgData name="Design Hub" userId="02111a05-f43e-4d23-bab7-3dd7ecd6715a" providerId="ADAL" clId="{BCD2818F-01C6-4AA5-A3AE-DDBFA260FF8C}" dt="2026-04-06T20:26:57.360" v="275" actId="20577"/>
          <ac:spMkLst>
            <pc:docMk/>
            <pc:sldMk cId="2719258263" sldId="259"/>
            <ac:spMk id="33" creationId="{4D22CA18-8456-164C-1C5F-8ED02EEBF190}"/>
          </ac:spMkLst>
        </pc:spChg>
        <pc:picChg chg="del">
          <ac:chgData name="Design Hub" userId="02111a05-f43e-4d23-bab7-3dd7ecd6715a" providerId="ADAL" clId="{BCD2818F-01C6-4AA5-A3AE-DDBFA260FF8C}" dt="2026-04-06T20:26:59.929" v="276" actId="478"/>
          <ac:picMkLst>
            <pc:docMk/>
            <pc:sldMk cId="2719258263" sldId="259"/>
            <ac:picMk id="1026" creationId="{4FB5FF34-F247-C763-21A4-EB42701B402D}"/>
          </ac:picMkLst>
        </pc:picChg>
      </pc:sldChg>
      <pc:sldChg chg="modSp mod">
        <pc:chgData name="Design Hub" userId="02111a05-f43e-4d23-bab7-3dd7ecd6715a" providerId="ADAL" clId="{BCD2818F-01C6-4AA5-A3AE-DDBFA260FF8C}" dt="2026-04-06T20:15:34.513" v="82" actId="20577"/>
        <pc:sldMkLst>
          <pc:docMk/>
          <pc:sldMk cId="4198694973" sldId="261"/>
        </pc:sldMkLst>
        <pc:spChg chg="mod">
          <ac:chgData name="Design Hub" userId="02111a05-f43e-4d23-bab7-3dd7ecd6715a" providerId="ADAL" clId="{BCD2818F-01C6-4AA5-A3AE-DDBFA260FF8C}" dt="2026-04-06T20:15:34.513" v="82" actId="20577"/>
          <ac:spMkLst>
            <pc:docMk/>
            <pc:sldMk cId="4198694973" sldId="261"/>
            <ac:spMk id="6" creationId="{FFA44B73-5A1F-6044-B274-A1EAAEE3E0B9}"/>
          </ac:spMkLst>
        </pc:spChg>
      </pc:sldChg>
      <pc:sldChg chg="delSp modSp mod">
        <pc:chgData name="Design Hub" userId="02111a05-f43e-4d23-bab7-3dd7ecd6715a" providerId="ADAL" clId="{BCD2818F-01C6-4AA5-A3AE-DDBFA260FF8C}" dt="2026-04-06T20:32:29.112" v="563" actId="20577"/>
        <pc:sldMkLst>
          <pc:docMk/>
          <pc:sldMk cId="3912356744" sldId="378"/>
        </pc:sldMkLst>
        <pc:spChg chg="mod">
          <ac:chgData name="Design Hub" userId="02111a05-f43e-4d23-bab7-3dd7ecd6715a" providerId="ADAL" clId="{BCD2818F-01C6-4AA5-A3AE-DDBFA260FF8C}" dt="2026-04-06T20:32:16.940" v="561" actId="1076"/>
          <ac:spMkLst>
            <pc:docMk/>
            <pc:sldMk cId="3912356744" sldId="378"/>
            <ac:spMk id="10" creationId="{762D949E-626B-4135-9549-719C58FF7749}"/>
          </ac:spMkLst>
        </pc:spChg>
        <pc:spChg chg="mod">
          <ac:chgData name="Design Hub" userId="02111a05-f43e-4d23-bab7-3dd7ecd6715a" providerId="ADAL" clId="{BCD2818F-01C6-4AA5-A3AE-DDBFA260FF8C}" dt="2026-04-06T20:32:13.230" v="560" actId="1076"/>
          <ac:spMkLst>
            <pc:docMk/>
            <pc:sldMk cId="3912356744" sldId="378"/>
            <ac:spMk id="14" creationId="{3070E389-1D7A-4EA5-97B4-9642C213F6AF}"/>
          </ac:spMkLst>
        </pc:spChg>
        <pc:spChg chg="del">
          <ac:chgData name="Design Hub" userId="02111a05-f43e-4d23-bab7-3dd7ecd6715a" providerId="ADAL" clId="{BCD2818F-01C6-4AA5-A3AE-DDBFA260FF8C}" dt="2026-04-06T20:32:01.625" v="554" actId="478"/>
          <ac:spMkLst>
            <pc:docMk/>
            <pc:sldMk cId="3912356744" sldId="378"/>
            <ac:spMk id="18" creationId="{EB28C6D2-8EC2-4015-ADB2-986898E56318}"/>
          </ac:spMkLst>
        </pc:spChg>
        <pc:spChg chg="mod">
          <ac:chgData name="Design Hub" userId="02111a05-f43e-4d23-bab7-3dd7ecd6715a" providerId="ADAL" clId="{BCD2818F-01C6-4AA5-A3AE-DDBFA260FF8C}" dt="2026-04-06T20:32:29.112" v="563" actId="20577"/>
          <ac:spMkLst>
            <pc:docMk/>
            <pc:sldMk cId="3912356744" sldId="378"/>
            <ac:spMk id="21" creationId="{BEA56E79-A443-41C8-AC0F-5FC0C935ECF0}"/>
          </ac:spMkLst>
        </pc:spChg>
        <pc:picChg chg="mod">
          <ac:chgData name="Design Hub" userId="02111a05-f43e-4d23-bab7-3dd7ecd6715a" providerId="ADAL" clId="{BCD2818F-01C6-4AA5-A3AE-DDBFA260FF8C}" dt="2026-04-06T20:32:16.940" v="561" actId="1076"/>
          <ac:picMkLst>
            <pc:docMk/>
            <pc:sldMk cId="3912356744" sldId="378"/>
            <ac:picMk id="13" creationId="{87A5855A-036C-B272-0A16-5D108C2BC54D}"/>
          </ac:picMkLst>
        </pc:picChg>
        <pc:picChg chg="del">
          <ac:chgData name="Design Hub" userId="02111a05-f43e-4d23-bab7-3dd7ecd6715a" providerId="ADAL" clId="{BCD2818F-01C6-4AA5-A3AE-DDBFA260FF8C}" dt="2026-04-06T20:32:01.625" v="554" actId="478"/>
          <ac:picMkLst>
            <pc:docMk/>
            <pc:sldMk cId="3912356744" sldId="378"/>
            <ac:picMk id="16" creationId="{D05109C7-3150-36BE-FC8A-1F2DC0AE3CDC}"/>
          </ac:picMkLst>
        </pc:picChg>
        <pc:picChg chg="mod">
          <ac:chgData name="Design Hub" userId="02111a05-f43e-4d23-bab7-3dd7ecd6715a" providerId="ADAL" clId="{BCD2818F-01C6-4AA5-A3AE-DDBFA260FF8C}" dt="2026-04-06T20:32:13.230" v="560" actId="1076"/>
          <ac:picMkLst>
            <pc:docMk/>
            <pc:sldMk cId="3912356744" sldId="378"/>
            <ac:picMk id="58" creationId="{B920CC88-06E8-4E9B-A6EB-A1C332F71CF3}"/>
          </ac:picMkLst>
        </pc:picChg>
      </pc:sldChg>
      <pc:sldChg chg="modSp mod">
        <pc:chgData name="Design Hub" userId="02111a05-f43e-4d23-bab7-3dd7ecd6715a" providerId="ADAL" clId="{BCD2818F-01C6-4AA5-A3AE-DDBFA260FF8C}" dt="2026-04-06T20:30:59.759" v="524" actId="20577"/>
        <pc:sldMkLst>
          <pc:docMk/>
          <pc:sldMk cId="3903999285" sldId="380"/>
        </pc:sldMkLst>
        <pc:graphicFrameChg chg="modGraphic">
          <ac:chgData name="Design Hub" userId="02111a05-f43e-4d23-bab7-3dd7ecd6715a" providerId="ADAL" clId="{BCD2818F-01C6-4AA5-A3AE-DDBFA260FF8C}" dt="2026-04-06T20:30:59.759" v="524" actId="20577"/>
          <ac:graphicFrameMkLst>
            <pc:docMk/>
            <pc:sldMk cId="3903999285" sldId="380"/>
            <ac:graphicFrameMk id="12" creationId="{5D36DDF6-0E0D-2D34-6FBB-4E444F4ACB1F}"/>
          </ac:graphicFrameMkLst>
        </pc:graphicFrameChg>
      </pc:sldChg>
      <pc:sldChg chg="addSp delSp modSp add del mod">
        <pc:chgData name="Design Hub" userId="02111a05-f43e-4d23-bab7-3dd7ecd6715a" providerId="ADAL" clId="{BCD2818F-01C6-4AA5-A3AE-DDBFA260FF8C}" dt="2026-04-06T20:30:21.561" v="519" actId="20577"/>
        <pc:sldMkLst>
          <pc:docMk/>
          <pc:sldMk cId="2672140074" sldId="386"/>
        </pc:sldMkLst>
        <pc:spChg chg="add mod">
          <ac:chgData name="Design Hub" userId="02111a05-f43e-4d23-bab7-3dd7ecd6715a" providerId="ADAL" clId="{BCD2818F-01C6-4AA5-A3AE-DDBFA260FF8C}" dt="2026-04-06T20:30:21.561" v="519" actId="20577"/>
          <ac:spMkLst>
            <pc:docMk/>
            <pc:sldMk cId="2672140074" sldId="386"/>
            <ac:spMk id="2" creationId="{B31BCEF4-94AF-A489-B0A1-CFCE84951CC0}"/>
          </ac:spMkLst>
        </pc:spChg>
        <pc:spChg chg="mod">
          <ac:chgData name="Design Hub" userId="02111a05-f43e-4d23-bab7-3dd7ecd6715a" providerId="ADAL" clId="{BCD2818F-01C6-4AA5-A3AE-DDBFA260FF8C}" dt="2026-04-06T20:29:19.447" v="463" actId="20577"/>
          <ac:spMkLst>
            <pc:docMk/>
            <pc:sldMk cId="2672140074" sldId="386"/>
            <ac:spMk id="3" creationId="{EC35FBDD-775D-1381-97F6-647476302B86}"/>
          </ac:spMkLst>
        </pc:spChg>
        <pc:spChg chg="del">
          <ac:chgData name="Design Hub" userId="02111a05-f43e-4d23-bab7-3dd7ecd6715a" providerId="ADAL" clId="{BCD2818F-01C6-4AA5-A3AE-DDBFA260FF8C}" dt="2026-04-06T20:27:11.666" v="279" actId="478"/>
          <ac:spMkLst>
            <pc:docMk/>
            <pc:sldMk cId="2672140074" sldId="386"/>
            <ac:spMk id="14" creationId="{BD98328E-3987-AFE7-2292-FAE38CF856D5}"/>
          </ac:spMkLst>
        </pc:spChg>
      </pc:sldChg>
      <pc:sldChg chg="delSp modSp mod">
        <pc:chgData name="Design Hub" userId="02111a05-f43e-4d23-bab7-3dd7ecd6715a" providerId="ADAL" clId="{BCD2818F-01C6-4AA5-A3AE-DDBFA260FF8C}" dt="2026-04-06T20:26:27.484" v="238" actId="20577"/>
        <pc:sldMkLst>
          <pc:docMk/>
          <pc:sldMk cId="2061668201" sldId="388"/>
        </pc:sldMkLst>
        <pc:spChg chg="mod">
          <ac:chgData name="Design Hub" userId="02111a05-f43e-4d23-bab7-3dd7ecd6715a" providerId="ADAL" clId="{BCD2818F-01C6-4AA5-A3AE-DDBFA260FF8C}" dt="2026-04-06T20:26:27.484" v="238" actId="20577"/>
          <ac:spMkLst>
            <pc:docMk/>
            <pc:sldMk cId="2061668201" sldId="388"/>
            <ac:spMk id="2" creationId="{5E7C967E-78AE-BA16-1036-73D552B2D76D}"/>
          </ac:spMkLst>
        </pc:spChg>
        <pc:picChg chg="del">
          <ac:chgData name="Design Hub" userId="02111a05-f43e-4d23-bab7-3dd7ecd6715a" providerId="ADAL" clId="{BCD2818F-01C6-4AA5-A3AE-DDBFA260FF8C}" dt="2026-04-06T20:26:14.472" v="236" actId="478"/>
          <ac:picMkLst>
            <pc:docMk/>
            <pc:sldMk cId="2061668201" sldId="388"/>
            <ac:picMk id="6" creationId="{CA328E73-F1A2-8166-AF69-4F045970F8A6}"/>
          </ac:picMkLst>
        </pc:picChg>
        <pc:picChg chg="mod">
          <ac:chgData name="Design Hub" userId="02111a05-f43e-4d23-bab7-3dd7ecd6715a" providerId="ADAL" clId="{BCD2818F-01C6-4AA5-A3AE-DDBFA260FF8C}" dt="2026-04-06T20:26:17.159" v="237" actId="1076"/>
          <ac:picMkLst>
            <pc:docMk/>
            <pc:sldMk cId="2061668201" sldId="388"/>
            <ac:picMk id="12" creationId="{1052C399-25C2-7DBF-3549-3724E5AA1210}"/>
          </ac:picMkLst>
        </pc:picChg>
      </pc:sldChg>
      <pc:sldChg chg="addAnim delAnim">
        <pc:chgData name="Design Hub" userId="02111a05-f43e-4d23-bab7-3dd7ecd6715a" providerId="ADAL" clId="{BCD2818F-01C6-4AA5-A3AE-DDBFA260FF8C}" dt="2026-04-06T20:25:29.326" v="235"/>
        <pc:sldMkLst>
          <pc:docMk/>
          <pc:sldMk cId="36761979" sldId="395"/>
        </pc:sldMkLst>
      </pc:sldChg>
      <pc:sldChg chg="delSp modSp mod">
        <pc:chgData name="Design Hub" userId="02111a05-f43e-4d23-bab7-3dd7ecd6715a" providerId="ADAL" clId="{BCD2818F-01C6-4AA5-A3AE-DDBFA260FF8C}" dt="2026-04-06T20:31:40.418" v="553" actId="20577"/>
        <pc:sldMkLst>
          <pc:docMk/>
          <pc:sldMk cId="2095654347" sldId="397"/>
        </pc:sldMkLst>
        <pc:spChg chg="del">
          <ac:chgData name="Design Hub" userId="02111a05-f43e-4d23-bab7-3dd7ecd6715a" providerId="ADAL" clId="{BCD2818F-01C6-4AA5-A3AE-DDBFA260FF8C}" dt="2026-04-06T20:31:20.128" v="527" actId="478"/>
          <ac:spMkLst>
            <pc:docMk/>
            <pc:sldMk cId="2095654347" sldId="397"/>
            <ac:spMk id="24" creationId="{61BCC4CA-D17F-DE82-BA03-9E6F2ABCBAF1}"/>
          </ac:spMkLst>
        </pc:spChg>
        <pc:spChg chg="mod">
          <ac:chgData name="Design Hub" userId="02111a05-f43e-4d23-bab7-3dd7ecd6715a" providerId="ADAL" clId="{BCD2818F-01C6-4AA5-A3AE-DDBFA260FF8C}" dt="2026-04-06T20:31:40.418" v="553" actId="20577"/>
          <ac:spMkLst>
            <pc:docMk/>
            <pc:sldMk cId="2095654347" sldId="397"/>
            <ac:spMk id="25" creationId="{89D97960-7A62-A486-C786-9CE6BDE69B69}"/>
          </ac:spMkLst>
        </pc:spChg>
        <pc:spChg chg="mod">
          <ac:chgData name="Design Hub" userId="02111a05-f43e-4d23-bab7-3dd7ecd6715a" providerId="ADAL" clId="{BCD2818F-01C6-4AA5-A3AE-DDBFA260FF8C}" dt="2026-04-06T20:31:30.621" v="529" actId="1076"/>
          <ac:spMkLst>
            <pc:docMk/>
            <pc:sldMk cId="2095654347" sldId="397"/>
            <ac:spMk id="26" creationId="{6146D230-DDD8-AE33-B5F6-D21051FDEFB6}"/>
          </ac:spMkLst>
        </pc:spChg>
      </pc:sldChg>
      <pc:sldChg chg="addSp modSp mod">
        <pc:chgData name="Design Hub" userId="02111a05-f43e-4d23-bab7-3dd7ecd6715a" providerId="ADAL" clId="{BCD2818F-01C6-4AA5-A3AE-DDBFA260FF8C}" dt="2026-04-06T20:34:35.682" v="598" actId="20577"/>
        <pc:sldMkLst>
          <pc:docMk/>
          <pc:sldMk cId="3902199121" sldId="401"/>
        </pc:sldMkLst>
        <pc:spChg chg="add mod">
          <ac:chgData name="Design Hub" userId="02111a05-f43e-4d23-bab7-3dd7ecd6715a" providerId="ADAL" clId="{BCD2818F-01C6-4AA5-A3AE-DDBFA260FF8C}" dt="2026-04-06T20:34:35.682" v="598" actId="20577"/>
          <ac:spMkLst>
            <pc:docMk/>
            <pc:sldMk cId="3902199121" sldId="401"/>
            <ac:spMk id="3" creationId="{23351575-F2E3-C80D-D08E-A027B3A2D06C}"/>
          </ac:spMkLst>
        </pc:spChg>
        <pc:spChg chg="mod">
          <ac:chgData name="Design Hub" userId="02111a05-f43e-4d23-bab7-3dd7ecd6715a" providerId="ADAL" clId="{BCD2818F-01C6-4AA5-A3AE-DDBFA260FF8C}" dt="2026-04-06T20:33:50.325" v="582" actId="14100"/>
          <ac:spMkLst>
            <pc:docMk/>
            <pc:sldMk cId="3902199121" sldId="401"/>
            <ac:spMk id="13" creationId="{CF52CD30-6C5E-83AE-CD71-E72243F0F9BD}"/>
          </ac:spMkLst>
        </pc:spChg>
      </pc:sldChg>
      <pc:sldChg chg="addSp delSp modSp mod">
        <pc:chgData name="Design Hub" userId="02111a05-f43e-4d23-bab7-3dd7ecd6715a" providerId="ADAL" clId="{BCD2818F-01C6-4AA5-A3AE-DDBFA260FF8C}" dt="2026-04-06T20:33:18.919" v="567" actId="14100"/>
        <pc:sldMkLst>
          <pc:docMk/>
          <pc:sldMk cId="1104790238" sldId="404"/>
        </pc:sldMkLst>
        <pc:spChg chg="add mod">
          <ac:chgData name="Design Hub" userId="02111a05-f43e-4d23-bab7-3dd7ecd6715a" providerId="ADAL" clId="{BCD2818F-01C6-4AA5-A3AE-DDBFA260FF8C}" dt="2026-04-06T20:32:55.162" v="564" actId="478"/>
          <ac:spMkLst>
            <pc:docMk/>
            <pc:sldMk cId="1104790238" sldId="404"/>
            <ac:spMk id="3" creationId="{A7731BE1-87C2-A471-8263-AA8B0C815455}"/>
          </ac:spMkLst>
        </pc:spChg>
        <pc:picChg chg="add mod">
          <ac:chgData name="Design Hub" userId="02111a05-f43e-4d23-bab7-3dd7ecd6715a" providerId="ADAL" clId="{BCD2818F-01C6-4AA5-A3AE-DDBFA260FF8C}" dt="2026-04-06T20:33:18.919" v="567" actId="14100"/>
          <ac:picMkLst>
            <pc:docMk/>
            <pc:sldMk cId="1104790238" sldId="404"/>
            <ac:picMk id="5" creationId="{34D8E8C9-1E0F-B78D-29CD-061FAA928146}"/>
          </ac:picMkLst>
        </pc:picChg>
        <pc:picChg chg="del">
          <ac:chgData name="Design Hub" userId="02111a05-f43e-4d23-bab7-3dd7ecd6715a" providerId="ADAL" clId="{BCD2818F-01C6-4AA5-A3AE-DDBFA260FF8C}" dt="2026-04-06T20:32:55.162" v="564" actId="478"/>
          <ac:picMkLst>
            <pc:docMk/>
            <pc:sldMk cId="1104790238" sldId="404"/>
            <ac:picMk id="12" creationId="{D575C249-DE13-13EA-4731-1A094C490A20}"/>
          </ac:picMkLst>
        </pc:picChg>
      </pc:sldChg>
      <pc:sldChg chg="add del">
        <pc:chgData name="Design Hub" userId="02111a05-f43e-4d23-bab7-3dd7ecd6715a" providerId="ADAL" clId="{BCD2818F-01C6-4AA5-A3AE-DDBFA260FF8C}" dt="2026-04-06T20:16:59.657" v="84"/>
        <pc:sldMkLst>
          <pc:docMk/>
          <pc:sldMk cId="1625005158" sldId="407"/>
        </pc:sldMkLst>
      </pc:sldChg>
      <pc:sldChg chg="addSp delSp modSp new del mod modClrScheme chgLayout">
        <pc:chgData name="Design Hub" userId="02111a05-f43e-4d23-bab7-3dd7ecd6715a" providerId="ADAL" clId="{BCD2818F-01C6-4AA5-A3AE-DDBFA260FF8C}" dt="2026-04-06T20:24:50.466" v="229" actId="47"/>
        <pc:sldMkLst>
          <pc:docMk/>
          <pc:sldMk cId="2905438918" sldId="407"/>
        </pc:sldMkLst>
        <pc:spChg chg="add del mod ord">
          <ac:chgData name="Design Hub" userId="02111a05-f43e-4d23-bab7-3dd7ecd6715a" providerId="ADAL" clId="{BCD2818F-01C6-4AA5-A3AE-DDBFA260FF8C}" dt="2026-04-06T20:17:37.504" v="90" actId="700"/>
          <ac:spMkLst>
            <pc:docMk/>
            <pc:sldMk cId="2905438918" sldId="407"/>
            <ac:spMk id="2" creationId="{8F6E8074-812E-E1C7-D767-346BD78FE14F}"/>
          </ac:spMkLst>
        </pc:spChg>
        <pc:spChg chg="mod ord">
          <ac:chgData name="Design Hub" userId="02111a05-f43e-4d23-bab7-3dd7ecd6715a" providerId="ADAL" clId="{BCD2818F-01C6-4AA5-A3AE-DDBFA260FF8C}" dt="2026-04-06T20:17:37.504" v="90" actId="700"/>
          <ac:spMkLst>
            <pc:docMk/>
            <pc:sldMk cId="2905438918" sldId="407"/>
            <ac:spMk id="3" creationId="{6DBD7438-0438-DBB4-03BE-651EC977BCD4}"/>
          </ac:spMkLst>
        </pc:spChg>
        <pc:spChg chg="mod ord">
          <ac:chgData name="Design Hub" userId="02111a05-f43e-4d23-bab7-3dd7ecd6715a" providerId="ADAL" clId="{BCD2818F-01C6-4AA5-A3AE-DDBFA260FF8C}" dt="2026-04-06T20:17:37.504" v="90" actId="700"/>
          <ac:spMkLst>
            <pc:docMk/>
            <pc:sldMk cId="2905438918" sldId="407"/>
            <ac:spMk id="4" creationId="{ECA0CEB2-C78A-B42C-7B2B-84BDECDC6BD1}"/>
          </ac:spMkLst>
        </pc:spChg>
        <pc:spChg chg="mod ord">
          <ac:chgData name="Design Hub" userId="02111a05-f43e-4d23-bab7-3dd7ecd6715a" providerId="ADAL" clId="{BCD2818F-01C6-4AA5-A3AE-DDBFA260FF8C}" dt="2026-04-06T20:17:37.504" v="90" actId="700"/>
          <ac:spMkLst>
            <pc:docMk/>
            <pc:sldMk cId="2905438918" sldId="407"/>
            <ac:spMk id="5" creationId="{B42A16A8-0F34-1714-93A9-0C836D6C3F26}"/>
          </ac:spMkLst>
        </pc:spChg>
        <pc:spChg chg="add del mod ord">
          <ac:chgData name="Design Hub" userId="02111a05-f43e-4d23-bab7-3dd7ecd6715a" providerId="ADAL" clId="{BCD2818F-01C6-4AA5-A3AE-DDBFA260FF8C}" dt="2026-04-06T20:18:41.825" v="118" actId="478"/>
          <ac:spMkLst>
            <pc:docMk/>
            <pc:sldMk cId="2905438918" sldId="407"/>
            <ac:spMk id="6" creationId="{BE6C19F9-221F-D72A-5769-A193B9BAF9FB}"/>
          </ac:spMkLst>
        </pc:spChg>
        <pc:spChg chg="add mod ord">
          <ac:chgData name="Design Hub" userId="02111a05-f43e-4d23-bab7-3dd7ecd6715a" providerId="ADAL" clId="{BCD2818F-01C6-4AA5-A3AE-DDBFA260FF8C}" dt="2026-04-06T20:17:45.298" v="117" actId="20577"/>
          <ac:spMkLst>
            <pc:docMk/>
            <pc:sldMk cId="2905438918" sldId="407"/>
            <ac:spMk id="7" creationId="{AFD0AC56-00B1-783B-3D29-B594F073CB25}"/>
          </ac:spMkLst>
        </pc:spChg>
        <pc:spChg chg="add mod">
          <ac:chgData name="Design Hub" userId="02111a05-f43e-4d23-bab7-3dd7ecd6715a" providerId="ADAL" clId="{BCD2818F-01C6-4AA5-A3AE-DDBFA260FF8C}" dt="2026-04-06T20:20:32.832" v="162" actId="207"/>
          <ac:spMkLst>
            <pc:docMk/>
            <pc:sldMk cId="2905438918" sldId="407"/>
            <ac:spMk id="8" creationId="{FEA0B90B-3EA8-BE41-337D-4247CE20BA2C}"/>
          </ac:spMkLst>
        </pc:spChg>
        <pc:spChg chg="add mod">
          <ac:chgData name="Design Hub" userId="02111a05-f43e-4d23-bab7-3dd7ecd6715a" providerId="ADAL" clId="{BCD2818F-01C6-4AA5-A3AE-DDBFA260FF8C}" dt="2026-04-06T20:21:51.391" v="181" actId="207"/>
          <ac:spMkLst>
            <pc:docMk/>
            <pc:sldMk cId="2905438918" sldId="407"/>
            <ac:spMk id="9" creationId="{43F54F5F-207A-1335-284A-6520E10C0654}"/>
          </ac:spMkLst>
        </pc:spChg>
        <pc:spChg chg="add mod">
          <ac:chgData name="Design Hub" userId="02111a05-f43e-4d23-bab7-3dd7ecd6715a" providerId="ADAL" clId="{BCD2818F-01C6-4AA5-A3AE-DDBFA260FF8C}" dt="2026-04-06T20:22:48.056" v="206" actId="1076"/>
          <ac:spMkLst>
            <pc:docMk/>
            <pc:sldMk cId="2905438918" sldId="407"/>
            <ac:spMk id="10" creationId="{1FD0AE79-6387-653B-C5CC-25BBDBB0CD79}"/>
          </ac:spMkLst>
        </pc:spChg>
        <pc:spChg chg="add del mod">
          <ac:chgData name="Design Hub" userId="02111a05-f43e-4d23-bab7-3dd7ecd6715a" providerId="ADAL" clId="{BCD2818F-01C6-4AA5-A3AE-DDBFA260FF8C}" dt="2026-04-06T20:21:57.297" v="183" actId="478"/>
          <ac:spMkLst>
            <pc:docMk/>
            <pc:sldMk cId="2905438918" sldId="407"/>
            <ac:spMk id="11" creationId="{360ABE16-4525-B267-2398-BD3BA43CD9BE}"/>
          </ac:spMkLst>
        </pc:spChg>
        <pc:spChg chg="add del mod">
          <ac:chgData name="Design Hub" userId="02111a05-f43e-4d23-bab7-3dd7ecd6715a" providerId="ADAL" clId="{BCD2818F-01C6-4AA5-A3AE-DDBFA260FF8C}" dt="2026-04-06T20:23:15.153" v="212" actId="478"/>
          <ac:spMkLst>
            <pc:docMk/>
            <pc:sldMk cId="2905438918" sldId="407"/>
            <ac:spMk id="12" creationId="{1678A96C-3B22-D126-5ACA-9F41163D1E11}"/>
          </ac:spMkLst>
        </pc:spChg>
        <pc:spChg chg="add del mod">
          <ac:chgData name="Design Hub" userId="02111a05-f43e-4d23-bab7-3dd7ecd6715a" providerId="ADAL" clId="{BCD2818F-01C6-4AA5-A3AE-DDBFA260FF8C}" dt="2026-04-06T20:23:15.153" v="212" actId="478"/>
          <ac:spMkLst>
            <pc:docMk/>
            <pc:sldMk cId="2905438918" sldId="407"/>
            <ac:spMk id="13" creationId="{BBF30CB5-3C83-9D91-71C1-FEF1381042D6}"/>
          </ac:spMkLst>
        </pc:spChg>
        <pc:cxnChg chg="add mod">
          <ac:chgData name="Design Hub" userId="02111a05-f43e-4d23-bab7-3dd7ecd6715a" providerId="ADAL" clId="{BCD2818F-01C6-4AA5-A3AE-DDBFA260FF8C}" dt="2026-04-06T20:23:00.908" v="210" actId="692"/>
          <ac:cxnSpMkLst>
            <pc:docMk/>
            <pc:sldMk cId="2905438918" sldId="407"/>
            <ac:cxnSpMk id="15" creationId="{438DC8DC-F78A-E392-0D96-B4773D00BE5B}"/>
          </ac:cxnSpMkLst>
        </pc:cxnChg>
        <pc:cxnChg chg="add mod">
          <ac:chgData name="Design Hub" userId="02111a05-f43e-4d23-bab7-3dd7ecd6715a" providerId="ADAL" clId="{BCD2818F-01C6-4AA5-A3AE-DDBFA260FF8C}" dt="2026-04-06T20:22:58.089" v="209" actId="692"/>
          <ac:cxnSpMkLst>
            <pc:docMk/>
            <pc:sldMk cId="2905438918" sldId="407"/>
            <ac:cxnSpMk id="16" creationId="{4A65F2B2-5DDD-12B7-C140-82DD26D06F55}"/>
          </ac:cxnSpMkLst>
        </pc:cxnChg>
      </pc:sldChg>
      <pc:sldChg chg="addSp delSp modSp add mod">
        <pc:chgData name="Design Hub" userId="02111a05-f43e-4d23-bab7-3dd7ecd6715a" providerId="ADAL" clId="{BCD2818F-01C6-4AA5-A3AE-DDBFA260FF8C}" dt="2026-04-06T20:24:57.465" v="233" actId="478"/>
        <pc:sldMkLst>
          <pc:docMk/>
          <pc:sldMk cId="3735386037" sldId="408"/>
        </pc:sldMkLst>
        <pc:spChg chg="add del mod">
          <ac:chgData name="Design Hub" userId="02111a05-f43e-4d23-bab7-3dd7ecd6715a" providerId="ADAL" clId="{BCD2818F-01C6-4AA5-A3AE-DDBFA260FF8C}" dt="2026-04-06T20:24:56.361" v="231" actId="478"/>
          <ac:spMkLst>
            <pc:docMk/>
            <pc:sldMk cId="3735386037" sldId="408"/>
            <ac:spMk id="2" creationId="{540F0EE0-E208-3868-0974-93CC858FAD88}"/>
          </ac:spMkLst>
        </pc:spChg>
        <pc:spChg chg="mod">
          <ac:chgData name="Design Hub" userId="02111a05-f43e-4d23-bab7-3dd7ecd6715a" providerId="ADAL" clId="{BCD2818F-01C6-4AA5-A3AE-DDBFA260FF8C}" dt="2026-04-06T20:24:39.107" v="225" actId="1076"/>
          <ac:spMkLst>
            <pc:docMk/>
            <pc:sldMk cId="3735386037" sldId="408"/>
            <ac:spMk id="8" creationId="{731B88CA-676C-C965-9CE0-D92BE08498A3}"/>
          </ac:spMkLst>
        </pc:spChg>
        <pc:spChg chg="mod">
          <ac:chgData name="Design Hub" userId="02111a05-f43e-4d23-bab7-3dd7ecd6715a" providerId="ADAL" clId="{BCD2818F-01C6-4AA5-A3AE-DDBFA260FF8C}" dt="2026-04-06T20:24:39.107" v="225" actId="1076"/>
          <ac:spMkLst>
            <pc:docMk/>
            <pc:sldMk cId="3735386037" sldId="408"/>
            <ac:spMk id="9" creationId="{81C094C2-AEE2-9868-8E03-93F61CA1D34D}"/>
          </ac:spMkLst>
        </pc:spChg>
        <pc:spChg chg="mod">
          <ac:chgData name="Design Hub" userId="02111a05-f43e-4d23-bab7-3dd7ecd6715a" providerId="ADAL" clId="{BCD2818F-01C6-4AA5-A3AE-DDBFA260FF8C}" dt="2026-04-06T20:24:39.107" v="225" actId="1076"/>
          <ac:spMkLst>
            <pc:docMk/>
            <pc:sldMk cId="3735386037" sldId="408"/>
            <ac:spMk id="10" creationId="{BFEF7523-486A-9407-5A1B-A2A2B0547E0F}"/>
          </ac:spMkLst>
        </pc:spChg>
        <pc:spChg chg="del mod">
          <ac:chgData name="Design Hub" userId="02111a05-f43e-4d23-bab7-3dd7ecd6715a" providerId="ADAL" clId="{BCD2818F-01C6-4AA5-A3AE-DDBFA260FF8C}" dt="2026-04-06T20:24:56.954" v="232" actId="478"/>
          <ac:spMkLst>
            <pc:docMk/>
            <pc:sldMk cId="3735386037" sldId="408"/>
            <ac:spMk id="12" creationId="{3A01D439-727E-DD35-3218-342B5FFB2D91}"/>
          </ac:spMkLst>
        </pc:spChg>
        <pc:spChg chg="del mod">
          <ac:chgData name="Design Hub" userId="02111a05-f43e-4d23-bab7-3dd7ecd6715a" providerId="ADAL" clId="{BCD2818F-01C6-4AA5-A3AE-DDBFA260FF8C}" dt="2026-04-06T20:24:57.465" v="233" actId="478"/>
          <ac:spMkLst>
            <pc:docMk/>
            <pc:sldMk cId="3735386037" sldId="408"/>
            <ac:spMk id="13" creationId="{B79C5A60-089B-C28E-0A76-BBAD96F08605}"/>
          </ac:spMkLst>
        </pc:spChg>
        <pc:cxnChg chg="mod">
          <ac:chgData name="Design Hub" userId="02111a05-f43e-4d23-bab7-3dd7ecd6715a" providerId="ADAL" clId="{BCD2818F-01C6-4AA5-A3AE-DDBFA260FF8C}" dt="2026-04-06T20:24:39.107" v="225" actId="1076"/>
          <ac:cxnSpMkLst>
            <pc:docMk/>
            <pc:sldMk cId="3735386037" sldId="408"/>
            <ac:cxnSpMk id="15" creationId="{C1715E51-CFE5-B060-915B-B8F97561DBCC}"/>
          </ac:cxnSpMkLst>
        </pc:cxnChg>
        <pc:cxnChg chg="mod">
          <ac:chgData name="Design Hub" userId="02111a05-f43e-4d23-bab7-3dd7ecd6715a" providerId="ADAL" clId="{BCD2818F-01C6-4AA5-A3AE-DDBFA260FF8C}" dt="2026-04-06T20:24:39.107" v="225" actId="1076"/>
          <ac:cxnSpMkLst>
            <pc:docMk/>
            <pc:sldMk cId="3735386037" sldId="408"/>
            <ac:cxnSpMk id="16" creationId="{BE53E024-FE44-80B2-3873-010BC45242AB}"/>
          </ac:cxnSpMkLst>
        </pc:cxnChg>
      </pc:sldChg>
      <pc:sldChg chg="add">
        <pc:chgData name="Design Hub" userId="02111a05-f43e-4d23-bab7-3dd7ecd6715a" providerId="ADAL" clId="{BCD2818F-01C6-4AA5-A3AE-DDBFA260FF8C}" dt="2026-04-06T20:24:52.737" v="230" actId="2890"/>
        <pc:sldMkLst>
          <pc:docMk/>
          <pc:sldMk cId="3182530004" sldId="409"/>
        </pc:sldMkLst>
      </pc:sldChg>
    </pc:docChg>
  </pc:docChgLst>
  <pc:docChgLst>
    <pc:chgData name="Andres Bernadou" userId="03fff62b-e549-456b-a7f9-42d2972824e9" providerId="ADAL" clId="{0CB13D59-2190-41A4-A0AC-6FE063695352}"/>
    <pc:docChg chg="undo custSel modSld">
      <pc:chgData name="Andres Bernadou" userId="03fff62b-e549-456b-a7f9-42d2972824e9" providerId="ADAL" clId="{0CB13D59-2190-41A4-A0AC-6FE063695352}" dt="2026-04-15T11:59:10.222" v="117" actId="255"/>
      <pc:docMkLst>
        <pc:docMk/>
      </pc:docMkLst>
      <pc:sldChg chg="modSp mod">
        <pc:chgData name="Andres Bernadou" userId="03fff62b-e549-456b-a7f9-42d2972824e9" providerId="ADAL" clId="{0CB13D59-2190-41A4-A0AC-6FE063695352}" dt="2026-04-15T11:59:10.222" v="117" actId="255"/>
        <pc:sldMkLst>
          <pc:docMk/>
          <pc:sldMk cId="3903999285" sldId="380"/>
        </pc:sldMkLst>
        <pc:graphicFrameChg chg="mod modGraphic">
          <ac:chgData name="Andres Bernadou" userId="03fff62b-e549-456b-a7f9-42d2972824e9" providerId="ADAL" clId="{0CB13D59-2190-41A4-A0AC-6FE063695352}" dt="2026-04-15T11:59:10.222" v="117" actId="255"/>
          <ac:graphicFrameMkLst>
            <pc:docMk/>
            <pc:sldMk cId="3903999285" sldId="380"/>
            <ac:graphicFrameMk id="12" creationId="{5D36DDF6-0E0D-2D34-6FBB-4E444F4ACB1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1D4B1-4838-4B73-BD2B-8E02A3865107}" type="datetimeFigureOut">
              <a:rPr lang="en-DK" smtClean="0"/>
              <a:t>04/15/2026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A01B4E-7AAB-4396-BFCF-FBF71A7FBE39}" type="slidenum">
              <a:rPr lang="en-DK" smtClean="0"/>
              <a:t>‹#›</a:t>
            </a:fld>
            <a:endParaRPr lang="en-DK"/>
          </a:p>
        </p:txBody>
      </p:sp>
    </p:spTree>
    <p:extLst>
      <p:ext uri="{BB962C8B-B14F-4D97-AF65-F5344CB8AC3E}">
        <p14:creationId xmlns:p14="http://schemas.microsoft.com/office/powerpoint/2010/main" val="2521564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Hola a todos. Hace un tiempo estuvimos trabajando para definir un nuevo sistema para el </a:t>
            </a:r>
            <a:r>
              <a:rPr lang="es-ES" err="1"/>
              <a:t>design</a:t>
            </a:r>
            <a:r>
              <a:rPr lang="es-ES"/>
              <a:t> </a:t>
            </a:r>
            <a:r>
              <a:rPr lang="es-ES" err="1"/>
              <a:t>hub</a:t>
            </a:r>
            <a:r>
              <a:rPr lang="es-ES"/>
              <a:t>, buscando crear flujos de trabajo más claros tanto para marketing como para diseño.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a:t>
            </a:fld>
            <a:endParaRPr lang="en-DK"/>
          </a:p>
        </p:txBody>
      </p:sp>
    </p:spTree>
    <p:extLst>
      <p:ext uri="{BB962C8B-B14F-4D97-AF65-F5344CB8AC3E}">
        <p14:creationId xmlns:p14="http://schemas.microsoft.com/office/powerpoint/2010/main" val="1049479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Evidenciamos que habían ciertos desafíos en el sistema actual: desorganización, muchas versiones del mismo proyecto, edición de contenido, confusión sobre las tareas, no había un proceso claro para ambas partes, las prioridades no estaban suficientemente definidas, recibíamos muchas </a:t>
            </a:r>
            <a:r>
              <a:rPr lang="es-ES" err="1"/>
              <a:t>asap</a:t>
            </a:r>
            <a:r>
              <a:rPr lang="es-ES"/>
              <a:t> y no fechas.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a:t>
            </a:fld>
            <a:endParaRPr lang="en-DK"/>
          </a:p>
        </p:txBody>
      </p:sp>
    </p:spTree>
    <p:extLst>
      <p:ext uri="{BB962C8B-B14F-4D97-AF65-F5344CB8AC3E}">
        <p14:creationId xmlns:p14="http://schemas.microsoft.com/office/powerpoint/2010/main" val="3450888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esto, al proceso que les mostrare a continuación se le definieron ciertas cosas, para que podamos estar en la misma pagina sobre como funciona.</a:t>
            </a:r>
          </a:p>
          <a:p>
            <a:endParaRPr lang="es-ES"/>
          </a:p>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3</a:t>
            </a:fld>
            <a:endParaRPr lang="en-DK"/>
          </a:p>
        </p:txBody>
      </p:sp>
    </p:spTree>
    <p:extLst>
      <p:ext uri="{BB962C8B-B14F-4D97-AF65-F5344CB8AC3E}">
        <p14:creationId xmlns:p14="http://schemas.microsoft.com/office/powerpoint/2010/main" val="3891948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Primero partir con la diferenciación de un </a:t>
            </a:r>
            <a:r>
              <a:rPr lang="es-ES" err="1"/>
              <a:t>task</a:t>
            </a:r>
            <a:r>
              <a:rPr lang="es-ES"/>
              <a:t> o tarea, y un proyecto. </a:t>
            </a:r>
          </a:p>
          <a:p>
            <a:endParaRPr lang="es-ES"/>
          </a:p>
          <a:p>
            <a:r>
              <a:rPr lang="es-ES"/>
              <a:t>Podríamos decir que un proyecto es un conjunto de tareas que necesitan ser logradas para llegar a una meta. </a:t>
            </a:r>
            <a:r>
              <a:rPr lang="es-ES" err="1"/>
              <a:t>Ej</a:t>
            </a:r>
            <a:r>
              <a:rPr lang="es-ES"/>
              <a:t>: hacer el branding de un nuevo producto, campañas, etc.</a:t>
            </a:r>
          </a:p>
          <a:p>
            <a:endParaRPr lang="es-ES"/>
          </a:p>
          <a:p>
            <a:r>
              <a:rPr lang="es-ES"/>
              <a:t>Mientras que una tarea es una parte de un proyecto. Esta última tiende a ser pequeña y de pocas correcciones. Puede ser actualizar fichas técnicas, hacer un </a:t>
            </a:r>
            <a:r>
              <a:rPr lang="es-ES" err="1"/>
              <a:t>brochure</a:t>
            </a:r>
            <a:r>
              <a:rPr lang="es-ES"/>
              <a:t>, hacer una publicidad etc.</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6</a:t>
            </a:fld>
            <a:endParaRPr lang="en-DK"/>
          </a:p>
        </p:txBody>
      </p:sp>
    </p:spTree>
    <p:extLst>
      <p:ext uri="{BB962C8B-B14F-4D97-AF65-F5344CB8AC3E}">
        <p14:creationId xmlns:p14="http://schemas.microsoft.com/office/powerpoint/2010/main" val="2644806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esto, consideramos 2 cosas importantes con respecto a las fechas de entrega:</a:t>
            </a:r>
          </a:p>
          <a:p>
            <a:endParaRPr lang="es-ES"/>
          </a:p>
          <a:p>
            <a:pPr marL="228600" indent="-228600">
              <a:buAutoNum type="arabicPeriod"/>
            </a:pPr>
            <a:r>
              <a:rPr lang="es-ES"/>
              <a:t>ASAP, o lo mas rápido posible, no es una fecha de entrega, dado que se necesita poder priorizar distintas tareas</a:t>
            </a:r>
          </a:p>
          <a:p>
            <a:pPr marL="228600" indent="-228600">
              <a:buAutoNum type="arabicPeriod"/>
            </a:pPr>
            <a:r>
              <a:rPr lang="es-ES"/>
              <a:t>Consideramos que en todo proceso es importante tener una primera aproximación, y una fecha final, por lo que optamos por tener 2 fechas: el primer borrador y el final.</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7</a:t>
            </a:fld>
            <a:endParaRPr lang="en-DK"/>
          </a:p>
        </p:txBody>
      </p:sp>
    </p:spTree>
    <p:extLst>
      <p:ext uri="{BB962C8B-B14F-4D97-AF65-F5344CB8AC3E}">
        <p14:creationId xmlns:p14="http://schemas.microsoft.com/office/powerpoint/2010/main" val="662112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Ahora, ¿cómo priorizamos las tareas?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8</a:t>
            </a:fld>
            <a:endParaRPr lang="en-DK"/>
          </a:p>
        </p:txBody>
      </p:sp>
    </p:spTree>
    <p:extLst>
      <p:ext uri="{BB962C8B-B14F-4D97-AF65-F5344CB8AC3E}">
        <p14:creationId xmlns:p14="http://schemas.microsoft.com/office/powerpoint/2010/main" val="3229697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Anteriormente se priorizaban por 2 cosas:</a:t>
            </a:r>
          </a:p>
          <a:p>
            <a:r>
              <a:rPr lang="es-ES"/>
              <a:t>Cuál tarea llegó primero y quién insiste más.</a:t>
            </a:r>
          </a:p>
          <a:p>
            <a:endParaRPr lang="es-ES"/>
          </a:p>
          <a:p>
            <a:r>
              <a:rPr lang="es-ES"/>
              <a:t>Pero esto muchas veces crea desorganización, ya que cada tarea es necesaria para seguir avanzando, pero no tienen el mismo peso.</a:t>
            </a:r>
          </a:p>
          <a:p>
            <a:endParaRPr lang="es-ES"/>
          </a:p>
          <a:p>
            <a:r>
              <a:rPr lang="es-ES"/>
              <a:t>Por esto, las tareas externas tenderán a tener mayor prioridad que las internas, y además, como pueden ver en este gráfico, ciertas tareas tienen más o menos prioridad. </a:t>
            </a:r>
          </a:p>
          <a:p>
            <a:endParaRPr lang="es-ES"/>
          </a:p>
          <a:p>
            <a:r>
              <a:rPr lang="es-ES"/>
              <a:t>Esto no quiere decir que no las haremos, sino que la cantidad de atención e incluso tiempo que se utilizará será mayor o menor, siempre buscando poder llegar al mejor resultado.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9</a:t>
            </a:fld>
            <a:endParaRPr lang="en-DK"/>
          </a:p>
        </p:txBody>
      </p:sp>
    </p:spTree>
    <p:extLst>
      <p:ext uri="{BB962C8B-B14F-4D97-AF65-F5344CB8AC3E}">
        <p14:creationId xmlns:p14="http://schemas.microsoft.com/office/powerpoint/2010/main" val="632050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mejorar nuestros flujos de trabajo, también decidimos incluir una capacitación de </a:t>
            </a:r>
            <a:r>
              <a:rPr lang="es-ES" err="1"/>
              <a:t>InCopy</a:t>
            </a:r>
            <a:r>
              <a:rPr lang="es-ES"/>
              <a:t>, que es una herramienta colaborativa de edición de texto integrada con el software de diseño InDesign.</a:t>
            </a:r>
          </a:p>
          <a:p>
            <a:endParaRPr lang="es-ES"/>
          </a:p>
          <a:p>
            <a:r>
              <a:rPr lang="es-ES"/>
              <a:t>De esta manera, podremos trabajar el texto y el diseño en </a:t>
            </a:r>
            <a:r>
              <a:rPr lang="es-ES" err="1"/>
              <a:t>unisono</a:t>
            </a:r>
            <a:r>
              <a:rPr lang="es-ES"/>
              <a:t>. Así, no tendrán que esperar recibir el diseño y mandarlo de vuelta para cambiar 1 o 2 palabras, sino que ustedes mismos podrán hacerlo.</a:t>
            </a:r>
          </a:p>
          <a:p>
            <a:endParaRPr lang="es-ES"/>
          </a:p>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10</a:t>
            </a:fld>
            <a:endParaRPr lang="en-DK"/>
          </a:p>
        </p:txBody>
      </p:sp>
    </p:spTree>
    <p:extLst>
      <p:ext uri="{BB962C8B-B14F-4D97-AF65-F5344CB8AC3E}">
        <p14:creationId xmlns:p14="http://schemas.microsoft.com/office/powerpoint/2010/main" val="1597233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FFFFFF"/>
                </a:solidFill>
                <a:latin typeface="Poppins Light"/>
                <a:cs typeface="Poppins Light"/>
              </a:rPr>
              <a:t>InCopy </a:t>
            </a:r>
            <a:r>
              <a:rPr lang="en-US" sz="1200" b="0" err="1">
                <a:solidFill>
                  <a:srgbClr val="FFFFFF"/>
                </a:solidFill>
                <a:latin typeface="Poppins Light"/>
                <a:cs typeface="Poppins Light"/>
              </a:rPr>
              <a:t>tiene</a:t>
            </a:r>
            <a:r>
              <a:rPr lang="en-US" sz="1200" b="0">
                <a:solidFill>
                  <a:srgbClr val="FFFFFF"/>
                </a:solidFill>
                <a:latin typeface="Poppins Light"/>
                <a:cs typeface="Poppins Light"/>
              </a:rPr>
              <a:t> </a:t>
            </a:r>
            <a:r>
              <a:rPr lang="en-US" sz="1200" b="0" err="1">
                <a:solidFill>
                  <a:srgbClr val="FFFFFF"/>
                </a:solidFill>
                <a:latin typeface="Poppins Light"/>
                <a:cs typeface="Poppins Light"/>
              </a:rPr>
              <a:t>cualidades</a:t>
            </a:r>
            <a:r>
              <a:rPr lang="en-US" sz="1200" b="0">
                <a:solidFill>
                  <a:srgbClr val="FFFFFF"/>
                </a:solidFill>
                <a:latin typeface="Poppins Light"/>
                <a:cs typeface="Poppins Light"/>
              </a:rPr>
              <a:t> </a:t>
            </a:r>
            <a:r>
              <a:rPr lang="en-US" sz="1200" b="0" err="1">
                <a:solidFill>
                  <a:srgbClr val="FFFFFF"/>
                </a:solidFill>
                <a:latin typeface="Poppins Light"/>
                <a:cs typeface="Poppins Light"/>
              </a:rPr>
              <a:t>similares</a:t>
            </a:r>
            <a:r>
              <a:rPr lang="en-US" sz="1200" b="0">
                <a:solidFill>
                  <a:srgbClr val="FFFFFF"/>
                </a:solidFill>
                <a:latin typeface="Poppins Light"/>
                <a:cs typeface="Poppins Light"/>
              </a:rPr>
              <a:t> a las de word, </a:t>
            </a:r>
            <a:r>
              <a:rPr lang="en-US" sz="1200" b="0" err="1">
                <a:solidFill>
                  <a:srgbClr val="FFFFFF"/>
                </a:solidFill>
                <a:latin typeface="Poppins Light"/>
                <a:cs typeface="Poppins Light"/>
              </a:rPr>
              <a:t>incluyendo</a:t>
            </a:r>
            <a:r>
              <a:rPr lang="en-US" sz="1200" b="0">
                <a:solidFill>
                  <a:srgbClr val="FFFFFF"/>
                </a:solidFill>
                <a:latin typeface="Poppins Light"/>
                <a:cs typeface="Poppins Light"/>
              </a:rPr>
              <a:t> </a:t>
            </a:r>
            <a:r>
              <a:rPr lang="en-US" sz="1200" b="0" err="1">
                <a:solidFill>
                  <a:srgbClr val="FFFFFF"/>
                </a:solidFill>
                <a:latin typeface="Poppins Light"/>
                <a:cs typeface="Poppins Light"/>
              </a:rPr>
              <a:t>historial</a:t>
            </a:r>
            <a:r>
              <a:rPr lang="en-US" sz="1200" b="0">
                <a:solidFill>
                  <a:srgbClr val="FFFFFF"/>
                </a:solidFill>
                <a:latin typeface="Poppins Light"/>
                <a:cs typeface="Poppins Light"/>
              </a:rPr>
              <a:t> de </a:t>
            </a:r>
            <a:r>
              <a:rPr lang="en-US" sz="1200" b="0" err="1">
                <a:solidFill>
                  <a:srgbClr val="FFFFFF"/>
                </a:solidFill>
                <a:latin typeface="Poppins Light"/>
                <a:cs typeface="Poppins Light"/>
              </a:rPr>
              <a:t>cambios</a:t>
            </a:r>
            <a:r>
              <a:rPr lang="en-US" sz="1200" b="0">
                <a:solidFill>
                  <a:srgbClr val="FFFFFF"/>
                </a:solidFill>
                <a:latin typeface="Poppins Light"/>
                <a:cs typeface="Poppins Light"/>
              </a:rPr>
              <a:t>, </a:t>
            </a:r>
            <a:r>
              <a:rPr lang="en-US" sz="1200" b="0" err="1">
                <a:solidFill>
                  <a:srgbClr val="FFFFFF"/>
                </a:solidFill>
                <a:latin typeface="Poppins Light"/>
                <a:cs typeface="Poppins Light"/>
              </a:rPr>
              <a:t>cuenta</a:t>
            </a:r>
            <a:r>
              <a:rPr lang="en-US" sz="1200" b="0">
                <a:solidFill>
                  <a:srgbClr val="FFFFFF"/>
                </a:solidFill>
                <a:latin typeface="Poppins Light"/>
                <a:cs typeface="Poppins Light"/>
              </a:rPr>
              <a:t> palabras, </a:t>
            </a:r>
            <a:r>
              <a:rPr lang="en-US" sz="1200" b="0" err="1">
                <a:solidFill>
                  <a:srgbClr val="FFFFFF"/>
                </a:solidFill>
                <a:latin typeface="Poppins Light"/>
                <a:cs typeface="Poppins Light"/>
              </a:rPr>
              <a:t>corrección</a:t>
            </a:r>
            <a:r>
              <a:rPr lang="en-US" sz="1200" b="0">
                <a:solidFill>
                  <a:srgbClr val="FFFFFF"/>
                </a:solidFill>
                <a:latin typeface="Poppins Light"/>
                <a:cs typeface="Poppins Light"/>
              </a:rPr>
              <a:t> grammatical,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err="1">
                <a:solidFill>
                  <a:srgbClr val="FFFFFF"/>
                </a:solidFill>
                <a:latin typeface="Poppins Light"/>
                <a:cs typeface="Poppins Light"/>
              </a:rPr>
              <a:t>Esto</a:t>
            </a:r>
            <a:r>
              <a:rPr lang="en-US" sz="1200" b="0">
                <a:solidFill>
                  <a:srgbClr val="FFFFFF"/>
                </a:solidFill>
                <a:latin typeface="Poppins Light"/>
                <a:cs typeface="Poppins Light"/>
              </a:rPr>
              <a:t> </a:t>
            </a:r>
            <a:r>
              <a:rPr lang="en-US" sz="1200" b="0" err="1">
                <a:solidFill>
                  <a:srgbClr val="FFFFFF"/>
                </a:solidFill>
                <a:latin typeface="Poppins Light"/>
                <a:cs typeface="Poppins Light"/>
              </a:rPr>
              <a:t>permite</a:t>
            </a:r>
            <a:r>
              <a:rPr lang="en-US" sz="1200" b="0">
                <a:solidFill>
                  <a:srgbClr val="FFFFFF"/>
                </a:solidFill>
                <a:latin typeface="Poppins Light"/>
                <a:cs typeface="Poppins Light"/>
              </a:rPr>
              <a:t> </a:t>
            </a:r>
            <a:r>
              <a:rPr lang="en-US" sz="1200" b="0" err="1">
                <a:solidFill>
                  <a:srgbClr val="FFFFFF"/>
                </a:solidFill>
                <a:latin typeface="Poppins Light"/>
                <a:cs typeface="Poppins Light"/>
              </a:rPr>
              <a:t>poder</a:t>
            </a:r>
            <a:r>
              <a:rPr lang="en-US" sz="1200" b="0">
                <a:solidFill>
                  <a:srgbClr val="FFFFFF"/>
                </a:solidFill>
                <a:latin typeface="Poppins Light"/>
                <a:cs typeface="Poppins Light"/>
              </a:rPr>
              <a:t> </a:t>
            </a:r>
            <a:r>
              <a:rPr lang="en-US" sz="1200" b="0" err="1">
                <a:solidFill>
                  <a:srgbClr val="FFFFFF"/>
                </a:solidFill>
                <a:latin typeface="Poppins Light"/>
                <a:cs typeface="Poppins Light"/>
              </a:rPr>
              <a:t>crear</a:t>
            </a:r>
            <a:r>
              <a:rPr lang="en-US" sz="1200" b="0">
                <a:solidFill>
                  <a:srgbClr val="FFFFFF"/>
                </a:solidFill>
                <a:latin typeface="Poppins Light"/>
                <a:cs typeface="Poppins Light"/>
              </a:rPr>
              <a:t> y </a:t>
            </a:r>
            <a:r>
              <a:rPr lang="en-US" sz="1200" b="0" err="1">
                <a:solidFill>
                  <a:srgbClr val="FFFFFF"/>
                </a:solidFill>
                <a:latin typeface="Poppins Light"/>
                <a:cs typeface="Poppins Light"/>
              </a:rPr>
              <a:t>editar</a:t>
            </a:r>
            <a:r>
              <a:rPr lang="en-US" sz="1200" b="0">
                <a:solidFill>
                  <a:srgbClr val="FFFFFF"/>
                </a:solidFill>
                <a:latin typeface="Poppins Light"/>
                <a:cs typeface="Poppins Light"/>
              </a:rPr>
              <a:t> </a:t>
            </a:r>
            <a:r>
              <a:rPr lang="en-US" sz="1200" b="0" err="1">
                <a:solidFill>
                  <a:srgbClr val="FFFFFF"/>
                </a:solidFill>
                <a:latin typeface="Poppins Light"/>
                <a:cs typeface="Poppins Light"/>
              </a:rPr>
              <a:t>el</a:t>
            </a:r>
            <a:r>
              <a:rPr lang="en-US" sz="1200" b="0">
                <a:solidFill>
                  <a:srgbClr val="FFFFFF"/>
                </a:solidFill>
                <a:latin typeface="Poppins Light"/>
                <a:cs typeface="Poppins Light"/>
              </a:rPr>
              <a:t> </a:t>
            </a:r>
            <a:r>
              <a:rPr lang="en-US" sz="1200" b="0" err="1">
                <a:solidFill>
                  <a:srgbClr val="FFFFFF"/>
                </a:solidFill>
                <a:latin typeface="Poppins Light"/>
                <a:cs typeface="Poppins Light"/>
              </a:rPr>
              <a:t>contenido</a:t>
            </a:r>
            <a:r>
              <a:rPr lang="en-US" sz="1200" b="0">
                <a:solidFill>
                  <a:srgbClr val="FFFFFF"/>
                </a:solidFill>
                <a:latin typeface="Poppins Light"/>
                <a:cs typeface="Poppins Light"/>
              </a:rPr>
              <a:t> </a:t>
            </a:r>
            <a:r>
              <a:rPr lang="en-US" sz="1200" b="0" err="1">
                <a:solidFill>
                  <a:srgbClr val="FFFFFF"/>
                </a:solidFill>
                <a:latin typeface="Poppins Light"/>
                <a:cs typeface="Poppins Light"/>
              </a:rPr>
              <a:t>en</a:t>
            </a:r>
            <a:r>
              <a:rPr lang="en-US" sz="1200" b="0">
                <a:solidFill>
                  <a:srgbClr val="FFFFFF"/>
                </a:solidFill>
                <a:latin typeface="Poppins Light"/>
                <a:cs typeface="Poppins Light"/>
              </a:rPr>
              <a:t> </a:t>
            </a:r>
            <a:r>
              <a:rPr lang="en-US" sz="1200" b="0" err="1">
                <a:solidFill>
                  <a:srgbClr val="FFFFFF"/>
                </a:solidFill>
                <a:latin typeface="Poppins Light"/>
                <a:cs typeface="Poppins Light"/>
              </a:rPr>
              <a:t>tiemop</a:t>
            </a:r>
            <a:r>
              <a:rPr lang="en-US" sz="1200" b="0">
                <a:solidFill>
                  <a:srgbClr val="FFFFFF"/>
                </a:solidFill>
                <a:latin typeface="Poppins Light"/>
                <a:cs typeface="Poppins Light"/>
              </a:rPr>
              <a:t> real, y </a:t>
            </a:r>
            <a:r>
              <a:rPr lang="en-US" sz="1200" b="0" err="1">
                <a:solidFill>
                  <a:srgbClr val="FFFFFF"/>
                </a:solidFill>
                <a:latin typeface="Poppins Light"/>
                <a:cs typeface="Poppins Light"/>
              </a:rPr>
              <a:t>como</a:t>
            </a:r>
            <a:r>
              <a:rPr lang="en-US" sz="1200" b="0">
                <a:solidFill>
                  <a:srgbClr val="FFFFFF"/>
                </a:solidFill>
                <a:latin typeface="Poppins Light"/>
                <a:cs typeface="Poppins Light"/>
              </a:rPr>
              <a:t> </a:t>
            </a:r>
            <a:r>
              <a:rPr lang="en-US" sz="1200" b="0" err="1">
                <a:solidFill>
                  <a:srgbClr val="FFFFFF"/>
                </a:solidFill>
                <a:latin typeface="Poppins Light"/>
                <a:cs typeface="Poppins Light"/>
              </a:rPr>
              <a:t>mencioné</a:t>
            </a:r>
            <a:r>
              <a:rPr lang="en-US" sz="1200" b="0">
                <a:solidFill>
                  <a:srgbClr val="FFFFFF"/>
                </a:solidFill>
                <a:latin typeface="Poppins Light"/>
                <a:cs typeface="Poppins Light"/>
              </a:rPr>
              <a:t> </a:t>
            </a:r>
            <a:r>
              <a:rPr lang="en-US" sz="1200" b="0" err="1">
                <a:solidFill>
                  <a:srgbClr val="FFFFFF"/>
                </a:solidFill>
                <a:latin typeface="Poppins Light"/>
                <a:cs typeface="Poppins Light"/>
              </a:rPr>
              <a:t>anteriormente</a:t>
            </a:r>
            <a:r>
              <a:rPr lang="en-US" sz="1200" b="0">
                <a:solidFill>
                  <a:srgbClr val="FFFFFF"/>
                </a:solidFill>
                <a:latin typeface="Poppins Light"/>
                <a:cs typeface="Poppins Light"/>
              </a:rPr>
              <a:t>, </a:t>
            </a:r>
            <a:r>
              <a:rPr lang="en-US" sz="1200" b="0" err="1">
                <a:solidFill>
                  <a:srgbClr val="FFFFFF"/>
                </a:solidFill>
                <a:latin typeface="Poppins Light"/>
                <a:cs typeface="Poppins Light"/>
              </a:rPr>
              <a:t>mejorar</a:t>
            </a:r>
            <a:r>
              <a:rPr lang="en-US" sz="1200" b="0">
                <a:solidFill>
                  <a:srgbClr val="FFFFFF"/>
                </a:solidFill>
                <a:latin typeface="Poppins Light"/>
                <a:cs typeface="Poppins Light"/>
              </a:rPr>
              <a:t> </a:t>
            </a:r>
            <a:r>
              <a:rPr lang="en-US" sz="1200" b="0" err="1">
                <a:solidFill>
                  <a:srgbClr val="FFFFFF"/>
                </a:solidFill>
                <a:latin typeface="Poppins Light"/>
                <a:cs typeface="Poppins Light"/>
              </a:rPr>
              <a:t>el</a:t>
            </a:r>
            <a:r>
              <a:rPr lang="en-US" sz="1200" b="0">
                <a:solidFill>
                  <a:srgbClr val="FFFFFF"/>
                </a:solidFill>
                <a:latin typeface="Poppins Light"/>
                <a:cs typeface="Poppins Light"/>
              </a:rPr>
              <a:t> </a:t>
            </a:r>
            <a:r>
              <a:rPr lang="en-US" sz="1200" b="0" err="1">
                <a:solidFill>
                  <a:srgbClr val="FFFFFF"/>
                </a:solidFill>
                <a:latin typeface="Poppins Light"/>
                <a:cs typeface="Poppins Light"/>
              </a:rPr>
              <a:t>flujo</a:t>
            </a:r>
            <a:r>
              <a:rPr lang="en-US" sz="1200" b="0">
                <a:solidFill>
                  <a:srgbClr val="FFFFFF"/>
                </a:solidFill>
                <a:latin typeface="Poppins Light"/>
                <a:cs typeface="Poppins Light"/>
              </a:rPr>
              <a:t> de </a:t>
            </a:r>
            <a:r>
              <a:rPr lang="en-US" sz="1200" b="0" err="1">
                <a:solidFill>
                  <a:srgbClr val="FFFFFF"/>
                </a:solidFill>
                <a:latin typeface="Poppins Light"/>
                <a:cs typeface="Poppins Light"/>
              </a:rPr>
              <a:t>trabajo</a:t>
            </a:r>
            <a:r>
              <a:rPr lang="en-US" sz="1200" b="0">
                <a:solidFill>
                  <a:srgbClr val="FFFFFF"/>
                </a:solidFill>
                <a:latin typeface="Poppins Light"/>
                <a:cs typeface="Poppins Light"/>
              </a:rPr>
              <a:t> para ambos </a:t>
            </a:r>
            <a:r>
              <a:rPr lang="en-US" sz="1200" b="0" err="1">
                <a:solidFill>
                  <a:srgbClr val="FFFFFF"/>
                </a:solidFill>
                <a:latin typeface="Poppins Light"/>
                <a:cs typeface="Poppins Light"/>
              </a:rPr>
              <a:t>lados</a:t>
            </a:r>
            <a:r>
              <a:rPr lang="en-US" sz="1200" b="0">
                <a:solidFill>
                  <a:srgbClr val="FFFFFF"/>
                </a:solidFill>
                <a:latin typeface="Poppins Light"/>
                <a:cs typeface="Poppins Ligh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rgbClr val="FFFFFF"/>
              </a:solidFill>
              <a:latin typeface="Poppins Light"/>
              <a:cs typeface="Poppins 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rgbClr val="FFFFFF"/>
                </a:solidFill>
                <a:latin typeface="Poppins Light"/>
                <a:cs typeface="Poppins Light"/>
              </a:rPr>
              <a:t>InCopy</a:t>
            </a:r>
            <a:r>
              <a:rPr lang="en-US" sz="1200" b="0" spc="240">
                <a:solidFill>
                  <a:srgbClr val="FFFFFF"/>
                </a:solidFill>
                <a:latin typeface="Poppins Light"/>
                <a:cs typeface="Poppins Light"/>
              </a:rPr>
              <a:t> </a:t>
            </a:r>
            <a:r>
              <a:rPr lang="en-US" sz="1200" b="0">
                <a:solidFill>
                  <a:srgbClr val="FFFFFF"/>
                </a:solidFill>
                <a:latin typeface="Poppins Light"/>
                <a:cs typeface="Poppins Light"/>
              </a:rPr>
              <a:t>provides</a:t>
            </a:r>
            <a:r>
              <a:rPr lang="en-US" sz="1200" b="0" spc="235">
                <a:solidFill>
                  <a:srgbClr val="FFFFFF"/>
                </a:solidFill>
                <a:latin typeface="Poppins Light"/>
                <a:cs typeface="Poppins Light"/>
              </a:rPr>
              <a:t> </a:t>
            </a:r>
            <a:r>
              <a:rPr lang="en-US" sz="1200" b="0">
                <a:solidFill>
                  <a:srgbClr val="FFFFFF"/>
                </a:solidFill>
                <a:latin typeface="Poppins Light"/>
                <a:cs typeface="Poppins Light"/>
              </a:rPr>
              <a:t>standard</a:t>
            </a:r>
            <a:r>
              <a:rPr lang="en-US" sz="1200" b="0" spc="245">
                <a:solidFill>
                  <a:srgbClr val="FFFFFF"/>
                </a:solidFill>
                <a:latin typeface="Poppins Light"/>
                <a:cs typeface="Poppins Light"/>
              </a:rPr>
              <a:t> </a:t>
            </a:r>
            <a:r>
              <a:rPr lang="en-US" sz="1200" b="0">
                <a:solidFill>
                  <a:srgbClr val="FFFFFF"/>
                </a:solidFill>
                <a:latin typeface="Poppins Light"/>
                <a:cs typeface="Poppins Light"/>
              </a:rPr>
              <a:t>word</a:t>
            </a:r>
            <a:r>
              <a:rPr lang="en-US" sz="1200" b="0" spc="240">
                <a:solidFill>
                  <a:srgbClr val="FFFFFF"/>
                </a:solidFill>
                <a:latin typeface="Poppins Light"/>
                <a:cs typeface="Poppins Light"/>
              </a:rPr>
              <a:t> </a:t>
            </a:r>
            <a:r>
              <a:rPr lang="en-US" sz="1200" b="0">
                <a:solidFill>
                  <a:srgbClr val="FFFFFF"/>
                </a:solidFill>
                <a:latin typeface="Poppins Light"/>
                <a:cs typeface="Poppins Light"/>
              </a:rPr>
              <a:t>processing</a:t>
            </a:r>
            <a:r>
              <a:rPr lang="en-US" sz="1200" b="0" spc="250">
                <a:solidFill>
                  <a:srgbClr val="FFFFFF"/>
                </a:solidFill>
                <a:latin typeface="Poppins Light"/>
                <a:cs typeface="Poppins Light"/>
              </a:rPr>
              <a:t> </a:t>
            </a:r>
            <a:r>
              <a:rPr lang="en-US" sz="1200" b="0">
                <a:solidFill>
                  <a:srgbClr val="FFFFFF"/>
                </a:solidFill>
                <a:latin typeface="Poppins Light"/>
                <a:cs typeface="Poppins Light"/>
              </a:rPr>
              <a:t>features,</a:t>
            </a:r>
            <a:r>
              <a:rPr lang="en-US" sz="1200" b="0" spc="245">
                <a:solidFill>
                  <a:srgbClr val="FFFFFF"/>
                </a:solidFill>
                <a:latin typeface="Poppins Light"/>
                <a:cs typeface="Poppins Light"/>
              </a:rPr>
              <a:t> </a:t>
            </a:r>
            <a:r>
              <a:rPr lang="en-US" sz="1200" b="0">
                <a:solidFill>
                  <a:srgbClr val="FFFFFF"/>
                </a:solidFill>
                <a:latin typeface="Poppins Light"/>
                <a:cs typeface="Poppins Light"/>
              </a:rPr>
              <a:t>including</a:t>
            </a:r>
            <a:r>
              <a:rPr lang="en-US" sz="1200" b="0" spc="245">
                <a:solidFill>
                  <a:srgbClr val="FFFFFF"/>
                </a:solidFill>
                <a:latin typeface="Poppins Light"/>
                <a:cs typeface="Poppins Light"/>
              </a:rPr>
              <a:t> </a:t>
            </a:r>
            <a:r>
              <a:rPr lang="en-US" sz="1200" b="0" spc="-10">
                <a:solidFill>
                  <a:srgbClr val="FFFFFF"/>
                </a:solidFill>
                <a:latin typeface="Poppins Light"/>
                <a:cs typeface="Poppins Light"/>
              </a:rPr>
              <a:t>track </a:t>
            </a:r>
            <a:r>
              <a:rPr lang="en-US" sz="1200" b="0">
                <a:solidFill>
                  <a:srgbClr val="FFFFFF"/>
                </a:solidFill>
                <a:latin typeface="Poppins Light"/>
                <a:cs typeface="Poppins Light"/>
              </a:rPr>
              <a:t>changes,</a:t>
            </a:r>
            <a:r>
              <a:rPr lang="en-US" sz="1200" b="0" spc="5">
                <a:solidFill>
                  <a:srgbClr val="FFFFFF"/>
                </a:solidFill>
                <a:latin typeface="Poppins Light"/>
                <a:cs typeface="Poppins Light"/>
              </a:rPr>
              <a:t> </a:t>
            </a:r>
            <a:r>
              <a:rPr lang="en-US" sz="1200" b="0">
                <a:solidFill>
                  <a:srgbClr val="FFFFFF"/>
                </a:solidFill>
                <a:latin typeface="Poppins Light"/>
                <a:cs typeface="Poppins Light"/>
              </a:rPr>
              <a:t>word</a:t>
            </a:r>
            <a:r>
              <a:rPr lang="en-US" sz="1200" b="0" spc="-5">
                <a:solidFill>
                  <a:srgbClr val="FFFFFF"/>
                </a:solidFill>
                <a:latin typeface="Poppins Light"/>
                <a:cs typeface="Poppins Light"/>
              </a:rPr>
              <a:t> </a:t>
            </a:r>
            <a:r>
              <a:rPr lang="en-US" sz="1200" b="0">
                <a:solidFill>
                  <a:srgbClr val="FFFFFF"/>
                </a:solidFill>
                <a:latin typeface="Poppins Light"/>
                <a:cs typeface="Poppins Light"/>
              </a:rPr>
              <a:t>count,</a:t>
            </a:r>
            <a:r>
              <a:rPr lang="en-US" sz="1200" b="0" spc="20">
                <a:solidFill>
                  <a:srgbClr val="FFFFFF"/>
                </a:solidFill>
                <a:latin typeface="Poppins Light"/>
                <a:cs typeface="Poppins Light"/>
              </a:rPr>
              <a:t> </a:t>
            </a:r>
            <a:r>
              <a:rPr lang="en-US" sz="1200" b="0">
                <a:solidFill>
                  <a:srgbClr val="FFFFFF"/>
                </a:solidFill>
                <a:latin typeface="Poppins Light"/>
                <a:cs typeface="Poppins Light"/>
              </a:rPr>
              <a:t>and</a:t>
            </a:r>
            <a:r>
              <a:rPr lang="en-US" sz="1200" b="0" spc="-5">
                <a:solidFill>
                  <a:srgbClr val="FFFFFF"/>
                </a:solidFill>
                <a:latin typeface="Poppins Light"/>
                <a:cs typeface="Poppins Light"/>
              </a:rPr>
              <a:t> </a:t>
            </a:r>
            <a:r>
              <a:rPr lang="en-US" sz="1200" b="0">
                <a:solidFill>
                  <a:srgbClr val="FFFFFF"/>
                </a:solidFill>
                <a:latin typeface="Poppins Light"/>
                <a:cs typeface="Poppins Light"/>
              </a:rPr>
              <a:t>spell</a:t>
            </a:r>
            <a:r>
              <a:rPr lang="en-US" sz="1200" b="0" spc="-10">
                <a:solidFill>
                  <a:srgbClr val="FFFFFF"/>
                </a:solidFill>
                <a:latin typeface="Poppins Light"/>
                <a:cs typeface="Poppins Light"/>
              </a:rPr>
              <a:t> </a:t>
            </a:r>
            <a:r>
              <a:rPr lang="en-US" sz="1200" b="0">
                <a:solidFill>
                  <a:srgbClr val="FFFFFF"/>
                </a:solidFill>
                <a:latin typeface="Poppins Light"/>
                <a:cs typeface="Poppins Light"/>
              </a:rPr>
              <a:t>check,</a:t>
            </a:r>
            <a:r>
              <a:rPr lang="en-US" sz="1200" b="0" spc="15">
                <a:solidFill>
                  <a:srgbClr val="FFFFFF"/>
                </a:solidFill>
                <a:latin typeface="Poppins Light"/>
                <a:cs typeface="Poppins Light"/>
              </a:rPr>
              <a:t> </a:t>
            </a:r>
            <a:r>
              <a:rPr lang="en-US" sz="1200" b="0">
                <a:solidFill>
                  <a:srgbClr val="FFFFFF"/>
                </a:solidFill>
                <a:latin typeface="Poppins Light"/>
                <a:cs typeface="Poppins Light"/>
              </a:rPr>
              <a:t>and</a:t>
            </a:r>
            <a:r>
              <a:rPr lang="en-US" sz="1200" b="0" spc="-5">
                <a:solidFill>
                  <a:srgbClr val="FFFFFF"/>
                </a:solidFill>
                <a:latin typeface="Poppins Light"/>
                <a:cs typeface="Poppins Light"/>
              </a:rPr>
              <a:t> </a:t>
            </a:r>
            <a:r>
              <a:rPr lang="en-US" sz="1200" b="0">
                <a:solidFill>
                  <a:srgbClr val="FFFFFF"/>
                </a:solidFill>
                <a:latin typeface="Poppins Light"/>
                <a:cs typeface="Poppins Light"/>
              </a:rPr>
              <a:t>it</a:t>
            </a:r>
            <a:r>
              <a:rPr lang="en-US" sz="1200" b="0" spc="-20">
                <a:solidFill>
                  <a:srgbClr val="FFFFFF"/>
                </a:solidFill>
                <a:latin typeface="Poppins Light"/>
                <a:cs typeface="Poppins Light"/>
              </a:rPr>
              <a:t> </a:t>
            </a:r>
            <a:r>
              <a:rPr lang="en-US" sz="1200" b="0">
                <a:solidFill>
                  <a:srgbClr val="FFFFFF"/>
                </a:solidFill>
                <a:latin typeface="Poppins Light"/>
                <a:cs typeface="Poppins Light"/>
              </a:rPr>
              <a:t>has</a:t>
            </a:r>
            <a:r>
              <a:rPr lang="en-US" sz="1200" b="0" spc="-10">
                <a:solidFill>
                  <a:srgbClr val="FFFFFF"/>
                </a:solidFill>
                <a:latin typeface="Poppins Light"/>
                <a:cs typeface="Poppins Light"/>
              </a:rPr>
              <a:t> </a:t>
            </a:r>
            <a:r>
              <a:rPr lang="en-US" sz="1200" b="0">
                <a:solidFill>
                  <a:srgbClr val="FFFFFF"/>
                </a:solidFill>
                <a:latin typeface="Poppins Light"/>
                <a:cs typeface="Poppins Light"/>
              </a:rPr>
              <a:t>several</a:t>
            </a:r>
            <a:r>
              <a:rPr lang="en-US" sz="1200" b="0" spc="15">
                <a:solidFill>
                  <a:srgbClr val="FFFFFF"/>
                </a:solidFill>
                <a:latin typeface="Poppins Light"/>
                <a:cs typeface="Poppins Light"/>
              </a:rPr>
              <a:t> </a:t>
            </a:r>
            <a:r>
              <a:rPr lang="en-US" sz="1200" b="0">
                <a:solidFill>
                  <a:srgbClr val="FFFFFF"/>
                </a:solidFill>
                <a:latin typeface="Poppins Light"/>
                <a:cs typeface="Poppins Light"/>
              </a:rPr>
              <a:t>viewing</a:t>
            </a:r>
            <a:r>
              <a:rPr lang="en-US" sz="1200" b="0" spc="-5">
                <a:solidFill>
                  <a:srgbClr val="FFFFFF"/>
                </a:solidFill>
                <a:latin typeface="Poppins Light"/>
                <a:cs typeface="Poppins Light"/>
              </a:rPr>
              <a:t> </a:t>
            </a:r>
            <a:r>
              <a:rPr lang="en-US" sz="1200" b="0" spc="-10">
                <a:solidFill>
                  <a:srgbClr val="FFFFFF"/>
                </a:solidFill>
                <a:latin typeface="Poppins Light"/>
                <a:cs typeface="Poppins Light"/>
              </a:rPr>
              <a:t>modes.</a:t>
            </a:r>
            <a:endParaRPr lang="en-US" sz="1200">
              <a:latin typeface="Poppins Light"/>
              <a:cs typeface="Poppins Light"/>
            </a:endParaRPr>
          </a:p>
          <a:p>
            <a:endParaRPr lang="en-US"/>
          </a:p>
          <a:p>
            <a:endParaRPr lang="en-US"/>
          </a:p>
          <a:p>
            <a:endParaRPr lang="en-US"/>
          </a:p>
          <a:p>
            <a:r>
              <a:rPr lang="en-US"/>
              <a:t>Formatting applied in InCopy will be retained when it is placed inside of Adobe InDesign (making my job easier). That retention is maintained in a back and forth workflow because Adobe InCopy shares the exact same text engine as Adobe InDesign. This is something not possible with a straight up Microsoft Word workflow. </a:t>
            </a:r>
          </a:p>
          <a:p>
            <a:endParaRPr lang="en-US"/>
          </a:p>
          <a:p>
            <a:r>
              <a:rPr lang="en-US"/>
              <a:t>InCopy users can see and work in a designed layout that looks just like the finished product. InCopy does not allow the editing of the design layout, only the content.</a:t>
            </a:r>
            <a:endParaRPr lang="en-DK"/>
          </a:p>
        </p:txBody>
      </p:sp>
      <p:sp>
        <p:nvSpPr>
          <p:cNvPr id="4" name="Slide Number Placeholder 3"/>
          <p:cNvSpPr>
            <a:spLocks noGrp="1"/>
          </p:cNvSpPr>
          <p:nvPr>
            <p:ph type="sldNum" sz="quarter" idx="5"/>
          </p:nvPr>
        </p:nvSpPr>
        <p:spPr/>
        <p:txBody>
          <a:bodyPr/>
          <a:lstStyle/>
          <a:p>
            <a:fld id="{9E63FE4B-2A11-4174-9591-0C9981A24A8F}" type="slidenum">
              <a:rPr lang="en-GB" smtClean="0"/>
              <a:t>11</a:t>
            </a:fld>
            <a:endParaRPr lang="en-GB"/>
          </a:p>
        </p:txBody>
      </p:sp>
    </p:spTree>
    <p:extLst>
      <p:ext uri="{BB962C8B-B14F-4D97-AF65-F5344CB8AC3E}">
        <p14:creationId xmlns:p14="http://schemas.microsoft.com/office/powerpoint/2010/main" val="3081707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Para </a:t>
            </a:r>
            <a:r>
              <a:rPr lang="en-US" sz="1200" b="0" i="0" kern="1200" err="1">
                <a:solidFill>
                  <a:schemeClr val="tx1"/>
                </a:solidFill>
                <a:effectLst/>
                <a:latin typeface="+mn-lt"/>
                <a:ea typeface="+mn-ea"/>
                <a:cs typeface="+mn-cs"/>
              </a:rPr>
              <a:t>utilizarlo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existe</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ciertos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requerimientos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como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tener</a:t>
            </a:r>
            <a:r>
              <a:rPr lang="en-US" sz="1200" b="0" i="0" kern="1200">
                <a:solidFill>
                  <a:schemeClr val="tx1"/>
                </a:solidFill>
                <a:effectLst/>
                <a:latin typeface="+mn-lt"/>
                <a:ea typeface="+mn-ea"/>
                <a:cs typeface="+mn-cs"/>
              </a:rPr>
              <a:t> un </a:t>
            </a:r>
            <a:r>
              <a:rPr lang="en-US" sz="1200" b="0" i="0" kern="1200" err="1">
                <a:solidFill>
                  <a:schemeClr val="tx1"/>
                </a:solidFill>
                <a:effectLst/>
                <a:latin typeface="+mn-lt"/>
                <a:ea typeface="+mn-ea"/>
                <a:cs typeface="+mn-cs"/>
              </a:rPr>
              <a:t>servidor</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compartido</a:t>
            </a:r>
            <a:r>
              <a:rPr lang="en-US" sz="1200" b="0" i="0" kern="1200">
                <a:solidFill>
                  <a:schemeClr val="tx1"/>
                </a:solidFill>
                <a:effectLst/>
                <a:latin typeface="+mn-lt"/>
                <a:ea typeface="+mn-ea"/>
                <a:cs typeface="+mn-cs"/>
              </a:rPr>
              <a: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Tambien es </a:t>
            </a:r>
            <a:r>
              <a:rPr lang="en-US" sz="1200" b="0" i="0" kern="1200" err="1">
                <a:solidFill>
                  <a:schemeClr val="tx1"/>
                </a:solidFill>
                <a:effectLst/>
                <a:latin typeface="+mn-lt"/>
                <a:ea typeface="+mn-ea"/>
                <a:cs typeface="+mn-cs"/>
              </a:rPr>
              <a:t>necesario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utilizar</a:t>
            </a:r>
            <a:r>
              <a:rPr lang="en-US" sz="1200" b="0" i="0" kern="1200">
                <a:solidFill>
                  <a:schemeClr val="tx1"/>
                </a:solidFill>
                <a:effectLst/>
                <a:latin typeface="+mn-lt"/>
                <a:ea typeface="+mn-ea"/>
                <a:cs typeface="+mn-cs"/>
              </a:rPr>
              <a:t> teams, dado que </a:t>
            </a:r>
            <a:r>
              <a:rPr lang="en-US" sz="1200" b="0" i="0" kern="1200" err="1">
                <a:solidFill>
                  <a:schemeClr val="tx1"/>
                </a:solidFill>
                <a:effectLst/>
                <a:latin typeface="+mn-lt"/>
                <a:ea typeface="+mn-ea"/>
                <a:cs typeface="+mn-cs"/>
              </a:rPr>
              <a:t>nos</a:t>
            </a:r>
            <a:r>
              <a:rPr lang="en-US" sz="1200" b="0" i="0" kern="1200">
                <a:solidFill>
                  <a:schemeClr val="tx1"/>
                </a:solidFill>
                <a:effectLst/>
                <a:latin typeface="+mn-lt"/>
                <a:ea typeface="+mn-ea"/>
                <a:cs typeface="+mn-cs"/>
              </a:rPr>
              <a:t> Podemos </a:t>
            </a:r>
            <a:r>
              <a:rPr lang="en-US" sz="1200" b="0" i="0" kern="1200" err="1">
                <a:solidFill>
                  <a:schemeClr val="tx1"/>
                </a:solidFill>
                <a:effectLst/>
                <a:latin typeface="+mn-lt"/>
                <a:ea typeface="+mn-ea"/>
                <a:cs typeface="+mn-cs"/>
              </a:rPr>
              <a:t>compartir</a:t>
            </a:r>
            <a:r>
              <a:rPr lang="en-US" sz="1200" b="0" i="0" kern="1200">
                <a:solidFill>
                  <a:schemeClr val="tx1"/>
                </a:solidFill>
                <a:effectLst/>
                <a:latin typeface="+mn-lt"/>
                <a:ea typeface="+mn-ea"/>
                <a:cs typeface="+mn-cs"/>
              </a:rPr>
              <a:t> la </a:t>
            </a:r>
            <a:r>
              <a:rPr lang="en-US" sz="1200" b="0" i="0" kern="1200" err="1">
                <a:solidFill>
                  <a:schemeClr val="tx1"/>
                </a:solidFill>
                <a:effectLst/>
                <a:latin typeface="+mn-lt"/>
                <a:ea typeface="+mn-ea"/>
                <a:cs typeface="+mn-cs"/>
              </a:rPr>
              <a:t>ubicación</a:t>
            </a:r>
            <a:r>
              <a:rPr lang="en-US" sz="1200" b="0" i="0" kern="1200">
                <a:solidFill>
                  <a:schemeClr val="tx1"/>
                </a:solidFill>
                <a:effectLst/>
                <a:latin typeface="+mn-lt"/>
                <a:ea typeface="+mn-ea"/>
                <a:cs typeface="+mn-cs"/>
              </a:rPr>
              <a:t> de </a:t>
            </a:r>
            <a:r>
              <a:rPr lang="en-US" sz="1200" b="0" i="0" kern="1200" err="1">
                <a:solidFill>
                  <a:schemeClr val="tx1"/>
                </a:solidFill>
                <a:effectLst/>
                <a:latin typeface="+mn-lt"/>
                <a:ea typeface="+mn-ea"/>
                <a:cs typeface="+mn-cs"/>
              </a:rPr>
              <a:t>los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archivos</a:t>
            </a:r>
            <a:r>
              <a:rPr lang="en-US" sz="1200" b="0" i="0" kern="1200">
                <a:solidFill>
                  <a:schemeClr val="tx1"/>
                </a:solidFill>
                <a:effectLst/>
                <a:latin typeface="+mn-lt"/>
                <a:ea typeface="+mn-ea"/>
                <a:cs typeface="+mn-cs"/>
              </a:rPr>
              <a:t> a </a:t>
            </a:r>
            <a:r>
              <a:rPr lang="en-US" sz="1200" b="0" i="0" kern="1200" err="1">
                <a:solidFill>
                  <a:schemeClr val="tx1"/>
                </a:solidFill>
                <a:effectLst/>
                <a:latin typeface="+mn-lt"/>
                <a:ea typeface="+mn-ea"/>
                <a:cs typeface="+mn-cs"/>
              </a:rPr>
              <a:t>través</a:t>
            </a:r>
            <a:r>
              <a:rPr lang="en-US" sz="1200" b="0" i="0" kern="1200">
                <a:solidFill>
                  <a:schemeClr val="tx1"/>
                </a:solidFill>
                <a:effectLst/>
                <a:latin typeface="+mn-lt"/>
                <a:ea typeface="+mn-ea"/>
                <a:cs typeface="+mn-cs"/>
              </a:rPr>
              <a:t> de </a:t>
            </a:r>
            <a:r>
              <a:rPr lang="en-US" sz="1200" b="0" i="0" kern="1200" err="1">
                <a:solidFill>
                  <a:schemeClr val="tx1"/>
                </a:solidFill>
                <a:effectLst/>
                <a:latin typeface="+mn-lt"/>
                <a:ea typeface="+mn-ea"/>
                <a:cs typeface="+mn-cs"/>
              </a:rPr>
              <a:t>él</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tener</a:t>
            </a:r>
            <a:r>
              <a:rPr lang="en-US" sz="1200" b="0" i="0" kern="1200">
                <a:solidFill>
                  <a:schemeClr val="tx1"/>
                </a:solidFill>
                <a:effectLst/>
                <a:latin typeface="+mn-lt"/>
                <a:ea typeface="+mn-ea"/>
                <a:cs typeface="+mn-cs"/>
              </a:rPr>
              <a:t> la </a:t>
            </a:r>
            <a:r>
              <a:rPr lang="en-US" sz="1200" b="0" i="0" kern="1200" err="1">
                <a:solidFill>
                  <a:schemeClr val="tx1"/>
                </a:solidFill>
                <a:effectLst/>
                <a:latin typeface="+mn-lt"/>
                <a:ea typeface="+mn-ea"/>
                <a:cs typeface="+mn-cs"/>
              </a:rPr>
              <a:t>sincronización</a:t>
            </a:r>
            <a:r>
              <a:rPr lang="en-US" sz="1200" b="0" i="0" kern="1200">
                <a:solidFill>
                  <a:schemeClr val="tx1"/>
                </a:solidFill>
                <a:effectLst/>
                <a:latin typeface="+mn-lt"/>
                <a:ea typeface="+mn-ea"/>
                <a:cs typeface="+mn-cs"/>
              </a:rPr>
              <a:t> de teams </a:t>
            </a:r>
            <a:r>
              <a:rPr lang="en-US" sz="1200" b="0" i="0" kern="1200" err="1">
                <a:solidFill>
                  <a:schemeClr val="tx1"/>
                </a:solidFill>
                <a:effectLst/>
                <a:latin typeface="+mn-lt"/>
                <a:ea typeface="+mn-ea"/>
                <a:cs typeface="+mn-cs"/>
              </a:rPr>
              <a:t>activada</a:t>
            </a:r>
            <a:r>
              <a:rPr lang="en-US" sz="1200" b="0" i="0" kern="1200">
                <a:solidFill>
                  <a:schemeClr val="tx1"/>
                </a:solidFill>
                <a:effectLst/>
                <a:latin typeface="+mn-lt"/>
                <a:ea typeface="+mn-ea"/>
                <a:cs typeface="+mn-cs"/>
              </a:rPr>
              <a:t> para </a:t>
            </a:r>
            <a:r>
              <a:rPr lang="en-US" sz="1200" b="0" i="0" kern="1200" err="1">
                <a:solidFill>
                  <a:schemeClr val="tx1"/>
                </a:solidFill>
                <a:effectLst/>
                <a:latin typeface="+mn-lt"/>
                <a:ea typeface="+mn-ea"/>
                <a:cs typeface="+mn-cs"/>
              </a:rPr>
              <a:t>poder</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hacerlo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tiempo</a:t>
            </a:r>
            <a:r>
              <a:rPr lang="en-US" sz="1200" b="0" i="0" kern="1200">
                <a:solidFill>
                  <a:schemeClr val="tx1"/>
                </a:solidFill>
                <a:effectLst/>
                <a:latin typeface="+mn-lt"/>
                <a:ea typeface="+mn-ea"/>
                <a:cs typeface="+mn-cs"/>
              </a:rPr>
              <a:t> real, y </a:t>
            </a:r>
            <a:r>
              <a:rPr lang="en-US" sz="1200" b="0" i="0" kern="1200" err="1">
                <a:solidFill>
                  <a:schemeClr val="tx1"/>
                </a:solidFill>
                <a:effectLst/>
                <a:latin typeface="+mn-lt"/>
                <a:ea typeface="+mn-ea"/>
                <a:cs typeface="+mn-cs"/>
              </a:rPr>
              <a:t>tener</a:t>
            </a:r>
            <a:r>
              <a:rPr lang="en-US" sz="1200" b="0" i="0" kern="1200">
                <a:solidFill>
                  <a:schemeClr val="tx1"/>
                </a:solidFill>
                <a:effectLst/>
                <a:latin typeface="+mn-lt"/>
                <a:ea typeface="+mn-ea"/>
                <a:cs typeface="+mn-cs"/>
              </a:rPr>
              <a:t> las </a:t>
            </a:r>
            <a:r>
              <a:rPr lang="en-US" sz="1200" b="0" i="0" kern="1200" err="1">
                <a:solidFill>
                  <a:schemeClr val="tx1"/>
                </a:solidFill>
                <a:effectLst/>
                <a:latin typeface="+mn-lt"/>
                <a:ea typeface="+mn-ea"/>
                <a:cs typeface="+mn-cs"/>
              </a:rPr>
              <a:t>tipografias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instaladas</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Esto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último</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en</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caso</a:t>
            </a:r>
            <a:r>
              <a:rPr lang="en-US" sz="1200" b="0" i="0" kern="1200">
                <a:solidFill>
                  <a:schemeClr val="tx1"/>
                </a:solidFill>
                <a:effectLst/>
                <a:latin typeface="+mn-lt"/>
                <a:ea typeface="+mn-ea"/>
                <a:cs typeface="+mn-cs"/>
              </a:rPr>
              <a:t> de que no las </a:t>
            </a:r>
            <a:r>
              <a:rPr lang="en-US" sz="1200" b="0" i="0" kern="1200" err="1">
                <a:solidFill>
                  <a:schemeClr val="tx1"/>
                </a:solidFill>
                <a:effectLst/>
                <a:latin typeface="+mn-lt"/>
                <a:ea typeface="+mn-ea"/>
                <a:cs typeface="+mn-cs"/>
              </a:rPr>
              <a:t>tengan</a:t>
            </a:r>
            <a:r>
              <a:rPr lang="en-US" sz="1200" b="0" i="0" kern="1200">
                <a:solidFill>
                  <a:schemeClr val="tx1"/>
                </a:solidFill>
                <a:effectLst/>
                <a:latin typeface="+mn-lt"/>
                <a:ea typeface="+mn-ea"/>
                <a:cs typeface="+mn-cs"/>
              </a:rPr>
              <a:t>, se las Podemos </a:t>
            </a:r>
            <a:r>
              <a:rPr lang="en-US" sz="1200" b="0" i="0" kern="1200" err="1">
                <a:solidFill>
                  <a:schemeClr val="tx1"/>
                </a:solidFill>
                <a:effectLst/>
                <a:latin typeface="+mn-lt"/>
                <a:ea typeface="+mn-ea"/>
                <a:cs typeface="+mn-cs"/>
              </a:rPr>
              <a:t>compartir</a:t>
            </a:r>
            <a:r>
              <a:rPr lang="en-US" sz="1200" b="0" i="0" kern="1200">
                <a:solidFill>
                  <a:schemeClr val="tx1"/>
                </a:solidFill>
                <a:effectLst/>
                <a:latin typeface="+mn-lt"/>
                <a:ea typeface="+mn-ea"/>
                <a:cs typeface="+mn-cs"/>
              </a:rPr>
              <a:t>.</a:t>
            </a: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Working in InCopy requires transferring files across the network and often displaying large graphics. So it is preferable if you're using a wired network.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Fonts. In order to see the files accurately and edit accurately everyone in the workflow needs access to the fonts used in the InDesign document.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designer or InDesign user become central command if you will and is in charge of setting up the workflow so that InCopy users can edit content as needed. </a:t>
            </a:r>
            <a:endParaRPr lang="en-DK"/>
          </a:p>
        </p:txBody>
      </p:sp>
      <p:sp>
        <p:nvSpPr>
          <p:cNvPr id="4" name="Slide Number Placeholder 3"/>
          <p:cNvSpPr>
            <a:spLocks noGrp="1"/>
          </p:cNvSpPr>
          <p:nvPr>
            <p:ph type="sldNum" sz="quarter" idx="5"/>
          </p:nvPr>
        </p:nvSpPr>
        <p:spPr/>
        <p:txBody>
          <a:bodyPr/>
          <a:lstStyle/>
          <a:p>
            <a:fld id="{9E63FE4B-2A11-4174-9591-0C9981A24A8F}" type="slidenum">
              <a:rPr lang="en-GB" smtClean="0"/>
              <a:t>12</a:t>
            </a:fld>
            <a:endParaRPr lang="en-GB"/>
          </a:p>
        </p:txBody>
      </p:sp>
    </p:spTree>
    <p:extLst>
      <p:ext uri="{BB962C8B-B14F-4D97-AF65-F5344CB8AC3E}">
        <p14:creationId xmlns:p14="http://schemas.microsoft.com/office/powerpoint/2010/main" val="4047547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Como sabrán, tendremos un curso de </a:t>
            </a:r>
            <a:r>
              <a:rPr lang="es-ES" err="1"/>
              <a:t>InCopy</a:t>
            </a:r>
            <a:r>
              <a:rPr lang="es-ES"/>
              <a:t> durante las siguientes semanas, que se dividirá en 4 módulos para entender como trabajar con esta herramienta.</a:t>
            </a:r>
          </a:p>
          <a:p>
            <a:endParaRPr lang="es-ES"/>
          </a:p>
          <a:p>
            <a:r>
              <a:rPr lang="es-ES"/>
              <a:t>Introducción, editar el texto, revisar el texto, y guardar y exportar.</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13</a:t>
            </a:fld>
            <a:endParaRPr lang="en-DK"/>
          </a:p>
        </p:txBody>
      </p:sp>
    </p:spTree>
    <p:extLst>
      <p:ext uri="{BB962C8B-B14F-4D97-AF65-F5344CB8AC3E}">
        <p14:creationId xmlns:p14="http://schemas.microsoft.com/office/powerpoint/2010/main" val="238226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Todos nosotros tendremos el curso en español para principiantes- intermedio, que dura alrededor de 5 horas.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14</a:t>
            </a:fld>
            <a:endParaRPr lang="en-DK"/>
          </a:p>
        </p:txBody>
      </p:sp>
    </p:spTree>
    <p:extLst>
      <p:ext uri="{BB962C8B-B14F-4D97-AF65-F5344CB8AC3E}">
        <p14:creationId xmlns:p14="http://schemas.microsoft.com/office/powerpoint/2010/main" val="3061102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¿Cómo se vería el proceso del </a:t>
            </a:r>
            <a:r>
              <a:rPr lang="es-ES" err="1"/>
              <a:t>Design</a:t>
            </a:r>
            <a:r>
              <a:rPr lang="es-ES"/>
              <a:t> Hub ahora entonces?</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15</a:t>
            </a:fld>
            <a:endParaRPr lang="en-DK"/>
          </a:p>
        </p:txBody>
      </p:sp>
    </p:spTree>
    <p:extLst>
      <p:ext uri="{BB962C8B-B14F-4D97-AF65-F5344CB8AC3E}">
        <p14:creationId xmlns:p14="http://schemas.microsoft.com/office/powerpoint/2010/main" val="2490785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Esto partiría con el usuario, o sea ustedes, rellenando formulario con la información necesaria, y enviarlo al correo de diseño. Para este formulario hay un </a:t>
            </a:r>
            <a:r>
              <a:rPr lang="es-ES" err="1"/>
              <a:t>template</a:t>
            </a:r>
            <a:r>
              <a:rPr lang="es-ES"/>
              <a:t> en </a:t>
            </a:r>
            <a:r>
              <a:rPr lang="es-ES" err="1"/>
              <a:t>power</a:t>
            </a:r>
            <a:r>
              <a:rPr lang="es-ES"/>
              <a:t> </a:t>
            </a:r>
            <a:r>
              <a:rPr lang="es-ES" err="1"/>
              <a:t>point</a:t>
            </a:r>
            <a:r>
              <a:rPr lang="es-ES"/>
              <a:t>, que les mostrare más adelante.</a:t>
            </a:r>
          </a:p>
          <a:p>
            <a:endParaRPr lang="es-ES"/>
          </a:p>
          <a:p>
            <a:r>
              <a:rPr lang="es-ES"/>
              <a:t>Luego, nosotros como </a:t>
            </a:r>
            <a:r>
              <a:rPr lang="es-ES" err="1"/>
              <a:t>Design</a:t>
            </a:r>
            <a:r>
              <a:rPr lang="es-ES"/>
              <a:t> Hub tomamos la solicitud, la revisamos, la agregamos a nuestras tareas, y de ser necesario, pedimos información faltante o aclarar alguna duda.</a:t>
            </a:r>
          </a:p>
          <a:p>
            <a:endParaRPr lang="es-ES"/>
          </a:p>
          <a:p>
            <a:r>
              <a:rPr lang="es-ES"/>
              <a:t>Posteriormente, enviamos el borrador dentro de la misma línea de correos. Y se recibirá retroalimentación dentro de la misma.</a:t>
            </a:r>
          </a:p>
          <a:p>
            <a:endParaRPr lang="es-ES"/>
          </a:p>
          <a:p>
            <a:r>
              <a:rPr lang="es-ES"/>
              <a:t>Así, se harán los ajustes basados en el </a:t>
            </a:r>
            <a:r>
              <a:rPr lang="es-ES" err="1"/>
              <a:t>feedback</a:t>
            </a:r>
            <a:r>
              <a:rPr lang="es-ES"/>
              <a:t>, y se enviará la versión final.</a:t>
            </a:r>
          </a:p>
          <a:p>
            <a:endParaRPr lang="es-ES"/>
          </a:p>
          <a:p>
            <a:r>
              <a:rPr lang="es-ES"/>
              <a:t>Al ser aprobado, es necesario informarle al </a:t>
            </a:r>
            <a:r>
              <a:rPr lang="es-ES" err="1"/>
              <a:t>Design</a:t>
            </a:r>
            <a:r>
              <a:rPr lang="es-ES"/>
              <a:t> Hub, para que luego la tarea pueda ser marcada como completada.</a:t>
            </a:r>
          </a:p>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16</a:t>
            </a:fld>
            <a:endParaRPr lang="en-DK"/>
          </a:p>
        </p:txBody>
      </p:sp>
    </p:spTree>
    <p:extLst>
      <p:ext uri="{BB962C8B-B14F-4D97-AF65-F5344CB8AC3E}">
        <p14:creationId xmlns:p14="http://schemas.microsoft.com/office/powerpoint/2010/main" val="3937784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Ahora, ¿cómo enviar </a:t>
            </a:r>
            <a:r>
              <a:rPr lang="es-ES" err="1"/>
              <a:t>feedback</a:t>
            </a:r>
            <a:r>
              <a:rPr lang="es-ES"/>
              <a:t>?</a:t>
            </a:r>
          </a:p>
          <a:p>
            <a:endParaRPr lang="es-ES"/>
          </a:p>
          <a:p>
            <a:r>
              <a:rPr lang="es-ES"/>
              <a:t>Existen distintos métodos. Uno será por </a:t>
            </a:r>
            <a:r>
              <a:rPr lang="es-ES" err="1"/>
              <a:t>InCopy</a:t>
            </a:r>
            <a:r>
              <a:rPr lang="es-ES"/>
              <a:t>, que se verá en el entrenamiento de este. Y otros son</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18</a:t>
            </a:fld>
            <a:endParaRPr lang="en-DK"/>
          </a:p>
        </p:txBody>
      </p:sp>
    </p:spTree>
    <p:extLst>
      <p:ext uri="{BB962C8B-B14F-4D97-AF65-F5344CB8AC3E}">
        <p14:creationId xmlns:p14="http://schemas.microsoft.com/office/powerpoint/2010/main" val="4040488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a:t>
            </a:r>
            <a:r>
              <a:rPr lang="es-ES" err="1"/>
              <a:t>PDFs</a:t>
            </a:r>
            <a:r>
              <a:rPr lang="es-ES"/>
              <a:t> por ejemplo, se les enviará el camino, o el link de la carpeta, para que puedan ver el archivo, y dejar sus comentarios en el </a:t>
            </a:r>
            <a:r>
              <a:rPr lang="es-ES" err="1"/>
              <a:t>pdf</a:t>
            </a:r>
            <a:r>
              <a:rPr lang="es-ES"/>
              <a:t>.</a:t>
            </a:r>
          </a:p>
          <a:p>
            <a:endParaRPr lang="es-ES"/>
          </a:p>
          <a:p>
            <a:r>
              <a:rPr lang="es-ES"/>
              <a:t>El proceso con las imágenes es similar.</a:t>
            </a:r>
          </a:p>
          <a:p>
            <a:endParaRPr lang="es-ES"/>
          </a:p>
          <a:p>
            <a:r>
              <a:rPr lang="es-ES"/>
              <a:t>En el caso de los videos, se les enviará el link del mismo </a:t>
            </a:r>
            <a:r>
              <a:rPr lang="es-ES" err="1"/>
              <a:t>via</a:t>
            </a:r>
            <a:r>
              <a:rPr lang="es-ES"/>
              <a:t> </a:t>
            </a:r>
            <a:r>
              <a:rPr lang="es-ES" err="1"/>
              <a:t>sharepoint</a:t>
            </a:r>
            <a:r>
              <a:rPr lang="es-ES"/>
              <a:t>, donde podrán dejar sus comentarios. </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19</a:t>
            </a:fld>
            <a:endParaRPr lang="en-DK"/>
          </a:p>
        </p:txBody>
      </p:sp>
    </p:spTree>
    <p:extLst>
      <p:ext uri="{BB962C8B-B14F-4D97-AF65-F5344CB8AC3E}">
        <p14:creationId xmlns:p14="http://schemas.microsoft.com/office/powerpoint/2010/main" val="2624614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20</a:t>
            </a:fld>
            <a:endParaRPr lang="en-DK"/>
          </a:p>
        </p:txBody>
      </p:sp>
    </p:spTree>
    <p:extLst>
      <p:ext uri="{BB962C8B-B14F-4D97-AF65-F5344CB8AC3E}">
        <p14:creationId xmlns:p14="http://schemas.microsoft.com/office/powerpoint/2010/main" val="6290218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Otra cosa que consideramos definir son los tiempos de cada tarea o proyecto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21</a:t>
            </a:fld>
            <a:endParaRPr lang="en-DK"/>
          </a:p>
        </p:txBody>
      </p:sp>
    </p:spTree>
    <p:extLst>
      <p:ext uri="{BB962C8B-B14F-4D97-AF65-F5344CB8AC3E}">
        <p14:creationId xmlns:p14="http://schemas.microsoft.com/office/powerpoint/2010/main" val="3044162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Actualizar documentos, </a:t>
            </a:r>
          </a:p>
          <a:p>
            <a:endParaRPr lang="es-ES"/>
          </a:p>
          <a:p>
            <a:r>
              <a:rPr lang="es-ES"/>
              <a:t>Los Round de revisión</a:t>
            </a:r>
          </a:p>
          <a:p>
            <a:endParaRPr lang="es-ES"/>
          </a:p>
          <a:p>
            <a:r>
              <a:rPr lang="es-ES"/>
              <a:t>Crear cosas nuevas toma ya más tiempo.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22</a:t>
            </a:fld>
            <a:endParaRPr lang="en-DK"/>
          </a:p>
        </p:txBody>
      </p:sp>
    </p:spTree>
    <p:extLst>
      <p:ext uri="{BB962C8B-B14F-4D97-AF65-F5344CB8AC3E}">
        <p14:creationId xmlns:p14="http://schemas.microsoft.com/office/powerpoint/2010/main" val="3904661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Además, en este calendario pueden ver algunos eventos que sabemos que suceden año tras año. </a:t>
            </a:r>
          </a:p>
          <a:p>
            <a:endParaRPr lang="es-ES"/>
          </a:p>
          <a:p>
            <a:r>
              <a:rPr lang="es-ES"/>
              <a:t>Fechas en las que habrán menos personas trabajando.</a:t>
            </a:r>
          </a:p>
        </p:txBody>
      </p:sp>
      <p:sp>
        <p:nvSpPr>
          <p:cNvPr id="4" name="Marcador de número de diapositiva 3"/>
          <p:cNvSpPr>
            <a:spLocks noGrp="1"/>
          </p:cNvSpPr>
          <p:nvPr>
            <p:ph type="sldNum" sz="quarter" idx="5"/>
          </p:nvPr>
        </p:nvSpPr>
        <p:spPr/>
        <p:txBody>
          <a:bodyPr/>
          <a:lstStyle/>
          <a:p>
            <a:fld id="{A3A01B4E-7AAB-4396-BFCF-FBF71A7FBE39}" type="slidenum">
              <a:rPr lang="en-DK" smtClean="0"/>
              <a:t>23</a:t>
            </a:fld>
            <a:endParaRPr lang="en-DK"/>
          </a:p>
        </p:txBody>
      </p:sp>
    </p:spTree>
    <p:extLst>
      <p:ext uri="{BB962C8B-B14F-4D97-AF65-F5344CB8AC3E}">
        <p14:creationId xmlns:p14="http://schemas.microsoft.com/office/powerpoint/2010/main" val="2521175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err="1"/>
              <a:t>Creemos</a:t>
            </a:r>
            <a:r>
              <a:rPr lang="da-DK"/>
              <a:t> </a:t>
            </a:r>
            <a:r>
              <a:rPr lang="da-DK" err="1"/>
              <a:t>también</a:t>
            </a:r>
            <a:r>
              <a:rPr lang="da-DK"/>
              <a:t> </a:t>
            </a:r>
            <a:r>
              <a:rPr lang="da-DK" err="1"/>
              <a:t>que</a:t>
            </a:r>
            <a:r>
              <a:rPr lang="da-DK"/>
              <a:t> </a:t>
            </a:r>
            <a:r>
              <a:rPr lang="da-DK" err="1"/>
              <a:t>hay</a:t>
            </a:r>
            <a:r>
              <a:rPr lang="da-DK"/>
              <a:t> </a:t>
            </a:r>
            <a:r>
              <a:rPr lang="da-DK" err="1"/>
              <a:t>responsabilidades</a:t>
            </a:r>
            <a:r>
              <a:rPr lang="da-DK"/>
              <a:t> de </a:t>
            </a:r>
            <a:r>
              <a:rPr lang="da-DK" err="1"/>
              <a:t>ambas</a:t>
            </a:r>
            <a:r>
              <a:rPr lang="da-DK"/>
              <a:t> </a:t>
            </a:r>
            <a:r>
              <a:rPr lang="da-DK" err="1"/>
              <a:t>partes</a:t>
            </a:r>
            <a:r>
              <a:rPr lang="da-DK"/>
              <a:t> </a:t>
            </a:r>
            <a:r>
              <a:rPr lang="da-DK" err="1"/>
              <a:t>por</a:t>
            </a:r>
            <a:r>
              <a:rPr lang="da-DK"/>
              <a:t> </a:t>
            </a:r>
            <a:r>
              <a:rPr lang="da-DK" err="1"/>
              <a:t>cada</a:t>
            </a:r>
            <a:r>
              <a:rPr lang="da-DK"/>
              <a:t> </a:t>
            </a:r>
            <a:r>
              <a:rPr lang="da-DK" err="1"/>
              <a:t>tarea</a:t>
            </a:r>
            <a:r>
              <a:rPr lang="da-DK"/>
              <a:t> o </a:t>
            </a:r>
            <a:r>
              <a:rPr lang="da-DK" err="1"/>
              <a:t>trabajo</a:t>
            </a:r>
            <a:r>
              <a:rPr lang="da-DK"/>
              <a:t>, y en </a:t>
            </a:r>
            <a:r>
              <a:rPr lang="da-DK" err="1"/>
              <a:t>este</a:t>
            </a:r>
            <a:r>
              <a:rPr lang="da-DK"/>
              <a:t> </a:t>
            </a:r>
            <a:r>
              <a:rPr lang="da-DK" err="1"/>
              <a:t>caso</a:t>
            </a:r>
            <a:r>
              <a:rPr lang="da-DK"/>
              <a:t>, </a:t>
            </a:r>
            <a:r>
              <a:rPr lang="da-DK" err="1"/>
              <a:t>mostraré</a:t>
            </a:r>
            <a:r>
              <a:rPr lang="da-DK"/>
              <a:t> las </a:t>
            </a:r>
            <a:r>
              <a:rPr lang="da-DK" err="1"/>
              <a:t>responsabilidades</a:t>
            </a:r>
            <a:r>
              <a:rPr lang="da-DK"/>
              <a:t> </a:t>
            </a:r>
            <a:r>
              <a:rPr lang="da-DK" err="1"/>
              <a:t>para</a:t>
            </a:r>
            <a:r>
              <a:rPr lang="da-DK"/>
              <a:t> las </a:t>
            </a:r>
            <a:r>
              <a:rPr lang="da-DK" err="1"/>
              <a:t>personas</a:t>
            </a:r>
            <a:r>
              <a:rPr lang="da-DK"/>
              <a:t> de marketing, </a:t>
            </a:r>
            <a:r>
              <a:rPr lang="da-DK" err="1"/>
              <a:t>que</a:t>
            </a:r>
            <a:r>
              <a:rPr lang="da-DK"/>
              <a:t> </a:t>
            </a:r>
            <a:r>
              <a:rPr lang="da-DK" err="1"/>
              <a:t>vendrían</a:t>
            </a:r>
            <a:r>
              <a:rPr lang="da-DK"/>
              <a:t> </a:t>
            </a:r>
            <a:r>
              <a:rPr lang="da-DK" err="1"/>
              <a:t>siendo</a:t>
            </a:r>
            <a:r>
              <a:rPr lang="da-DK"/>
              <a:t> </a:t>
            </a:r>
            <a:r>
              <a:rPr lang="da-DK" err="1"/>
              <a:t>chequear</a:t>
            </a:r>
            <a:r>
              <a:rPr lang="da-DK"/>
              <a:t> el </a:t>
            </a:r>
            <a:r>
              <a:rPr lang="da-DK" err="1"/>
              <a:t>estatus</a:t>
            </a:r>
            <a:r>
              <a:rPr lang="da-DK"/>
              <a:t> de </a:t>
            </a:r>
            <a:r>
              <a:rPr lang="da-DK" err="1"/>
              <a:t>cada</a:t>
            </a:r>
            <a:r>
              <a:rPr lang="da-DK"/>
              <a:t> </a:t>
            </a:r>
            <a:r>
              <a:rPr lang="da-DK" err="1"/>
              <a:t>proyecto</a:t>
            </a:r>
            <a:r>
              <a:rPr lang="da-DK"/>
              <a:t>, se los </a:t>
            </a:r>
            <a:r>
              <a:rPr lang="da-DK" err="1"/>
              <a:t>mostraré</a:t>
            </a:r>
            <a:r>
              <a:rPr lang="da-DK"/>
              <a:t> en breve</a:t>
            </a:r>
          </a:p>
          <a:p>
            <a:endParaRPr lang="da-DK"/>
          </a:p>
          <a:p>
            <a:r>
              <a:rPr lang="da-DK" err="1"/>
              <a:t>Revisar</a:t>
            </a:r>
            <a:r>
              <a:rPr lang="da-DK"/>
              <a:t> las </a:t>
            </a:r>
            <a:r>
              <a:rPr lang="da-DK" err="1"/>
              <a:t>ubicaciones</a:t>
            </a:r>
            <a:r>
              <a:rPr lang="da-DK"/>
              <a:t> de las </a:t>
            </a:r>
            <a:r>
              <a:rPr lang="da-DK" err="1"/>
              <a:t>tareas</a:t>
            </a:r>
            <a:endParaRPr lang="da-DK"/>
          </a:p>
          <a:p>
            <a:endParaRPr lang="da-DK"/>
          </a:p>
          <a:p>
            <a:r>
              <a:rPr lang="da-DK" err="1"/>
              <a:t>Mantener</a:t>
            </a:r>
            <a:r>
              <a:rPr lang="da-DK"/>
              <a:t> </a:t>
            </a:r>
            <a:r>
              <a:rPr lang="da-DK" err="1"/>
              <a:t>un</a:t>
            </a:r>
            <a:r>
              <a:rPr lang="da-DK"/>
              <a:t> sistema con </a:t>
            </a:r>
            <a:r>
              <a:rPr lang="da-DK" err="1"/>
              <a:t>InCopy</a:t>
            </a:r>
            <a:endParaRPr lang="da-DK"/>
          </a:p>
          <a:p>
            <a:endParaRPr lang="da-DK"/>
          </a:p>
          <a:p>
            <a:r>
              <a:rPr lang="da-DK" err="1"/>
              <a:t>Preocuparse</a:t>
            </a:r>
            <a:r>
              <a:rPr lang="da-DK"/>
              <a:t> de las </a:t>
            </a:r>
            <a:r>
              <a:rPr lang="da-DK" err="1"/>
              <a:t>traducciones</a:t>
            </a:r>
            <a:r>
              <a:rPr lang="da-DK"/>
              <a:t> </a:t>
            </a:r>
          </a:p>
          <a:p>
            <a:endParaRPr lang="da-DK"/>
          </a:p>
          <a:p>
            <a:r>
              <a:rPr lang="da-DK"/>
              <a:t>Y no </a:t>
            </a:r>
            <a:r>
              <a:rPr lang="da-DK" err="1"/>
              <a:t>olvidar</a:t>
            </a:r>
            <a:r>
              <a:rPr lang="da-DK"/>
              <a:t> </a:t>
            </a:r>
            <a:r>
              <a:rPr lang="da-DK" err="1"/>
              <a:t>dar</a:t>
            </a:r>
            <a:r>
              <a:rPr lang="da-DK"/>
              <a:t> feedback </a:t>
            </a:r>
          </a:p>
        </p:txBody>
      </p:sp>
      <p:sp>
        <p:nvSpPr>
          <p:cNvPr id="4" name="Pladsholder til slidenummer 3"/>
          <p:cNvSpPr>
            <a:spLocks noGrp="1"/>
          </p:cNvSpPr>
          <p:nvPr>
            <p:ph type="sldNum" sz="quarter" idx="5"/>
          </p:nvPr>
        </p:nvSpPr>
        <p:spPr/>
        <p:txBody>
          <a:bodyPr/>
          <a:lstStyle/>
          <a:p>
            <a:fld id="{37194A70-58B6-41F5-B852-F585C2412E49}" type="slidenum">
              <a:rPr lang="en-US" smtClean="0"/>
              <a:t>26</a:t>
            </a:fld>
            <a:endParaRPr lang="en-US"/>
          </a:p>
        </p:txBody>
      </p:sp>
    </p:spTree>
    <p:extLst>
      <p:ext uri="{BB962C8B-B14F-4D97-AF65-F5344CB8AC3E}">
        <p14:creationId xmlns:p14="http://schemas.microsoft.com/office/powerpoint/2010/main" val="1694804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fld id="{A3A01B4E-7AAB-4396-BFCF-FBF71A7FBE39}" type="slidenum">
              <a:rPr lang="en-DK" smtClean="0"/>
              <a:t>27</a:t>
            </a:fld>
            <a:endParaRPr lang="en-DK"/>
          </a:p>
        </p:txBody>
      </p:sp>
    </p:spTree>
    <p:extLst>
      <p:ext uri="{BB962C8B-B14F-4D97-AF65-F5344CB8AC3E}">
        <p14:creationId xmlns:p14="http://schemas.microsoft.com/office/powerpoint/2010/main" val="2568276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A3A01B4E-7AAB-4396-BFCF-FBF71A7FBE39}" type="slidenum">
              <a:rPr lang="en-DK" smtClean="0"/>
              <a:t>32</a:t>
            </a:fld>
            <a:endParaRPr lang="en-DK"/>
          </a:p>
        </p:txBody>
      </p:sp>
    </p:spTree>
    <p:extLst>
      <p:ext uri="{BB962C8B-B14F-4D97-AF65-F5344CB8AC3E}">
        <p14:creationId xmlns:p14="http://schemas.microsoft.com/office/powerpoint/2010/main" val="15925486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D4469C5-1101-499A-8CA4-CDAF5BC89DA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2C1ACDDE-2D20-4390-8706-8C1282B6050E}"/>
              </a:ext>
            </a:extLst>
          </p:cNvPr>
          <p:cNvSpPr>
            <a:spLocks noGrp="1"/>
          </p:cNvSpPr>
          <p:nvPr>
            <p:ph type="subTitle" idx="1"/>
          </p:nvPr>
        </p:nvSpPr>
        <p:spPr>
          <a:xfrm>
            <a:off x="1872240" y="4337728"/>
            <a:ext cx="8430805" cy="745247"/>
          </a:xfrm>
        </p:spPr>
        <p:txBody>
          <a:bodyPr lIns="0" tIns="0" rIns="0" bIns="0"/>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59" name="Line">
            <a:extLst>
              <a:ext uri="{FF2B5EF4-FFF2-40B4-BE49-F238E27FC236}">
                <a16:creationId xmlns:a16="http://schemas.microsoft.com/office/drawing/2014/main" id="{A8F21188-3E45-4924-AA66-9AEF6C0A7C55}"/>
              </a:ext>
            </a:extLst>
          </p:cNvPr>
          <p:cNvPicPr>
            <a:picLocks/>
          </p:cNvPicPr>
          <p:nvPr/>
        </p:nvPicPr>
        <p:blipFill rotWithShape="1">
          <a:blip r:embed="rId3">
            <a:extLst>
              <a:ext uri="{28A0092B-C50C-407E-A947-70E740481C1C}">
                <a14:useLocalDpi xmlns:a14="http://schemas.microsoft.com/office/drawing/2010/main" val="0"/>
              </a:ext>
            </a:extLst>
          </a:blip>
          <a:srcRect l="52751" t="-7865" r="3340" b="6220"/>
          <a:stretch/>
        </p:blipFill>
        <p:spPr>
          <a:xfrm>
            <a:off x="1881477" y="4062221"/>
            <a:ext cx="4979635" cy="90985"/>
          </a:xfrm>
          <a:prstGeom prst="rect">
            <a:avLst/>
          </a:prstGeom>
        </p:spPr>
      </p:pic>
      <p:sp>
        <p:nvSpPr>
          <p:cNvPr id="2" name="Title 1">
            <a:extLst>
              <a:ext uri="{FF2B5EF4-FFF2-40B4-BE49-F238E27FC236}">
                <a16:creationId xmlns:a16="http://schemas.microsoft.com/office/drawing/2014/main" id="{7F782485-9A91-4D78-BE63-FEC8E0C8ED94}"/>
              </a:ext>
            </a:extLst>
          </p:cNvPr>
          <p:cNvSpPr>
            <a:spLocks noGrp="1"/>
          </p:cNvSpPr>
          <p:nvPr>
            <p:ph type="ctrTitle"/>
          </p:nvPr>
        </p:nvSpPr>
        <p:spPr>
          <a:xfrm>
            <a:off x="1872240" y="2087418"/>
            <a:ext cx="8430805" cy="1828793"/>
          </a:xfrm>
        </p:spPr>
        <p:txBody>
          <a:bodyPr lIns="0" tIns="0" rIns="0" bIns="0" anchor="b">
            <a:normAutofit/>
          </a:bodyPr>
          <a:lstStyle>
            <a:lvl1pPr algn="l">
              <a:defRPr sz="6000">
                <a:solidFill>
                  <a:schemeClr val="accent4"/>
                </a:solidFill>
              </a:defRPr>
            </a:lvl1pPr>
          </a:lstStyle>
          <a:p>
            <a:r>
              <a:rPr lang="en-US" noProof="0"/>
              <a:t>Click to edit Master title style</a:t>
            </a:r>
            <a:endParaRPr lang="en-GB" noProof="0"/>
          </a:p>
        </p:txBody>
      </p:sp>
      <p:pic>
        <p:nvPicPr>
          <p:cNvPr id="8" name="BioMar logo" descr="A close up of a sign&#10;&#10;Description automatically generated">
            <a:extLst>
              <a:ext uri="{FF2B5EF4-FFF2-40B4-BE49-F238E27FC236}">
                <a16:creationId xmlns:a16="http://schemas.microsoft.com/office/drawing/2014/main" id="{10229DB7-0C3C-4581-A748-187D72270E51}"/>
              </a:ext>
            </a:extLst>
          </p:cNvPr>
          <p:cNvPicPr>
            <a:picLocks noChangeAspect="1"/>
          </p:cNvPicPr>
          <p:nvPr/>
        </p:nvPicPr>
        <p:blipFill rotWithShape="1">
          <a:blip r:embed="rId4">
            <a:extLst>
              <a:ext uri="{28A0092B-C50C-407E-A947-70E740481C1C}">
                <a14:useLocalDpi xmlns:a14="http://schemas.microsoft.com/office/drawing/2010/main" val="0"/>
              </a:ext>
            </a:extLst>
          </a:blip>
          <a:srcRect l="23669" t="6364" r="25067" b="10105"/>
          <a:stretch/>
        </p:blipFill>
        <p:spPr>
          <a:xfrm>
            <a:off x="1868774" y="527858"/>
            <a:ext cx="1222664" cy="1138550"/>
          </a:xfrm>
          <a:prstGeom prst="roundRect">
            <a:avLst>
              <a:gd name="adj" fmla="val 0"/>
            </a:avLst>
          </a:prstGeom>
          <a:effectLst>
            <a:outerShdw blurRad="635000" sx="102000" sy="102000" algn="ctr" rotWithShape="0">
              <a:prstClr val="black">
                <a:alpha val="20000"/>
              </a:prstClr>
            </a:outerShdw>
          </a:effectLst>
        </p:spPr>
      </p:pic>
      <p:sp>
        <p:nvSpPr>
          <p:cNvPr id="4" name="Date Placeholder 3">
            <a:extLst>
              <a:ext uri="{FF2B5EF4-FFF2-40B4-BE49-F238E27FC236}">
                <a16:creationId xmlns:a16="http://schemas.microsoft.com/office/drawing/2014/main" id="{B229A16E-1C20-4137-8BFF-8BC83EB285B4}"/>
              </a:ext>
            </a:extLst>
          </p:cNvPr>
          <p:cNvSpPr>
            <a:spLocks noGrp="1"/>
          </p:cNvSpPr>
          <p:nvPr>
            <p:ph type="dt" sz="half" idx="11"/>
          </p:nvPr>
        </p:nvSpPr>
        <p:spPr>
          <a:xfrm>
            <a:off x="1816508" y="6392405"/>
            <a:ext cx="2743200" cy="252000"/>
          </a:xfrm>
        </p:spPr>
        <p:txBody>
          <a:bodyPr lIns="0" rIns="0"/>
          <a:lstStyle>
            <a:lvl1pPr>
              <a:defRPr>
                <a:solidFill>
                  <a:schemeClr val="tx2"/>
                </a:solidFill>
              </a:defRPr>
            </a:lvl1pPr>
          </a:lstStyle>
          <a:p>
            <a:fld id="{DBE54E8C-62EB-4F09-A3D6-E4E2EA7FA165}" type="datetime1">
              <a:rPr lang="en-GB" noProof="0" smtClean="0"/>
              <a:t>15/04/2026</a:t>
            </a:fld>
            <a:endParaRPr lang="en-GB" noProof="0"/>
          </a:p>
        </p:txBody>
      </p:sp>
      <p:sp>
        <p:nvSpPr>
          <p:cNvPr id="5" name="Footer Placeholder 4">
            <a:extLst>
              <a:ext uri="{FF2B5EF4-FFF2-40B4-BE49-F238E27FC236}">
                <a16:creationId xmlns:a16="http://schemas.microsoft.com/office/drawing/2014/main" id="{DB4F653F-EF38-47C8-B49B-D8DC1E448610}"/>
              </a:ext>
            </a:extLst>
          </p:cNvPr>
          <p:cNvSpPr>
            <a:spLocks noGrp="1"/>
          </p:cNvSpPr>
          <p:nvPr>
            <p:ph type="ftr" sz="quarter" idx="12"/>
          </p:nvPr>
        </p:nvSpPr>
        <p:spPr>
          <a:xfrm>
            <a:off x="1868774" y="5513348"/>
            <a:ext cx="4114800" cy="252000"/>
          </a:xfrm>
        </p:spPr>
        <p:txBody>
          <a:bodyPr lIns="0"/>
          <a:lstStyle>
            <a:lvl1pPr algn="l">
              <a:defRPr>
                <a:solidFill>
                  <a:schemeClr val="tx1"/>
                </a:solidFill>
              </a:defRPr>
            </a:lvl1p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AB0E4FF7-71E0-4C56-80FA-B9721BCB3520}"/>
              </a:ext>
            </a:extLst>
          </p:cNvPr>
          <p:cNvSpPr>
            <a:spLocks noGrp="1"/>
          </p:cNvSpPr>
          <p:nvPr>
            <p:ph type="sldNum" sz="quarter" idx="13"/>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2679054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E6F4C-2D26-4FE8-ADC3-E1F70D087000}"/>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8" name="Picture 7">
            <a:extLst>
              <a:ext uri="{FF2B5EF4-FFF2-40B4-BE49-F238E27FC236}">
                <a16:creationId xmlns:a16="http://schemas.microsoft.com/office/drawing/2014/main" id="{0FD1D0CC-210D-4045-8A67-841981251192}"/>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2" name="Date Placeholder 1">
            <a:extLst>
              <a:ext uri="{FF2B5EF4-FFF2-40B4-BE49-F238E27FC236}">
                <a16:creationId xmlns:a16="http://schemas.microsoft.com/office/drawing/2014/main" id="{C933BA39-58E5-4CD2-8720-1CD6994DEA60}"/>
              </a:ext>
            </a:extLst>
          </p:cNvPr>
          <p:cNvSpPr>
            <a:spLocks noGrp="1"/>
          </p:cNvSpPr>
          <p:nvPr>
            <p:ph type="dt" sz="half" idx="10"/>
          </p:nvPr>
        </p:nvSpPr>
        <p:spPr/>
        <p:txBody>
          <a:bodyPr/>
          <a:lstStyle/>
          <a:p>
            <a:fld id="{6E1E1B5B-3CC7-4BE6-8337-91F44BBB1272}" type="datetime1">
              <a:rPr lang="en-GB" noProof="0" smtClean="0"/>
              <a:t>15/04/2026</a:t>
            </a:fld>
            <a:endParaRPr lang="en-GB" noProof="0"/>
          </a:p>
        </p:txBody>
      </p:sp>
      <p:sp>
        <p:nvSpPr>
          <p:cNvPr id="4" name="Footer Placeholder 3">
            <a:extLst>
              <a:ext uri="{FF2B5EF4-FFF2-40B4-BE49-F238E27FC236}">
                <a16:creationId xmlns:a16="http://schemas.microsoft.com/office/drawing/2014/main" id="{37D5DA99-A6A5-4B1D-838D-A53201A41331}"/>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 name="Slide Number Placeholder 4">
            <a:extLst>
              <a:ext uri="{FF2B5EF4-FFF2-40B4-BE49-F238E27FC236}">
                <a16:creationId xmlns:a16="http://schemas.microsoft.com/office/drawing/2014/main" id="{CD3E2ED3-B7CA-4509-819E-F58E7A0DAC4F}"/>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6" name="Title 5">
            <a:extLst>
              <a:ext uri="{FF2B5EF4-FFF2-40B4-BE49-F238E27FC236}">
                <a16:creationId xmlns:a16="http://schemas.microsoft.com/office/drawing/2014/main" id="{CC1E5E85-87CB-407B-ACEE-1C18831038EC}"/>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1317737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s/Agenda">
    <p:spTree>
      <p:nvGrpSpPr>
        <p:cNvPr id="1" name=""/>
        <p:cNvGrpSpPr/>
        <p:nvPr/>
      </p:nvGrpSpPr>
      <p:grpSpPr>
        <a:xfrm>
          <a:off x="0" y="0"/>
          <a:ext cx="0" cy="0"/>
          <a:chOff x="0" y="0"/>
          <a:chExt cx="0" cy="0"/>
        </a:xfrm>
      </p:grpSpPr>
      <p:sp>
        <p:nvSpPr>
          <p:cNvPr id="541" name="Date Placeholder 540">
            <a:extLst>
              <a:ext uri="{FF2B5EF4-FFF2-40B4-BE49-F238E27FC236}">
                <a16:creationId xmlns:a16="http://schemas.microsoft.com/office/drawing/2014/main" id="{D427F0E5-5613-4AC6-AFF0-DDDBE4862779}"/>
              </a:ext>
            </a:extLst>
          </p:cNvPr>
          <p:cNvSpPr>
            <a:spLocks noGrp="1"/>
          </p:cNvSpPr>
          <p:nvPr>
            <p:ph type="dt" sz="half" idx="21"/>
          </p:nvPr>
        </p:nvSpPr>
        <p:spPr/>
        <p:txBody>
          <a:bodyPr/>
          <a:lstStyle/>
          <a:p>
            <a:fld id="{E9BD020F-795A-4C36-851E-8B5DD9F3FF07}" type="datetime1">
              <a:rPr lang="en-GB" noProof="0" smtClean="0"/>
              <a:t>15/04/2026</a:t>
            </a:fld>
            <a:endParaRPr lang="en-GB" noProof="0"/>
          </a:p>
        </p:txBody>
      </p:sp>
      <p:sp>
        <p:nvSpPr>
          <p:cNvPr id="542" name="Footer Placeholder 541">
            <a:extLst>
              <a:ext uri="{FF2B5EF4-FFF2-40B4-BE49-F238E27FC236}">
                <a16:creationId xmlns:a16="http://schemas.microsoft.com/office/drawing/2014/main" id="{DE5B132F-71D1-4EC4-87B0-4849361F406B}"/>
              </a:ext>
            </a:extLst>
          </p:cNvPr>
          <p:cNvSpPr>
            <a:spLocks noGrp="1"/>
          </p:cNvSpPr>
          <p:nvPr>
            <p:ph type="ftr" sz="quarter" idx="22"/>
          </p:nvPr>
        </p:nvSpPr>
        <p:spPr>
          <a:xfrm>
            <a:off x="7442198" y="6409657"/>
            <a:ext cx="3760472" cy="252000"/>
          </a:xfrm>
        </p:spPr>
        <p:txBody>
          <a:bodyPr/>
          <a:lstStyle/>
          <a:p>
            <a:r>
              <a:rPr lang="en-US" noProof="0"/>
              <a:t>Powered by Partnership. Driven by Innovation.</a:t>
            </a:r>
            <a:endParaRPr lang="en-GB" noProof="0"/>
          </a:p>
        </p:txBody>
      </p:sp>
      <p:sp>
        <p:nvSpPr>
          <p:cNvPr id="543" name="Slide Number Placeholder 542">
            <a:extLst>
              <a:ext uri="{FF2B5EF4-FFF2-40B4-BE49-F238E27FC236}">
                <a16:creationId xmlns:a16="http://schemas.microsoft.com/office/drawing/2014/main" id="{EB79982C-2234-4052-AF68-B1F91F8C5D77}"/>
              </a:ext>
            </a:extLst>
          </p:cNvPr>
          <p:cNvSpPr>
            <a:spLocks noGrp="1"/>
          </p:cNvSpPr>
          <p:nvPr>
            <p:ph type="sldNum" sz="quarter" idx="23"/>
          </p:nvPr>
        </p:nvSpPr>
        <p:spPr/>
        <p:txBody>
          <a:bodyPr/>
          <a:lstStyle/>
          <a:p>
            <a:fld id="{66F6B9C1-1745-48B0-A8CA-B72E47831159}" type="slidenum">
              <a:rPr lang="en-GB" noProof="0" smtClean="0"/>
              <a:pPr/>
              <a:t>‹#›</a:t>
            </a:fld>
            <a:endParaRPr lang="en-GB" noProof="0"/>
          </a:p>
        </p:txBody>
      </p:sp>
      <p:sp>
        <p:nvSpPr>
          <p:cNvPr id="276" name="Picture Placeholder 2">
            <a:extLst>
              <a:ext uri="{FF2B5EF4-FFF2-40B4-BE49-F238E27FC236}">
                <a16:creationId xmlns:a16="http://schemas.microsoft.com/office/drawing/2014/main" id="{74AA26DB-9177-9442-953E-52EEC4EF1AEB}"/>
              </a:ext>
            </a:extLst>
          </p:cNvPr>
          <p:cNvSpPr>
            <a:spLocks noGrp="1"/>
          </p:cNvSpPr>
          <p:nvPr>
            <p:ph type="pic" idx="15" hasCustomPrompt="1"/>
          </p:nvPr>
        </p:nvSpPr>
        <p:spPr>
          <a:xfrm>
            <a:off x="1478" y="0"/>
            <a:ext cx="7027477"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Your Picture Here</a:t>
            </a:r>
          </a:p>
        </p:txBody>
      </p:sp>
      <p:sp>
        <p:nvSpPr>
          <p:cNvPr id="544" name="Title 543">
            <a:extLst>
              <a:ext uri="{FF2B5EF4-FFF2-40B4-BE49-F238E27FC236}">
                <a16:creationId xmlns:a16="http://schemas.microsoft.com/office/drawing/2014/main" id="{8617B394-9586-4DC7-AEC5-D837F9BC2C04}"/>
              </a:ext>
            </a:extLst>
          </p:cNvPr>
          <p:cNvSpPr>
            <a:spLocks noGrp="1"/>
          </p:cNvSpPr>
          <p:nvPr>
            <p:ph type="title"/>
          </p:nvPr>
        </p:nvSpPr>
        <p:spPr>
          <a:xfrm>
            <a:off x="7442198" y="1108365"/>
            <a:ext cx="4306887" cy="1092208"/>
          </a:xfrm>
        </p:spPr>
        <p:txBody>
          <a:bodyPr rIns="36000" anchor="b" anchorCtr="0">
            <a:normAutofit/>
          </a:bodyPr>
          <a:lstStyle>
            <a:lvl1pPr algn="r">
              <a:defRPr sz="3600"/>
            </a:lvl1pPr>
          </a:lstStyle>
          <a:p>
            <a:r>
              <a:rPr lang="en-US" noProof="0"/>
              <a:t>Click to edit Master title style</a:t>
            </a:r>
            <a:endParaRPr lang="en-GB" noProof="0"/>
          </a:p>
        </p:txBody>
      </p:sp>
      <p:pic>
        <p:nvPicPr>
          <p:cNvPr id="11" name="Picture 10">
            <a:extLst>
              <a:ext uri="{FF2B5EF4-FFF2-40B4-BE49-F238E27FC236}">
                <a16:creationId xmlns:a16="http://schemas.microsoft.com/office/drawing/2014/main" id="{E56E3DFA-C385-4C0E-AA46-779059C36E1E}"/>
              </a:ext>
            </a:extLst>
          </p:cNvPr>
          <p:cNvPicPr>
            <a:picLocks/>
          </p:cNvPicPr>
          <p:nvPr/>
        </p:nvPicPr>
        <p:blipFill rotWithShape="1">
          <a:blip r:embed="rId2">
            <a:extLst>
              <a:ext uri="{28A0092B-C50C-407E-A947-70E740481C1C}">
                <a14:useLocalDpi xmlns:a14="http://schemas.microsoft.com/office/drawing/2010/main" val="0"/>
              </a:ext>
            </a:extLst>
          </a:blip>
          <a:srcRect l="62284" t="-3530" r="1" b="-2"/>
          <a:stretch/>
        </p:blipFill>
        <p:spPr>
          <a:xfrm>
            <a:off x="7442198" y="2225675"/>
            <a:ext cx="4276902" cy="92676"/>
          </a:xfrm>
          <a:prstGeom prst="rect">
            <a:avLst/>
          </a:prstGeom>
        </p:spPr>
      </p:pic>
      <p:sp>
        <p:nvSpPr>
          <p:cNvPr id="3" name="Text Placeholder 2">
            <a:extLst>
              <a:ext uri="{FF2B5EF4-FFF2-40B4-BE49-F238E27FC236}">
                <a16:creationId xmlns:a16="http://schemas.microsoft.com/office/drawing/2014/main" id="{D366F21C-819C-4B79-ADF3-5541652CFDE8}"/>
              </a:ext>
            </a:extLst>
          </p:cNvPr>
          <p:cNvSpPr>
            <a:spLocks noGrp="1"/>
          </p:cNvSpPr>
          <p:nvPr>
            <p:ph type="body" sz="quarter" idx="24"/>
          </p:nvPr>
        </p:nvSpPr>
        <p:spPr>
          <a:xfrm>
            <a:off x="7442200" y="2463801"/>
            <a:ext cx="4306888" cy="3828078"/>
          </a:xfrm>
        </p:spPr>
        <p:txBody>
          <a:bodyPr/>
          <a:lstStyle>
            <a:lvl1pPr marL="0" indent="0" algn="r">
              <a:buFontTx/>
              <a:buNone/>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en-US" noProof="0"/>
              <a:t>Click to edit Master text styles</a:t>
            </a:r>
          </a:p>
        </p:txBody>
      </p:sp>
    </p:spTree>
    <p:extLst>
      <p:ext uri="{BB962C8B-B14F-4D97-AF65-F5344CB8AC3E}">
        <p14:creationId xmlns:p14="http://schemas.microsoft.com/office/powerpoint/2010/main" val="371396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E6F4C-2D26-4FE8-ADC3-E1F70D087000}"/>
              </a:ext>
            </a:extLst>
          </p:cNvPr>
          <p:cNvSpPr>
            <a:spLocks noGrp="1"/>
          </p:cNvSpPr>
          <p:nvPr>
            <p:ph idx="1"/>
          </p:nvPr>
        </p:nvSpPr>
        <p:spPr>
          <a:xfrm>
            <a:off x="468000" y="1838246"/>
            <a:ext cx="11232000" cy="43619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30" name="Date Placeholder 529">
            <a:extLst>
              <a:ext uri="{FF2B5EF4-FFF2-40B4-BE49-F238E27FC236}">
                <a16:creationId xmlns:a16="http://schemas.microsoft.com/office/drawing/2014/main" id="{4E897482-955E-4641-8274-4471E3D594E8}"/>
              </a:ext>
            </a:extLst>
          </p:cNvPr>
          <p:cNvSpPr>
            <a:spLocks noGrp="1"/>
          </p:cNvSpPr>
          <p:nvPr>
            <p:ph type="dt" sz="half" idx="10"/>
          </p:nvPr>
        </p:nvSpPr>
        <p:spPr>
          <a:xfrm>
            <a:off x="468000" y="6392405"/>
            <a:ext cx="2743200" cy="252000"/>
          </a:xfrm>
        </p:spPr>
        <p:txBody>
          <a:bodyPr/>
          <a:lstStyle/>
          <a:p>
            <a:fld id="{00DBFAED-4147-42CA-970B-6587B7609D0B}" type="datetime1">
              <a:rPr lang="en-GB" noProof="0" smtClean="0"/>
              <a:t>15/04/2026</a:t>
            </a:fld>
            <a:endParaRPr lang="en-GB" noProof="0"/>
          </a:p>
        </p:txBody>
      </p:sp>
      <p:sp>
        <p:nvSpPr>
          <p:cNvPr id="531" name="Footer Placeholder 530">
            <a:extLst>
              <a:ext uri="{FF2B5EF4-FFF2-40B4-BE49-F238E27FC236}">
                <a16:creationId xmlns:a16="http://schemas.microsoft.com/office/drawing/2014/main" id="{409E6082-30A2-49EC-900F-90177FED8105}"/>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sp>
        <p:nvSpPr>
          <p:cNvPr id="532" name="Slide Number Placeholder 531">
            <a:extLst>
              <a:ext uri="{FF2B5EF4-FFF2-40B4-BE49-F238E27FC236}">
                <a16:creationId xmlns:a16="http://schemas.microsoft.com/office/drawing/2014/main" id="{DD45E5A5-BF18-41E9-A5FC-200885BEF61E}"/>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4" name="Text Placeholder 3">
            <a:extLst>
              <a:ext uri="{FF2B5EF4-FFF2-40B4-BE49-F238E27FC236}">
                <a16:creationId xmlns:a16="http://schemas.microsoft.com/office/drawing/2014/main" id="{34E593F3-08EA-4655-844F-2C6E2B39E1AC}"/>
              </a:ext>
            </a:extLst>
          </p:cNvPr>
          <p:cNvSpPr>
            <a:spLocks noGrp="1"/>
          </p:cNvSpPr>
          <p:nvPr>
            <p:ph type="body" sz="quarter" idx="13" hasCustomPrompt="1"/>
          </p:nvPr>
        </p:nvSpPr>
        <p:spPr>
          <a:xfrm>
            <a:off x="467999" y="1436595"/>
            <a:ext cx="11235600" cy="329206"/>
          </a:xfrm>
        </p:spPr>
        <p:txBody>
          <a:bodyPr lIns="72000" tIns="0" rIns="0" bIns="0" anchor="ctr">
            <a:normAutofit/>
          </a:bodyPr>
          <a:lstStyle>
            <a:lvl1pPr marL="0" indent="0">
              <a:lnSpc>
                <a:spcPct val="100000"/>
              </a:lnSpc>
              <a:spcBef>
                <a:spcPts val="0"/>
              </a:spcBef>
              <a:spcAft>
                <a:spcPts val="0"/>
              </a:spcAft>
              <a:buFontTx/>
              <a:buNone/>
              <a:defRPr sz="2400" b="1" kern="0" cap="none" spc="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subtitle</a:t>
            </a:r>
          </a:p>
        </p:txBody>
      </p:sp>
      <p:pic>
        <p:nvPicPr>
          <p:cNvPr id="12" name="Picture 11">
            <a:extLst>
              <a:ext uri="{FF2B5EF4-FFF2-40B4-BE49-F238E27FC236}">
                <a16:creationId xmlns:a16="http://schemas.microsoft.com/office/drawing/2014/main" id="{E18D0E78-DA72-42AD-AB28-45587105B4A3}"/>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2" name="Title 1">
            <a:extLst>
              <a:ext uri="{FF2B5EF4-FFF2-40B4-BE49-F238E27FC236}">
                <a16:creationId xmlns:a16="http://schemas.microsoft.com/office/drawing/2014/main" id="{DC1C9476-7D88-4E89-8F29-361D808D2C2C}"/>
              </a:ext>
            </a:extLst>
          </p:cNvPr>
          <p:cNvSpPr>
            <a:spLocks noGrp="1"/>
          </p:cNvSpPr>
          <p:nvPr>
            <p:ph type="title"/>
          </p:nvPr>
        </p:nvSpPr>
        <p:spPr>
          <a:xfrm>
            <a:off x="468000" y="432000"/>
            <a:ext cx="10368000" cy="684000"/>
          </a:xfrm>
        </p:spPr>
        <p:txBody>
          <a:bodyPr/>
          <a:lstStyle/>
          <a:p>
            <a:r>
              <a:rPr lang="en-US" noProof="0"/>
              <a:t>Click to edit Master title style</a:t>
            </a:r>
            <a:endParaRPr lang="en-GB" noProof="0"/>
          </a:p>
        </p:txBody>
      </p:sp>
    </p:spTree>
    <p:extLst>
      <p:ext uri="{BB962C8B-B14F-4D97-AF65-F5344CB8AC3E}">
        <p14:creationId xmlns:p14="http://schemas.microsoft.com/office/powerpoint/2010/main" val="2363828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E6F4C-2D26-4FE8-ADC3-E1F70D087000}"/>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93" name="Date Placeholder 792">
            <a:extLst>
              <a:ext uri="{FF2B5EF4-FFF2-40B4-BE49-F238E27FC236}">
                <a16:creationId xmlns:a16="http://schemas.microsoft.com/office/drawing/2014/main" id="{20D5AE6B-86D6-4A9D-A2CD-EB2E7FD072AD}"/>
              </a:ext>
            </a:extLst>
          </p:cNvPr>
          <p:cNvSpPr>
            <a:spLocks noGrp="1"/>
          </p:cNvSpPr>
          <p:nvPr>
            <p:ph type="dt" sz="half" idx="10"/>
          </p:nvPr>
        </p:nvSpPr>
        <p:spPr/>
        <p:txBody>
          <a:bodyPr/>
          <a:lstStyle/>
          <a:p>
            <a:fld id="{42513AC4-3E9F-4D10-A767-B933D6C2606A}" type="datetime1">
              <a:rPr lang="en-GB" noProof="0" smtClean="0"/>
              <a:t>15/04/2026</a:t>
            </a:fld>
            <a:endParaRPr lang="en-GB" noProof="0"/>
          </a:p>
        </p:txBody>
      </p:sp>
      <p:sp>
        <p:nvSpPr>
          <p:cNvPr id="794" name="Footer Placeholder 793">
            <a:extLst>
              <a:ext uri="{FF2B5EF4-FFF2-40B4-BE49-F238E27FC236}">
                <a16:creationId xmlns:a16="http://schemas.microsoft.com/office/drawing/2014/main" id="{44B7771D-F36D-4E96-953F-7EC7A4C65BE7}"/>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795" name="Slide Number Placeholder 794">
            <a:extLst>
              <a:ext uri="{FF2B5EF4-FFF2-40B4-BE49-F238E27FC236}">
                <a16:creationId xmlns:a16="http://schemas.microsoft.com/office/drawing/2014/main" id="{D42055D7-7ABD-49AB-BB20-02C8D678A3E4}"/>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264" name="Text Placeholder 3">
            <a:extLst>
              <a:ext uri="{FF2B5EF4-FFF2-40B4-BE49-F238E27FC236}">
                <a16:creationId xmlns:a16="http://schemas.microsoft.com/office/drawing/2014/main" id="{BA9A2C39-FCA0-4869-BB45-C99C9BBC7F0D}"/>
              </a:ext>
            </a:extLst>
          </p:cNvPr>
          <p:cNvSpPr>
            <a:spLocks noGrp="1"/>
          </p:cNvSpPr>
          <p:nvPr>
            <p:ph type="body" sz="quarter" idx="13" hasCustomPrompt="1"/>
          </p:nvPr>
        </p:nvSpPr>
        <p:spPr>
          <a:xfrm>
            <a:off x="467999" y="88093"/>
            <a:ext cx="10368000" cy="324000"/>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Section header</a:t>
            </a:r>
          </a:p>
        </p:txBody>
      </p:sp>
      <p:pic>
        <p:nvPicPr>
          <p:cNvPr id="11" name="Picture 10">
            <a:extLst>
              <a:ext uri="{FF2B5EF4-FFF2-40B4-BE49-F238E27FC236}">
                <a16:creationId xmlns:a16="http://schemas.microsoft.com/office/drawing/2014/main" id="{5D437074-B210-4A56-9DBD-F3282AD01448}"/>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D1CBFB62-DC66-4DA1-B73B-4F210B64150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41358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 Brief Template">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A6EFA090-E1A0-CFD4-307B-6EB467594551}"/>
              </a:ext>
            </a:extLst>
          </p:cNvPr>
          <p:cNvSpPr/>
          <p:nvPr userDrawn="1"/>
        </p:nvSpPr>
        <p:spPr>
          <a:xfrm>
            <a:off x="495708" y="1340338"/>
            <a:ext cx="11232000" cy="702147"/>
          </a:xfrm>
          <a:prstGeom prst="roundRect">
            <a:avLst>
              <a:gd name="adj" fmla="val 1054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Content Placeholder 2">
            <a:extLst>
              <a:ext uri="{FF2B5EF4-FFF2-40B4-BE49-F238E27FC236}">
                <a16:creationId xmlns:a16="http://schemas.microsoft.com/office/drawing/2014/main" id="{67EE6F4C-2D26-4FE8-ADC3-E1F70D087000}"/>
              </a:ext>
            </a:extLst>
          </p:cNvPr>
          <p:cNvSpPr>
            <a:spLocks noGrp="1"/>
          </p:cNvSpPr>
          <p:nvPr>
            <p:ph idx="1" hasCustomPrompt="1"/>
          </p:nvPr>
        </p:nvSpPr>
        <p:spPr>
          <a:xfrm>
            <a:off x="1800402" y="2287503"/>
            <a:ext cx="9903868" cy="2368823"/>
          </a:xfrm>
        </p:spPr>
        <p:txBody>
          <a:bodyPr/>
          <a:lstStyle>
            <a:lvl1pPr marL="0" indent="0">
              <a:buNone/>
              <a:defRPr sz="1800"/>
            </a:lvl1pPr>
          </a:lstStyle>
          <a:p>
            <a:pPr lvl="0"/>
            <a:r>
              <a:rPr lang="en-US" noProof="0"/>
              <a:t>Click to edit your brief. This should be an overview of the project, mentioning the targets and objectives, the audience, any issues/challenges we need to solve, as well as the messaging. This should also include where it will be used (</a:t>
            </a:r>
            <a:r>
              <a:rPr lang="en-US" noProof="0" err="1"/>
              <a:t>ie</a:t>
            </a:r>
            <a:r>
              <a:rPr lang="en-US" noProof="0"/>
              <a:t>. digital platforms, print </a:t>
            </a:r>
            <a:r>
              <a:rPr lang="en-US" noProof="0" err="1"/>
              <a:t>etc</a:t>
            </a:r>
            <a:r>
              <a:rPr lang="en-US" noProof="0"/>
              <a:t>)</a:t>
            </a:r>
          </a:p>
        </p:txBody>
      </p:sp>
      <p:sp>
        <p:nvSpPr>
          <p:cNvPr id="264" name="Text Placeholder 3">
            <a:extLst>
              <a:ext uri="{FF2B5EF4-FFF2-40B4-BE49-F238E27FC236}">
                <a16:creationId xmlns:a16="http://schemas.microsoft.com/office/drawing/2014/main" id="{BA9A2C39-FCA0-4869-BB45-C99C9BBC7F0D}"/>
              </a:ext>
            </a:extLst>
          </p:cNvPr>
          <p:cNvSpPr>
            <a:spLocks noGrp="1"/>
          </p:cNvSpPr>
          <p:nvPr>
            <p:ph type="body" sz="quarter" idx="13" hasCustomPrompt="1"/>
          </p:nvPr>
        </p:nvSpPr>
        <p:spPr>
          <a:xfrm>
            <a:off x="467999" y="88093"/>
            <a:ext cx="10368000" cy="324000"/>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Market/Region/Division</a:t>
            </a:r>
          </a:p>
        </p:txBody>
      </p:sp>
      <p:pic>
        <p:nvPicPr>
          <p:cNvPr id="11" name="Picture 10">
            <a:extLst>
              <a:ext uri="{FF2B5EF4-FFF2-40B4-BE49-F238E27FC236}">
                <a16:creationId xmlns:a16="http://schemas.microsoft.com/office/drawing/2014/main" id="{5D437074-B210-4A56-9DBD-F3282AD01448}"/>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D1CBFB62-DC66-4DA1-B73B-4F210B64150F}"/>
              </a:ext>
            </a:extLst>
          </p:cNvPr>
          <p:cNvSpPr>
            <a:spLocks noGrp="1"/>
          </p:cNvSpPr>
          <p:nvPr>
            <p:ph type="title" hasCustomPrompt="1"/>
          </p:nvPr>
        </p:nvSpPr>
        <p:spPr/>
        <p:txBody>
          <a:bodyPr/>
          <a:lstStyle>
            <a:lvl1pPr>
              <a:defRPr/>
            </a:lvl1pPr>
          </a:lstStyle>
          <a:p>
            <a:r>
              <a:rPr lang="en-US"/>
              <a:t>Brief Title</a:t>
            </a:r>
            <a:endParaRPr lang="en-GB"/>
          </a:p>
        </p:txBody>
      </p:sp>
      <p:sp>
        <p:nvSpPr>
          <p:cNvPr id="2" name="TextBox 1">
            <a:extLst>
              <a:ext uri="{FF2B5EF4-FFF2-40B4-BE49-F238E27FC236}">
                <a16:creationId xmlns:a16="http://schemas.microsoft.com/office/drawing/2014/main" id="{C1F94F8D-597A-79E9-E1A6-9D44B573A46A}"/>
              </a:ext>
            </a:extLst>
          </p:cNvPr>
          <p:cNvSpPr txBox="1"/>
          <p:nvPr userDrawn="1"/>
        </p:nvSpPr>
        <p:spPr>
          <a:xfrm>
            <a:off x="499797" y="1547655"/>
            <a:ext cx="1300606" cy="260677"/>
          </a:xfrm>
          <a:prstGeom prst="rect">
            <a:avLst/>
          </a:prstGeom>
          <a:noFill/>
        </p:spPr>
        <p:txBody>
          <a:bodyPr wrap="square" rtlCol="0">
            <a:noAutofit/>
          </a:bodyPr>
          <a:lstStyle/>
          <a:p>
            <a:pPr algn="l"/>
            <a:r>
              <a:rPr lang="en-US" sz="1400" b="1">
                <a:solidFill>
                  <a:schemeClr val="tx2"/>
                </a:solidFill>
              </a:rPr>
              <a:t>Draft Due:</a:t>
            </a:r>
            <a:endParaRPr lang="en-DK" sz="1400" b="1">
              <a:solidFill>
                <a:schemeClr val="tx2"/>
              </a:solidFill>
            </a:endParaRPr>
          </a:p>
        </p:txBody>
      </p:sp>
      <p:sp>
        <p:nvSpPr>
          <p:cNvPr id="6" name="TextBox 5">
            <a:extLst>
              <a:ext uri="{FF2B5EF4-FFF2-40B4-BE49-F238E27FC236}">
                <a16:creationId xmlns:a16="http://schemas.microsoft.com/office/drawing/2014/main" id="{5D5FE6E2-BB8B-6BF2-394A-4C2F34713D47}"/>
              </a:ext>
            </a:extLst>
          </p:cNvPr>
          <p:cNvSpPr txBox="1"/>
          <p:nvPr userDrawn="1"/>
        </p:nvSpPr>
        <p:spPr>
          <a:xfrm>
            <a:off x="2753861" y="1547655"/>
            <a:ext cx="1300606" cy="274799"/>
          </a:xfrm>
          <a:prstGeom prst="rect">
            <a:avLst/>
          </a:prstGeom>
          <a:noFill/>
        </p:spPr>
        <p:txBody>
          <a:bodyPr wrap="square" rtlCol="0">
            <a:noAutofit/>
          </a:bodyPr>
          <a:lstStyle/>
          <a:p>
            <a:pPr algn="l"/>
            <a:r>
              <a:rPr lang="en-US" sz="1400" b="1">
                <a:solidFill>
                  <a:schemeClr val="tx2"/>
                </a:solidFill>
              </a:rPr>
              <a:t>Final Due:</a:t>
            </a:r>
            <a:endParaRPr lang="en-DK" sz="1400" b="1">
              <a:solidFill>
                <a:schemeClr val="tx2"/>
              </a:solidFill>
            </a:endParaRPr>
          </a:p>
        </p:txBody>
      </p:sp>
      <p:sp>
        <p:nvSpPr>
          <p:cNvPr id="8" name="TextBox 7">
            <a:extLst>
              <a:ext uri="{FF2B5EF4-FFF2-40B4-BE49-F238E27FC236}">
                <a16:creationId xmlns:a16="http://schemas.microsoft.com/office/drawing/2014/main" id="{8BA26962-74C7-9304-EBDA-FC18290412AF}"/>
              </a:ext>
            </a:extLst>
          </p:cNvPr>
          <p:cNvSpPr txBox="1"/>
          <p:nvPr userDrawn="1"/>
        </p:nvSpPr>
        <p:spPr>
          <a:xfrm>
            <a:off x="5332291" y="1520765"/>
            <a:ext cx="1459236" cy="314455"/>
          </a:xfrm>
          <a:prstGeom prst="rect">
            <a:avLst/>
          </a:prstGeom>
          <a:noFill/>
        </p:spPr>
        <p:txBody>
          <a:bodyPr wrap="square" rtlCol="0">
            <a:noAutofit/>
          </a:bodyPr>
          <a:lstStyle/>
          <a:p>
            <a:pPr algn="l"/>
            <a:r>
              <a:rPr lang="en-US" sz="1400" b="1">
                <a:solidFill>
                  <a:schemeClr val="tx2"/>
                </a:solidFill>
              </a:rPr>
              <a:t>Comments:</a:t>
            </a:r>
            <a:endParaRPr lang="en-DK" sz="1400" b="1">
              <a:solidFill>
                <a:schemeClr val="tx2"/>
              </a:solidFill>
            </a:endParaRPr>
          </a:p>
        </p:txBody>
      </p:sp>
      <p:sp>
        <p:nvSpPr>
          <p:cNvPr id="10" name="Date Placeholder 792">
            <a:extLst>
              <a:ext uri="{FF2B5EF4-FFF2-40B4-BE49-F238E27FC236}">
                <a16:creationId xmlns:a16="http://schemas.microsoft.com/office/drawing/2014/main" id="{34A856BF-7237-281C-934D-254FE2A36303}"/>
              </a:ext>
            </a:extLst>
          </p:cNvPr>
          <p:cNvSpPr>
            <a:spLocks noGrp="1"/>
          </p:cNvSpPr>
          <p:nvPr>
            <p:ph type="dt" sz="half" idx="10"/>
          </p:nvPr>
        </p:nvSpPr>
        <p:spPr>
          <a:xfrm>
            <a:off x="468000" y="6392405"/>
            <a:ext cx="2743200" cy="252000"/>
          </a:xfrm>
        </p:spPr>
        <p:txBody>
          <a:bodyPr/>
          <a:lstStyle>
            <a:lvl1pPr>
              <a:defRPr/>
            </a:lvl1pPr>
          </a:lstStyle>
          <a:p>
            <a:r>
              <a:rPr lang="en-GB"/>
              <a:t>Click to edit contact person</a:t>
            </a:r>
          </a:p>
        </p:txBody>
      </p:sp>
      <p:sp>
        <p:nvSpPr>
          <p:cNvPr id="12" name="TextBox 11">
            <a:extLst>
              <a:ext uri="{FF2B5EF4-FFF2-40B4-BE49-F238E27FC236}">
                <a16:creationId xmlns:a16="http://schemas.microsoft.com/office/drawing/2014/main" id="{5532E26E-2328-FA07-0D8C-16CAB32936B6}"/>
              </a:ext>
            </a:extLst>
          </p:cNvPr>
          <p:cNvSpPr txBox="1"/>
          <p:nvPr userDrawn="1"/>
        </p:nvSpPr>
        <p:spPr>
          <a:xfrm>
            <a:off x="499797" y="2340666"/>
            <a:ext cx="1300606" cy="412846"/>
          </a:xfrm>
          <a:prstGeom prst="rect">
            <a:avLst/>
          </a:prstGeom>
          <a:noFill/>
        </p:spPr>
        <p:txBody>
          <a:bodyPr wrap="square" rtlCol="0">
            <a:noAutofit/>
          </a:bodyPr>
          <a:lstStyle/>
          <a:p>
            <a:pPr algn="l"/>
            <a:r>
              <a:rPr lang="en-US" b="1">
                <a:solidFill>
                  <a:schemeClr val="tx2"/>
                </a:solidFill>
              </a:rPr>
              <a:t>Brief:</a:t>
            </a:r>
            <a:endParaRPr lang="en-DK" b="1">
              <a:solidFill>
                <a:schemeClr val="tx2"/>
              </a:solidFill>
            </a:endParaRPr>
          </a:p>
        </p:txBody>
      </p:sp>
      <p:sp>
        <p:nvSpPr>
          <p:cNvPr id="13" name="Content Placeholder 2">
            <a:extLst>
              <a:ext uri="{FF2B5EF4-FFF2-40B4-BE49-F238E27FC236}">
                <a16:creationId xmlns:a16="http://schemas.microsoft.com/office/drawing/2014/main" id="{7A7E197F-8253-FBD2-BBEF-F1D3271FE8F4}"/>
              </a:ext>
            </a:extLst>
          </p:cNvPr>
          <p:cNvSpPr>
            <a:spLocks noGrp="1"/>
          </p:cNvSpPr>
          <p:nvPr>
            <p:ph idx="14" hasCustomPrompt="1"/>
          </p:nvPr>
        </p:nvSpPr>
        <p:spPr>
          <a:xfrm>
            <a:off x="2121196" y="4846825"/>
            <a:ext cx="9583074" cy="1181835"/>
          </a:xfrm>
        </p:spPr>
        <p:txBody>
          <a:bodyPr numCol="2"/>
          <a:lstStyle>
            <a:lvl1pPr marL="285750" indent="-285750">
              <a:buFont typeface="Arial" panose="020B0604020202020204" pitchFamily="34" charset="0"/>
              <a:buChar char="•"/>
              <a:defRPr sz="1800"/>
            </a:lvl1pPr>
          </a:lstStyle>
          <a:p>
            <a:pPr lvl="0"/>
            <a:r>
              <a:rPr lang="en-US" noProof="0"/>
              <a:t>Click to edit deliverables</a:t>
            </a:r>
          </a:p>
        </p:txBody>
      </p:sp>
      <p:sp>
        <p:nvSpPr>
          <p:cNvPr id="14" name="TextBox 13">
            <a:extLst>
              <a:ext uri="{FF2B5EF4-FFF2-40B4-BE49-F238E27FC236}">
                <a16:creationId xmlns:a16="http://schemas.microsoft.com/office/drawing/2014/main" id="{779BB75C-83D1-71C3-4D0C-CE518EA7ED45}"/>
              </a:ext>
            </a:extLst>
          </p:cNvPr>
          <p:cNvSpPr txBox="1"/>
          <p:nvPr userDrawn="1"/>
        </p:nvSpPr>
        <p:spPr>
          <a:xfrm>
            <a:off x="499797" y="4899987"/>
            <a:ext cx="1621398" cy="412846"/>
          </a:xfrm>
          <a:prstGeom prst="rect">
            <a:avLst/>
          </a:prstGeom>
          <a:noFill/>
        </p:spPr>
        <p:txBody>
          <a:bodyPr wrap="square" rtlCol="0">
            <a:noAutofit/>
          </a:bodyPr>
          <a:lstStyle/>
          <a:p>
            <a:pPr algn="l"/>
            <a:r>
              <a:rPr lang="en-US" b="1">
                <a:solidFill>
                  <a:schemeClr val="tx2"/>
                </a:solidFill>
              </a:rPr>
              <a:t>Deliverables:</a:t>
            </a:r>
            <a:endParaRPr lang="en-DK" b="1">
              <a:solidFill>
                <a:schemeClr val="tx2"/>
              </a:solidFill>
            </a:endParaRPr>
          </a:p>
        </p:txBody>
      </p:sp>
      <p:sp>
        <p:nvSpPr>
          <p:cNvPr id="15" name="Footer Placeholder 793">
            <a:extLst>
              <a:ext uri="{FF2B5EF4-FFF2-40B4-BE49-F238E27FC236}">
                <a16:creationId xmlns:a16="http://schemas.microsoft.com/office/drawing/2014/main" id="{327137A6-4A73-F620-8132-A04CDCE85AF0}"/>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sp>
        <p:nvSpPr>
          <p:cNvPr id="16" name="Slide Number Placeholder 794">
            <a:extLst>
              <a:ext uri="{FF2B5EF4-FFF2-40B4-BE49-F238E27FC236}">
                <a16:creationId xmlns:a16="http://schemas.microsoft.com/office/drawing/2014/main" id="{9A329763-5459-9773-B790-DAFC1FEF2F6F}"/>
              </a:ext>
            </a:extLst>
          </p:cNvPr>
          <p:cNvSpPr>
            <a:spLocks noGrp="1"/>
          </p:cNvSpPr>
          <p:nvPr>
            <p:ph type="sldNum" sz="quarter" idx="12"/>
          </p:nvPr>
        </p:nvSpPr>
        <p:spPr>
          <a:xfrm>
            <a:off x="11393250" y="6401262"/>
            <a:ext cx="324000" cy="252000"/>
          </a:xfrm>
        </p:spPr>
        <p:txBody>
          <a:bodyPr/>
          <a:lstStyle/>
          <a:p>
            <a:fld id="{66F6B9C1-1745-48B0-A8CA-B72E47831159}" type="slidenum">
              <a:rPr lang="en-GB" noProof="0" smtClean="0"/>
              <a:pPr/>
              <a:t>‹#›</a:t>
            </a:fld>
            <a:endParaRPr lang="en-GB" noProof="0"/>
          </a:p>
        </p:txBody>
      </p:sp>
      <p:sp>
        <p:nvSpPr>
          <p:cNvPr id="18" name="Text Placeholder 17">
            <a:extLst>
              <a:ext uri="{FF2B5EF4-FFF2-40B4-BE49-F238E27FC236}">
                <a16:creationId xmlns:a16="http://schemas.microsoft.com/office/drawing/2014/main" id="{4B550E5F-FEF0-6E2A-A1B4-D78662D73FA9}"/>
              </a:ext>
            </a:extLst>
          </p:cNvPr>
          <p:cNvSpPr>
            <a:spLocks noGrp="1"/>
          </p:cNvSpPr>
          <p:nvPr>
            <p:ph type="body" sz="quarter" idx="15" hasCustomPrompt="1"/>
          </p:nvPr>
        </p:nvSpPr>
        <p:spPr>
          <a:xfrm>
            <a:off x="1532756" y="1510665"/>
            <a:ext cx="1151830" cy="412750"/>
          </a:xfrm>
        </p:spPr>
        <p:txBody>
          <a:bodyPr>
            <a:noAutofit/>
          </a:bodyPr>
          <a:lstStyle>
            <a:lvl1pPr marL="0" indent="0">
              <a:buNone/>
              <a:defRPr sz="1400"/>
            </a:lvl1pPr>
            <a:lvl2pPr marL="457200" indent="0">
              <a:buNone/>
              <a:defRPr sz="1050"/>
            </a:lvl2pPr>
            <a:lvl3pPr marL="914400" indent="0">
              <a:buNone/>
              <a:defRPr sz="1050"/>
            </a:lvl3pPr>
            <a:lvl4pPr marL="1371600" indent="0">
              <a:buNone/>
              <a:defRPr sz="1050"/>
            </a:lvl4pPr>
            <a:lvl5pPr marL="1828800" indent="0">
              <a:buNone/>
              <a:defRPr sz="1050"/>
            </a:lvl5pPr>
          </a:lstStyle>
          <a:p>
            <a:pPr lvl="0"/>
            <a:r>
              <a:rPr lang="en-US"/>
              <a:t>00/00/00</a:t>
            </a:r>
            <a:endParaRPr lang="en-DK"/>
          </a:p>
        </p:txBody>
      </p:sp>
      <p:sp>
        <p:nvSpPr>
          <p:cNvPr id="19" name="Text Placeholder 17">
            <a:extLst>
              <a:ext uri="{FF2B5EF4-FFF2-40B4-BE49-F238E27FC236}">
                <a16:creationId xmlns:a16="http://schemas.microsoft.com/office/drawing/2014/main" id="{35E70FB7-60D1-2501-86EA-3747FB1E7E40}"/>
              </a:ext>
            </a:extLst>
          </p:cNvPr>
          <p:cNvSpPr>
            <a:spLocks noGrp="1"/>
          </p:cNvSpPr>
          <p:nvPr>
            <p:ph type="body" sz="quarter" idx="16" hasCustomPrompt="1"/>
          </p:nvPr>
        </p:nvSpPr>
        <p:spPr>
          <a:xfrm>
            <a:off x="3808778" y="1485036"/>
            <a:ext cx="1228725" cy="412750"/>
          </a:xfrm>
        </p:spPr>
        <p:txBody>
          <a:bodyPr>
            <a:noAutofit/>
          </a:bodyPr>
          <a:lstStyle>
            <a:lvl1pPr marL="0" indent="0">
              <a:buNone/>
              <a:defRPr sz="1400"/>
            </a:lvl1pPr>
            <a:lvl2pPr marL="457200" indent="0">
              <a:buNone/>
              <a:defRPr sz="1050"/>
            </a:lvl2pPr>
            <a:lvl3pPr marL="914400" indent="0">
              <a:buNone/>
              <a:defRPr sz="1050"/>
            </a:lvl3pPr>
            <a:lvl4pPr marL="1371600" indent="0">
              <a:buNone/>
              <a:defRPr sz="1050"/>
            </a:lvl4pPr>
            <a:lvl5pPr marL="1828800" indent="0">
              <a:buNone/>
              <a:defRPr sz="1050"/>
            </a:lvl5pPr>
          </a:lstStyle>
          <a:p>
            <a:pPr lvl="0"/>
            <a:r>
              <a:rPr lang="en-US"/>
              <a:t>00/00/00</a:t>
            </a:r>
            <a:endParaRPr lang="en-DK"/>
          </a:p>
        </p:txBody>
      </p:sp>
      <p:sp>
        <p:nvSpPr>
          <p:cNvPr id="20" name="Text Placeholder 17">
            <a:extLst>
              <a:ext uri="{FF2B5EF4-FFF2-40B4-BE49-F238E27FC236}">
                <a16:creationId xmlns:a16="http://schemas.microsoft.com/office/drawing/2014/main" id="{B5BFF0DC-0048-C199-2520-B3F2D2636B66}"/>
              </a:ext>
            </a:extLst>
          </p:cNvPr>
          <p:cNvSpPr>
            <a:spLocks noGrp="1"/>
          </p:cNvSpPr>
          <p:nvPr>
            <p:ph type="body" sz="quarter" idx="17"/>
          </p:nvPr>
        </p:nvSpPr>
        <p:spPr>
          <a:xfrm>
            <a:off x="6481638" y="1477880"/>
            <a:ext cx="5096853" cy="412750"/>
          </a:xfrm>
        </p:spPr>
        <p:txBody>
          <a:bodyPr>
            <a:noAutofit/>
          </a:bodyPr>
          <a:lstStyle>
            <a:lvl1pPr marL="0" indent="0">
              <a:buNone/>
              <a:defRPr sz="1400"/>
            </a:lvl1pPr>
            <a:lvl2pPr marL="457200" indent="0">
              <a:buNone/>
              <a:defRPr sz="1050"/>
            </a:lvl2pPr>
            <a:lvl3pPr marL="914400" indent="0">
              <a:buNone/>
              <a:defRPr sz="1050"/>
            </a:lvl3pPr>
            <a:lvl4pPr marL="1371600" indent="0">
              <a:buNone/>
              <a:defRPr sz="1050"/>
            </a:lvl4pPr>
            <a:lvl5pPr marL="1828800" indent="0">
              <a:buNone/>
              <a:defRPr sz="1050"/>
            </a:lvl5pPr>
          </a:lstStyle>
          <a:p>
            <a:pPr lvl="0"/>
            <a:r>
              <a:rPr lang="en-US"/>
              <a:t>Click to edit</a:t>
            </a:r>
            <a:endParaRPr lang="en-DK"/>
          </a:p>
        </p:txBody>
      </p:sp>
    </p:spTree>
    <p:extLst>
      <p:ext uri="{BB962C8B-B14F-4D97-AF65-F5344CB8AC3E}">
        <p14:creationId xmlns:p14="http://schemas.microsoft.com/office/powerpoint/2010/main" val="1409202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 Brief Template_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21E329-94E2-464F-BC27-1578964E5EDC}"/>
              </a:ext>
            </a:extLst>
          </p:cNvPr>
          <p:cNvSpPr>
            <a:spLocks noGrp="1"/>
          </p:cNvSpPr>
          <p:nvPr>
            <p:ph type="body" idx="1"/>
          </p:nvPr>
        </p:nvSpPr>
        <p:spPr>
          <a:xfrm>
            <a:off x="495709" y="1476944"/>
            <a:ext cx="5395020"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a:t>
            </a:r>
          </a:p>
        </p:txBody>
      </p:sp>
      <p:sp>
        <p:nvSpPr>
          <p:cNvPr id="4" name="Content Placeholder 3">
            <a:extLst>
              <a:ext uri="{FF2B5EF4-FFF2-40B4-BE49-F238E27FC236}">
                <a16:creationId xmlns:a16="http://schemas.microsoft.com/office/drawing/2014/main" id="{D85E98A8-820D-4339-A22B-818171C77B7F}"/>
              </a:ext>
            </a:extLst>
          </p:cNvPr>
          <p:cNvSpPr>
            <a:spLocks noGrp="1"/>
          </p:cNvSpPr>
          <p:nvPr>
            <p:ph sz="half" idx="2"/>
          </p:nvPr>
        </p:nvSpPr>
        <p:spPr>
          <a:xfrm>
            <a:off x="488902" y="2169045"/>
            <a:ext cx="5399233" cy="3497666"/>
          </a:xfrm>
        </p:spPr>
        <p:txBody>
          <a:bodyPr>
            <a:normAutofit/>
          </a:bodyPr>
          <a:lstStyle>
            <a:lvl1pPr marL="0" indent="0">
              <a:buNone/>
              <a:defRPr sz="2400"/>
            </a:lvl1pPr>
            <a:lvl2pPr>
              <a:defRPr sz="2400"/>
            </a:lvl2pPr>
            <a:lvl3pPr>
              <a:defRPr sz="2400"/>
            </a:lvl3pPr>
            <a:lvl4pPr>
              <a:defRPr sz="2400"/>
            </a:lvl4pPr>
            <a:lvl5pPr>
              <a:defRPr sz="2400"/>
            </a:lvl5pPr>
          </a:lstStyle>
          <a:p>
            <a:pPr lvl="0"/>
            <a:r>
              <a:rPr lang="en-US" noProof="0"/>
              <a:t>Click to edit</a:t>
            </a:r>
          </a:p>
        </p:txBody>
      </p:sp>
      <p:sp>
        <p:nvSpPr>
          <p:cNvPr id="5" name="Text Placeholder 4">
            <a:extLst>
              <a:ext uri="{FF2B5EF4-FFF2-40B4-BE49-F238E27FC236}">
                <a16:creationId xmlns:a16="http://schemas.microsoft.com/office/drawing/2014/main" id="{17A552A6-2B01-46FB-B581-B11816688E23}"/>
              </a:ext>
            </a:extLst>
          </p:cNvPr>
          <p:cNvSpPr>
            <a:spLocks noGrp="1"/>
          </p:cNvSpPr>
          <p:nvPr>
            <p:ph type="body" sz="quarter" idx="3"/>
          </p:nvPr>
        </p:nvSpPr>
        <p:spPr>
          <a:xfrm>
            <a:off x="6323308" y="1476944"/>
            <a:ext cx="5399232"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a:t>
            </a:r>
          </a:p>
        </p:txBody>
      </p:sp>
      <p:sp>
        <p:nvSpPr>
          <p:cNvPr id="15" name="Content Placeholder 3">
            <a:extLst>
              <a:ext uri="{FF2B5EF4-FFF2-40B4-BE49-F238E27FC236}">
                <a16:creationId xmlns:a16="http://schemas.microsoft.com/office/drawing/2014/main" id="{66624372-C806-49C7-B5B3-B471FB84E306}"/>
              </a:ext>
            </a:extLst>
          </p:cNvPr>
          <p:cNvSpPr>
            <a:spLocks noGrp="1"/>
          </p:cNvSpPr>
          <p:nvPr>
            <p:ph sz="half" idx="13"/>
          </p:nvPr>
        </p:nvSpPr>
        <p:spPr>
          <a:xfrm>
            <a:off x="6325131" y="2156319"/>
            <a:ext cx="5399233" cy="3497666"/>
          </a:xfrm>
        </p:spPr>
        <p:txBody>
          <a:bodyPr>
            <a:normAutofit/>
          </a:bodyPr>
          <a:lstStyle>
            <a:lvl1pPr marL="0" indent="0">
              <a:buNone/>
              <a:defRPr sz="2400"/>
            </a:lvl1pPr>
            <a:lvl2pPr marL="457200" indent="0">
              <a:buNone/>
              <a:defRPr sz="2400"/>
            </a:lvl2pPr>
            <a:lvl3pPr marL="914400" indent="0">
              <a:buNone/>
              <a:defRPr sz="2400"/>
            </a:lvl3pPr>
            <a:lvl4pPr>
              <a:defRPr sz="2400"/>
            </a:lvl4pPr>
            <a:lvl5pPr>
              <a:defRPr sz="2400"/>
            </a:lvl5pPr>
          </a:lstStyle>
          <a:p>
            <a:pPr lvl="0"/>
            <a:r>
              <a:rPr lang="en-US" noProof="0"/>
              <a:t>Click to edit </a:t>
            </a:r>
          </a:p>
        </p:txBody>
      </p:sp>
      <p:sp>
        <p:nvSpPr>
          <p:cNvPr id="18" name="Footer Placeholder 17">
            <a:extLst>
              <a:ext uri="{FF2B5EF4-FFF2-40B4-BE49-F238E27FC236}">
                <a16:creationId xmlns:a16="http://schemas.microsoft.com/office/drawing/2014/main" id="{78C02DC0-1D54-4077-A3AE-CE6AE7382049}"/>
              </a:ext>
            </a:extLst>
          </p:cNvPr>
          <p:cNvSpPr>
            <a:spLocks noGrp="1"/>
          </p:cNvSpPr>
          <p:nvPr>
            <p:ph type="ftr" sz="quarter" idx="15"/>
          </p:nvPr>
        </p:nvSpPr>
        <p:spPr/>
        <p:txBody>
          <a:bodyPr/>
          <a:lstStyle/>
          <a:p>
            <a:r>
              <a:rPr lang="en-US" noProof="0"/>
              <a:t>Powered by Partnership. Driven by Innovation.</a:t>
            </a:r>
            <a:endParaRPr lang="en-GB" noProof="0"/>
          </a:p>
        </p:txBody>
      </p:sp>
      <p:sp>
        <p:nvSpPr>
          <p:cNvPr id="19" name="Slide Number Placeholder 18">
            <a:extLst>
              <a:ext uri="{FF2B5EF4-FFF2-40B4-BE49-F238E27FC236}">
                <a16:creationId xmlns:a16="http://schemas.microsoft.com/office/drawing/2014/main" id="{C30F974C-5E8C-48FE-9EBF-6D61C4ACCDF7}"/>
              </a:ext>
            </a:extLst>
          </p:cNvPr>
          <p:cNvSpPr>
            <a:spLocks noGrp="1"/>
          </p:cNvSpPr>
          <p:nvPr>
            <p:ph type="sldNum" sz="quarter" idx="16"/>
          </p:nvPr>
        </p:nvSpPr>
        <p:spPr/>
        <p:txBody>
          <a:bodyPr/>
          <a:lstStyle/>
          <a:p>
            <a:fld id="{66F6B9C1-1745-48B0-A8CA-B72E47831159}" type="slidenum">
              <a:rPr lang="en-GB" noProof="0" smtClean="0"/>
              <a:pPr/>
              <a:t>‹#›</a:t>
            </a:fld>
            <a:endParaRPr lang="en-GB" noProof="0"/>
          </a:p>
        </p:txBody>
      </p:sp>
      <p:pic>
        <p:nvPicPr>
          <p:cNvPr id="20" name="Picture 19">
            <a:extLst>
              <a:ext uri="{FF2B5EF4-FFF2-40B4-BE49-F238E27FC236}">
                <a16:creationId xmlns:a16="http://schemas.microsoft.com/office/drawing/2014/main" id="{097D89E0-F3A1-4CF1-AFB1-A85F6F1ADED0}"/>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7" name="Title 6">
            <a:extLst>
              <a:ext uri="{FF2B5EF4-FFF2-40B4-BE49-F238E27FC236}">
                <a16:creationId xmlns:a16="http://schemas.microsoft.com/office/drawing/2014/main" id="{5F769518-4816-46BB-AAED-97648A1C8572}"/>
              </a:ext>
            </a:extLst>
          </p:cNvPr>
          <p:cNvSpPr>
            <a:spLocks noGrp="1"/>
          </p:cNvSpPr>
          <p:nvPr>
            <p:ph type="title" hasCustomPrompt="1"/>
          </p:nvPr>
        </p:nvSpPr>
        <p:spPr/>
        <p:txBody>
          <a:bodyPr/>
          <a:lstStyle>
            <a:lvl1pPr>
              <a:defRPr/>
            </a:lvl1pPr>
          </a:lstStyle>
          <a:p>
            <a:r>
              <a:rPr lang="en-US" noProof="0"/>
              <a:t>Brief Title</a:t>
            </a:r>
            <a:endParaRPr lang="en-GB" noProof="0"/>
          </a:p>
        </p:txBody>
      </p:sp>
      <p:sp>
        <p:nvSpPr>
          <p:cNvPr id="2" name="Text Placeholder 3">
            <a:extLst>
              <a:ext uri="{FF2B5EF4-FFF2-40B4-BE49-F238E27FC236}">
                <a16:creationId xmlns:a16="http://schemas.microsoft.com/office/drawing/2014/main" id="{51A8ED9B-8820-4765-4DB8-5F7AFD761595}"/>
              </a:ext>
            </a:extLst>
          </p:cNvPr>
          <p:cNvSpPr>
            <a:spLocks noGrp="1"/>
          </p:cNvSpPr>
          <p:nvPr>
            <p:ph type="body" sz="quarter" idx="20" hasCustomPrompt="1"/>
          </p:nvPr>
        </p:nvSpPr>
        <p:spPr>
          <a:xfrm>
            <a:off x="490727" y="5877045"/>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6" name="Text Placeholder 3">
            <a:extLst>
              <a:ext uri="{FF2B5EF4-FFF2-40B4-BE49-F238E27FC236}">
                <a16:creationId xmlns:a16="http://schemas.microsoft.com/office/drawing/2014/main" id="{993485C7-E751-058E-FEEA-0FC348FABF71}"/>
              </a:ext>
            </a:extLst>
          </p:cNvPr>
          <p:cNvSpPr>
            <a:spLocks noGrp="1"/>
          </p:cNvSpPr>
          <p:nvPr>
            <p:ph type="body" sz="quarter" idx="21" hasCustomPrompt="1"/>
          </p:nvPr>
        </p:nvSpPr>
        <p:spPr>
          <a:xfrm>
            <a:off x="6290787" y="5877045"/>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Tree>
    <p:extLst>
      <p:ext uri="{BB962C8B-B14F-4D97-AF65-F5344CB8AC3E}">
        <p14:creationId xmlns:p14="http://schemas.microsoft.com/office/powerpoint/2010/main" val="106987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Brief Template_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A46F6-4F1B-4943-8B34-89B8D4F7B33A}"/>
              </a:ext>
            </a:extLst>
          </p:cNvPr>
          <p:cNvSpPr>
            <a:spLocks noGrp="1"/>
          </p:cNvSpPr>
          <p:nvPr>
            <p:ph sz="half" idx="1" hasCustomPrompt="1"/>
          </p:nvPr>
        </p:nvSpPr>
        <p:spPr>
          <a:xfrm>
            <a:off x="490728" y="133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lvl="0"/>
            <a:r>
              <a:rPr lang="en-US" noProof="0"/>
              <a:t>Inspiration</a:t>
            </a:r>
          </a:p>
        </p:txBody>
      </p:sp>
      <p:sp>
        <p:nvSpPr>
          <p:cNvPr id="13" name="Content Placeholder 2">
            <a:extLst>
              <a:ext uri="{FF2B5EF4-FFF2-40B4-BE49-F238E27FC236}">
                <a16:creationId xmlns:a16="http://schemas.microsoft.com/office/drawing/2014/main" id="{31C96A28-455A-4C90-BCF7-5B370482BECE}"/>
              </a:ext>
            </a:extLst>
          </p:cNvPr>
          <p:cNvSpPr>
            <a:spLocks noGrp="1"/>
          </p:cNvSpPr>
          <p:nvPr>
            <p:ph sz="half" idx="13" hasCustomPrompt="1"/>
          </p:nvPr>
        </p:nvSpPr>
        <p:spPr>
          <a:xfrm>
            <a:off x="501361" y="385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marL="0" marR="0" lvl="0" indent="0" algn="ctr" defTabSz="914400" rtl="0" eaLnBrk="1" fontAlgn="auto" latinLnBrk="0" hangingPunct="1">
              <a:lnSpc>
                <a:spcPct val="110000"/>
              </a:lnSpc>
              <a:spcBef>
                <a:spcPts val="600"/>
              </a:spcBef>
              <a:spcAft>
                <a:spcPts val="1200"/>
              </a:spcAft>
              <a:buClrTx/>
              <a:buSzTx/>
              <a:buFont typeface="Arial" panose="020B0604020202020204" pitchFamily="34" charset="0"/>
              <a:buNone/>
              <a:tabLst/>
              <a:defRPr/>
            </a:pPr>
            <a:r>
              <a:rPr lang="en-US" noProof="0"/>
              <a:t>Inspiration</a:t>
            </a:r>
          </a:p>
        </p:txBody>
      </p:sp>
      <p:sp>
        <p:nvSpPr>
          <p:cNvPr id="16" name="Content Placeholder 2">
            <a:extLst>
              <a:ext uri="{FF2B5EF4-FFF2-40B4-BE49-F238E27FC236}">
                <a16:creationId xmlns:a16="http://schemas.microsoft.com/office/drawing/2014/main" id="{81222174-B5D3-4D67-88FE-E144DEE3FE36}"/>
              </a:ext>
            </a:extLst>
          </p:cNvPr>
          <p:cNvSpPr>
            <a:spLocks noGrp="1"/>
          </p:cNvSpPr>
          <p:nvPr>
            <p:ph sz="half" idx="14" hasCustomPrompt="1"/>
          </p:nvPr>
        </p:nvSpPr>
        <p:spPr>
          <a:xfrm>
            <a:off x="6279898" y="133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marL="0" marR="0" lvl="0" indent="0" algn="ctr" defTabSz="914400" rtl="0" eaLnBrk="1" fontAlgn="auto" latinLnBrk="0" hangingPunct="1">
              <a:lnSpc>
                <a:spcPct val="110000"/>
              </a:lnSpc>
              <a:spcBef>
                <a:spcPts val="600"/>
              </a:spcBef>
              <a:spcAft>
                <a:spcPts val="1200"/>
              </a:spcAft>
              <a:buClrTx/>
              <a:buSzTx/>
              <a:buFont typeface="Arial" panose="020B0604020202020204" pitchFamily="34" charset="0"/>
              <a:buNone/>
              <a:tabLst/>
              <a:defRPr/>
            </a:pPr>
            <a:r>
              <a:rPr lang="en-US" noProof="0"/>
              <a:t>Inspiration</a:t>
            </a:r>
          </a:p>
        </p:txBody>
      </p:sp>
      <p:sp>
        <p:nvSpPr>
          <p:cNvPr id="17" name="Content Placeholder 2">
            <a:extLst>
              <a:ext uri="{FF2B5EF4-FFF2-40B4-BE49-F238E27FC236}">
                <a16:creationId xmlns:a16="http://schemas.microsoft.com/office/drawing/2014/main" id="{D475E464-D945-4177-98BA-904DEB6B026F}"/>
              </a:ext>
            </a:extLst>
          </p:cNvPr>
          <p:cNvSpPr>
            <a:spLocks noGrp="1"/>
          </p:cNvSpPr>
          <p:nvPr>
            <p:ph sz="half" idx="15" hasCustomPrompt="1"/>
          </p:nvPr>
        </p:nvSpPr>
        <p:spPr>
          <a:xfrm>
            <a:off x="6272059" y="3859416"/>
            <a:ext cx="5400000" cy="1860984"/>
          </a:xfrm>
        </p:spPr>
        <p:txBody>
          <a:bodyPr anchor="ctr">
            <a:normAutofit/>
          </a:bodyPr>
          <a:lstStyle>
            <a:lvl1pPr marL="0" indent="0" algn="ctr">
              <a:buNone/>
              <a:defRPr sz="1800"/>
            </a:lvl1pPr>
            <a:lvl2pPr>
              <a:defRPr sz="1800"/>
            </a:lvl2pPr>
            <a:lvl3pPr>
              <a:defRPr sz="1800"/>
            </a:lvl3pPr>
            <a:lvl4pPr>
              <a:defRPr sz="1600"/>
            </a:lvl4pPr>
            <a:lvl5pPr>
              <a:defRPr sz="1600"/>
            </a:lvl5pPr>
          </a:lstStyle>
          <a:p>
            <a:pPr marL="0" marR="0" lvl="0" indent="0" algn="ctr" defTabSz="914400" rtl="0" eaLnBrk="1" fontAlgn="auto" latinLnBrk="0" hangingPunct="1">
              <a:lnSpc>
                <a:spcPct val="110000"/>
              </a:lnSpc>
              <a:spcBef>
                <a:spcPts val="600"/>
              </a:spcBef>
              <a:spcAft>
                <a:spcPts val="1200"/>
              </a:spcAft>
              <a:buClrTx/>
              <a:buSzTx/>
              <a:buFont typeface="Arial" panose="020B0604020202020204" pitchFamily="34" charset="0"/>
              <a:buNone/>
              <a:tabLst/>
              <a:defRPr/>
            </a:pPr>
            <a:r>
              <a:rPr lang="en-US" noProof="0"/>
              <a:t>Inspiration</a:t>
            </a:r>
          </a:p>
        </p:txBody>
      </p:sp>
      <p:pic>
        <p:nvPicPr>
          <p:cNvPr id="15" name="Picture 14">
            <a:extLst>
              <a:ext uri="{FF2B5EF4-FFF2-40B4-BE49-F238E27FC236}">
                <a16:creationId xmlns:a16="http://schemas.microsoft.com/office/drawing/2014/main" id="{9A4D4AA6-3618-4C18-98CE-AF5E0C051D1F}"/>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BC3386FA-7DB2-43A1-98E0-30655E0EFD2E}"/>
              </a:ext>
            </a:extLst>
          </p:cNvPr>
          <p:cNvSpPr>
            <a:spLocks noGrp="1"/>
          </p:cNvSpPr>
          <p:nvPr>
            <p:ph type="title"/>
          </p:nvPr>
        </p:nvSpPr>
        <p:spPr>
          <a:xfrm>
            <a:off x="468000" y="432000"/>
            <a:ext cx="10476402" cy="684000"/>
          </a:xfrm>
        </p:spPr>
        <p:txBody>
          <a:bodyPr/>
          <a:lstStyle>
            <a:lvl1pPr algn="l">
              <a:defRPr/>
            </a:lvl1pPr>
          </a:lstStyle>
          <a:p>
            <a:endParaRPr lang="en-GB" noProof="0"/>
          </a:p>
        </p:txBody>
      </p:sp>
      <p:sp>
        <p:nvSpPr>
          <p:cNvPr id="2" name="Text Placeholder 3">
            <a:extLst>
              <a:ext uri="{FF2B5EF4-FFF2-40B4-BE49-F238E27FC236}">
                <a16:creationId xmlns:a16="http://schemas.microsoft.com/office/drawing/2014/main" id="{494148ED-D643-7434-805B-0AE695BC5746}"/>
              </a:ext>
            </a:extLst>
          </p:cNvPr>
          <p:cNvSpPr>
            <a:spLocks noGrp="1"/>
          </p:cNvSpPr>
          <p:nvPr>
            <p:ph type="body" sz="quarter" idx="19" hasCustomPrompt="1"/>
          </p:nvPr>
        </p:nvSpPr>
        <p:spPr>
          <a:xfrm>
            <a:off x="467999" y="88093"/>
            <a:ext cx="10368000" cy="324000"/>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Inspiration Images</a:t>
            </a:r>
          </a:p>
        </p:txBody>
      </p:sp>
      <p:sp>
        <p:nvSpPr>
          <p:cNvPr id="9" name="Text Placeholder 3">
            <a:extLst>
              <a:ext uri="{FF2B5EF4-FFF2-40B4-BE49-F238E27FC236}">
                <a16:creationId xmlns:a16="http://schemas.microsoft.com/office/drawing/2014/main" id="{B1F55FA3-C892-9CCE-745B-A38C45A97FE9}"/>
              </a:ext>
            </a:extLst>
          </p:cNvPr>
          <p:cNvSpPr>
            <a:spLocks noGrp="1"/>
          </p:cNvSpPr>
          <p:nvPr>
            <p:ph type="body" sz="quarter" idx="20" hasCustomPrompt="1"/>
          </p:nvPr>
        </p:nvSpPr>
        <p:spPr>
          <a:xfrm>
            <a:off x="490727" y="3276527"/>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10" name="Text Placeholder 3">
            <a:extLst>
              <a:ext uri="{FF2B5EF4-FFF2-40B4-BE49-F238E27FC236}">
                <a16:creationId xmlns:a16="http://schemas.microsoft.com/office/drawing/2014/main" id="{2950E682-2C48-2146-B428-7C3B4F5F9A17}"/>
              </a:ext>
            </a:extLst>
          </p:cNvPr>
          <p:cNvSpPr>
            <a:spLocks noGrp="1"/>
          </p:cNvSpPr>
          <p:nvPr>
            <p:ph type="body" sz="quarter" idx="21" hasCustomPrompt="1"/>
          </p:nvPr>
        </p:nvSpPr>
        <p:spPr>
          <a:xfrm>
            <a:off x="6290787" y="3276527"/>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11" name="Text Placeholder 3">
            <a:extLst>
              <a:ext uri="{FF2B5EF4-FFF2-40B4-BE49-F238E27FC236}">
                <a16:creationId xmlns:a16="http://schemas.microsoft.com/office/drawing/2014/main" id="{B2BD88D5-805C-C349-38F2-4F4C05175A33}"/>
              </a:ext>
            </a:extLst>
          </p:cNvPr>
          <p:cNvSpPr>
            <a:spLocks noGrp="1"/>
          </p:cNvSpPr>
          <p:nvPr>
            <p:ph type="body" sz="quarter" idx="22" hasCustomPrompt="1"/>
          </p:nvPr>
        </p:nvSpPr>
        <p:spPr>
          <a:xfrm>
            <a:off x="490727" y="5807076"/>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12" name="Text Placeholder 3">
            <a:extLst>
              <a:ext uri="{FF2B5EF4-FFF2-40B4-BE49-F238E27FC236}">
                <a16:creationId xmlns:a16="http://schemas.microsoft.com/office/drawing/2014/main" id="{79322A93-18C3-BC81-6C29-6BDDF147ECC8}"/>
              </a:ext>
            </a:extLst>
          </p:cNvPr>
          <p:cNvSpPr>
            <a:spLocks noGrp="1"/>
          </p:cNvSpPr>
          <p:nvPr>
            <p:ph type="body" sz="quarter" idx="23" hasCustomPrompt="1"/>
          </p:nvPr>
        </p:nvSpPr>
        <p:spPr>
          <a:xfrm>
            <a:off x="6290787" y="5807076"/>
            <a:ext cx="5410633" cy="324000"/>
          </a:xfrm>
        </p:spPr>
        <p:txBody>
          <a:bodyPr lIns="36000" tIns="0" rIns="0" bIns="0" anchor="b">
            <a:normAutofit/>
          </a:bodyPr>
          <a:lstStyle>
            <a:lvl1pPr marL="0" indent="0">
              <a:lnSpc>
                <a:spcPct val="100000"/>
              </a:lnSpc>
              <a:spcBef>
                <a:spcPts val="0"/>
              </a:spcBef>
              <a:spcAft>
                <a:spcPts val="0"/>
              </a:spcAft>
              <a:buFontTx/>
              <a:buNone/>
              <a:defRPr sz="1600" b="0"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path</a:t>
            </a:r>
          </a:p>
        </p:txBody>
      </p:sp>
      <p:sp>
        <p:nvSpPr>
          <p:cNvPr id="5" name="Footer Placeholder 793">
            <a:extLst>
              <a:ext uri="{FF2B5EF4-FFF2-40B4-BE49-F238E27FC236}">
                <a16:creationId xmlns:a16="http://schemas.microsoft.com/office/drawing/2014/main" id="{54552382-0022-2AB5-AFA9-38588DF959CA}"/>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sp>
        <p:nvSpPr>
          <p:cNvPr id="6" name="Slide Number Placeholder 794">
            <a:extLst>
              <a:ext uri="{FF2B5EF4-FFF2-40B4-BE49-F238E27FC236}">
                <a16:creationId xmlns:a16="http://schemas.microsoft.com/office/drawing/2014/main" id="{0F1A84CC-E0D1-200F-23BF-D9A077B1430C}"/>
              </a:ext>
            </a:extLst>
          </p:cNvPr>
          <p:cNvSpPr>
            <a:spLocks noGrp="1"/>
          </p:cNvSpPr>
          <p:nvPr>
            <p:ph type="sldNum" sz="quarter" idx="12"/>
          </p:nvPr>
        </p:nvSpPr>
        <p:spPr>
          <a:xfrm>
            <a:off x="11393250" y="6401262"/>
            <a:ext cx="324000" cy="252000"/>
          </a:xfrm>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927914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1FD1A9-A1E6-4637-A63D-DB937B5CA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173"/>
          </a:xfrm>
          <a:prstGeom prst="rect">
            <a:avLst/>
          </a:prstGeom>
        </p:spPr>
      </p:pic>
      <p:sp>
        <p:nvSpPr>
          <p:cNvPr id="3" name="Text Placeholder 2">
            <a:extLst>
              <a:ext uri="{FF2B5EF4-FFF2-40B4-BE49-F238E27FC236}">
                <a16:creationId xmlns:a16="http://schemas.microsoft.com/office/drawing/2014/main" id="{28D7360D-6616-4F4E-8D57-3065FCCCA69F}"/>
              </a:ext>
            </a:extLst>
          </p:cNvPr>
          <p:cNvSpPr>
            <a:spLocks noGrp="1"/>
          </p:cNvSpPr>
          <p:nvPr>
            <p:ph type="body" idx="1"/>
          </p:nvPr>
        </p:nvSpPr>
        <p:spPr>
          <a:xfrm>
            <a:off x="684000" y="4962562"/>
            <a:ext cx="9796272" cy="1197412"/>
          </a:xfrm>
        </p:spPr>
        <p:txBody>
          <a:bodyPr lIns="18000">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3D04C4A7-63F2-48C4-ABE5-E8957E424CA8}"/>
              </a:ext>
            </a:extLst>
          </p:cNvPr>
          <p:cNvSpPr>
            <a:spLocks noGrp="1"/>
          </p:cNvSpPr>
          <p:nvPr>
            <p:ph type="title"/>
          </p:nvPr>
        </p:nvSpPr>
        <p:spPr>
          <a:xfrm>
            <a:off x="682989" y="2952000"/>
            <a:ext cx="9786891" cy="1737126"/>
          </a:xfrm>
        </p:spPr>
        <p:txBody>
          <a:bodyPr lIns="0" anchor="b">
            <a:normAutofit/>
          </a:bodyPr>
          <a:lstStyle>
            <a:lvl1pPr>
              <a:defRPr sz="4800">
                <a:solidFill>
                  <a:schemeClr val="accent4"/>
                </a:solidFill>
              </a:defRPr>
            </a:lvl1pPr>
          </a:lstStyle>
          <a:p>
            <a:r>
              <a:rPr lang="en-US" noProof="0"/>
              <a:t>Click to edit Master title style</a:t>
            </a:r>
            <a:endParaRPr lang="en-GB" noProof="0"/>
          </a:p>
        </p:txBody>
      </p:sp>
      <p:pic>
        <p:nvPicPr>
          <p:cNvPr id="8" name="Picture 7" descr="A close up of a sign&#10;&#10;Description automatically generated">
            <a:extLst>
              <a:ext uri="{FF2B5EF4-FFF2-40B4-BE49-F238E27FC236}">
                <a16:creationId xmlns:a16="http://schemas.microsoft.com/office/drawing/2014/main" id="{07BFC014-840F-49E6-876B-8D36C4F80AAB}"/>
              </a:ext>
            </a:extLst>
          </p:cNvPr>
          <p:cNvPicPr>
            <a:picLocks noChangeAspect="1"/>
          </p:cNvPicPr>
          <p:nvPr/>
        </p:nvPicPr>
        <p:blipFill rotWithShape="1">
          <a:blip r:embed="rId3">
            <a:extLst>
              <a:ext uri="{28A0092B-C50C-407E-A947-70E740481C1C}">
                <a14:useLocalDpi xmlns:a14="http://schemas.microsoft.com/office/drawing/2010/main" val="0"/>
              </a:ext>
            </a:extLst>
          </a:blip>
          <a:srcRect l="23669" t="6364" r="25067" b="10105"/>
          <a:stretch/>
        </p:blipFill>
        <p:spPr>
          <a:xfrm>
            <a:off x="658813" y="527858"/>
            <a:ext cx="1222664" cy="1138550"/>
          </a:xfrm>
          <a:prstGeom prst="roundRect">
            <a:avLst>
              <a:gd name="adj" fmla="val 0"/>
            </a:avLst>
          </a:prstGeom>
          <a:effectLst>
            <a:outerShdw blurRad="635000" sx="102000" sy="102000" algn="ctr" rotWithShape="0">
              <a:prstClr val="black">
                <a:alpha val="20000"/>
              </a:prstClr>
            </a:outerShdw>
          </a:effectLst>
        </p:spPr>
      </p:pic>
      <p:pic>
        <p:nvPicPr>
          <p:cNvPr id="9" name="Line">
            <a:extLst>
              <a:ext uri="{FF2B5EF4-FFF2-40B4-BE49-F238E27FC236}">
                <a16:creationId xmlns:a16="http://schemas.microsoft.com/office/drawing/2014/main" id="{A2AAC550-A760-4808-971F-C107AF9FFA4B}"/>
              </a:ext>
            </a:extLst>
          </p:cNvPr>
          <p:cNvPicPr>
            <a:picLocks/>
          </p:cNvPicPr>
          <p:nvPr/>
        </p:nvPicPr>
        <p:blipFill rotWithShape="1">
          <a:blip r:embed="rId4">
            <a:extLst>
              <a:ext uri="{28A0092B-C50C-407E-A947-70E740481C1C}">
                <a14:useLocalDpi xmlns:a14="http://schemas.microsoft.com/office/drawing/2010/main" val="0"/>
              </a:ext>
            </a:extLst>
          </a:blip>
          <a:srcRect l="52751" t="-7865" r="3340" b="6220"/>
          <a:stretch/>
        </p:blipFill>
        <p:spPr>
          <a:xfrm>
            <a:off x="682989" y="4780351"/>
            <a:ext cx="4979635" cy="90985"/>
          </a:xfrm>
          <a:prstGeom prst="rect">
            <a:avLst/>
          </a:prstGeom>
        </p:spPr>
      </p:pic>
      <p:sp>
        <p:nvSpPr>
          <p:cNvPr id="13" name="Date Placeholder 12">
            <a:extLst>
              <a:ext uri="{FF2B5EF4-FFF2-40B4-BE49-F238E27FC236}">
                <a16:creationId xmlns:a16="http://schemas.microsoft.com/office/drawing/2014/main" id="{0B570AA5-3509-451D-B12B-A9E10E56A376}"/>
              </a:ext>
            </a:extLst>
          </p:cNvPr>
          <p:cNvSpPr>
            <a:spLocks noGrp="1"/>
          </p:cNvSpPr>
          <p:nvPr>
            <p:ph type="dt" sz="half" idx="10"/>
          </p:nvPr>
        </p:nvSpPr>
        <p:spPr>
          <a:xfrm>
            <a:off x="680434" y="6392405"/>
            <a:ext cx="2743200" cy="252000"/>
          </a:xfrm>
        </p:spPr>
        <p:txBody>
          <a:bodyPr/>
          <a:lstStyle>
            <a:lvl1pPr>
              <a:defRPr>
                <a:solidFill>
                  <a:schemeClr val="tx1"/>
                </a:solidFill>
              </a:defRPr>
            </a:lvl1pPr>
          </a:lstStyle>
          <a:p>
            <a:fld id="{DEF02234-7C8F-4633-B506-C760E02ED59B}" type="datetime1">
              <a:rPr lang="en-GB" smtClean="0"/>
              <a:t>15/04/2026</a:t>
            </a:fld>
            <a:endParaRPr lang="en-GB"/>
          </a:p>
        </p:txBody>
      </p:sp>
      <p:sp>
        <p:nvSpPr>
          <p:cNvPr id="14" name="Footer Placeholder 13">
            <a:extLst>
              <a:ext uri="{FF2B5EF4-FFF2-40B4-BE49-F238E27FC236}">
                <a16:creationId xmlns:a16="http://schemas.microsoft.com/office/drawing/2014/main" id="{0B69E9C0-49A3-408B-8E81-6900AC6C5CDC}"/>
              </a:ext>
            </a:extLst>
          </p:cNvPr>
          <p:cNvSpPr>
            <a:spLocks noGrp="1"/>
          </p:cNvSpPr>
          <p:nvPr>
            <p:ph type="ftr" sz="quarter" idx="11"/>
          </p:nvPr>
        </p:nvSpPr>
        <p:spPr/>
        <p:txBody>
          <a:bodyPr/>
          <a:lstStyle>
            <a:lvl1pPr>
              <a:defRPr>
                <a:solidFill>
                  <a:schemeClr val="tx1"/>
                </a:solidFill>
              </a:defRPr>
            </a:lvl1pPr>
          </a:lstStyle>
          <a:p>
            <a:r>
              <a:rPr lang="en-US"/>
              <a:t>Powered by Partnership. Driven by Innovation.</a:t>
            </a:r>
            <a:endParaRPr lang="en-GB"/>
          </a:p>
        </p:txBody>
      </p:sp>
      <p:sp>
        <p:nvSpPr>
          <p:cNvPr id="15" name="Slide Number Placeholder 14">
            <a:extLst>
              <a:ext uri="{FF2B5EF4-FFF2-40B4-BE49-F238E27FC236}">
                <a16:creationId xmlns:a16="http://schemas.microsoft.com/office/drawing/2014/main" id="{39CFBA96-2B00-4625-85D6-B57F3F14263B}"/>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318930472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1FD1A9-A1E6-4637-A63D-DB937B5CA4D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1"/>
            <a:ext cx="12192000" cy="6857173"/>
          </a:xfrm>
          <a:prstGeom prst="rect">
            <a:avLst/>
          </a:prstGeom>
        </p:spPr>
      </p:pic>
      <p:sp>
        <p:nvSpPr>
          <p:cNvPr id="3" name="Text Placeholder 2">
            <a:extLst>
              <a:ext uri="{FF2B5EF4-FFF2-40B4-BE49-F238E27FC236}">
                <a16:creationId xmlns:a16="http://schemas.microsoft.com/office/drawing/2014/main" id="{28D7360D-6616-4F4E-8D57-3065FCCCA69F}"/>
              </a:ext>
            </a:extLst>
          </p:cNvPr>
          <p:cNvSpPr>
            <a:spLocks noGrp="1"/>
          </p:cNvSpPr>
          <p:nvPr>
            <p:ph type="body" idx="1"/>
          </p:nvPr>
        </p:nvSpPr>
        <p:spPr>
          <a:xfrm>
            <a:off x="684000" y="4962562"/>
            <a:ext cx="9796272" cy="1197412"/>
          </a:xfrm>
        </p:spPr>
        <p:txBody>
          <a:bodyPr lIns="18000">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3D04C4A7-63F2-48C4-ABE5-E8957E424CA8}"/>
              </a:ext>
            </a:extLst>
          </p:cNvPr>
          <p:cNvSpPr>
            <a:spLocks noGrp="1"/>
          </p:cNvSpPr>
          <p:nvPr>
            <p:ph type="title"/>
          </p:nvPr>
        </p:nvSpPr>
        <p:spPr>
          <a:xfrm>
            <a:off x="682989" y="2952000"/>
            <a:ext cx="9786891" cy="1737126"/>
          </a:xfrm>
        </p:spPr>
        <p:txBody>
          <a:bodyPr lIns="0" anchor="b">
            <a:normAutofit/>
          </a:bodyPr>
          <a:lstStyle>
            <a:lvl1pPr>
              <a:defRPr sz="4800">
                <a:solidFill>
                  <a:schemeClr val="accent1"/>
                </a:solidFill>
              </a:defRPr>
            </a:lvl1pPr>
          </a:lstStyle>
          <a:p>
            <a:r>
              <a:rPr lang="en-US" noProof="0"/>
              <a:t>Click to edit Master title style</a:t>
            </a:r>
            <a:endParaRPr lang="en-GB" noProof="0"/>
          </a:p>
        </p:txBody>
      </p:sp>
      <p:pic>
        <p:nvPicPr>
          <p:cNvPr id="8" name="Picture 7" descr="A close up of a sign&#10;&#10;Description automatically generated">
            <a:extLst>
              <a:ext uri="{FF2B5EF4-FFF2-40B4-BE49-F238E27FC236}">
                <a16:creationId xmlns:a16="http://schemas.microsoft.com/office/drawing/2014/main" id="{07BFC014-840F-49E6-876B-8D36C4F80AAB}"/>
              </a:ext>
            </a:extLst>
          </p:cNvPr>
          <p:cNvPicPr>
            <a:picLocks noChangeAspect="1"/>
          </p:cNvPicPr>
          <p:nvPr/>
        </p:nvPicPr>
        <p:blipFill rotWithShape="1">
          <a:blip r:embed="rId3">
            <a:extLst>
              <a:ext uri="{28A0092B-C50C-407E-A947-70E740481C1C}">
                <a14:useLocalDpi xmlns:a14="http://schemas.microsoft.com/office/drawing/2010/main" val="0"/>
              </a:ext>
            </a:extLst>
          </a:blip>
          <a:srcRect l="23669" t="6364" r="25067" b="10105"/>
          <a:stretch/>
        </p:blipFill>
        <p:spPr>
          <a:xfrm>
            <a:off x="658813" y="527858"/>
            <a:ext cx="1222664" cy="1138550"/>
          </a:xfrm>
          <a:prstGeom prst="roundRect">
            <a:avLst>
              <a:gd name="adj" fmla="val 0"/>
            </a:avLst>
          </a:prstGeom>
          <a:effectLst>
            <a:outerShdw blurRad="635000" sx="102000" sy="102000" algn="ctr" rotWithShape="0">
              <a:prstClr val="black">
                <a:alpha val="20000"/>
              </a:prstClr>
            </a:outerShdw>
          </a:effectLst>
        </p:spPr>
      </p:pic>
      <p:pic>
        <p:nvPicPr>
          <p:cNvPr id="9" name="Line">
            <a:extLst>
              <a:ext uri="{FF2B5EF4-FFF2-40B4-BE49-F238E27FC236}">
                <a16:creationId xmlns:a16="http://schemas.microsoft.com/office/drawing/2014/main" id="{A2AAC550-A760-4808-971F-C107AF9FFA4B}"/>
              </a:ext>
            </a:extLst>
          </p:cNvPr>
          <p:cNvPicPr>
            <a:picLocks/>
          </p:cNvPicPr>
          <p:nvPr/>
        </p:nvPicPr>
        <p:blipFill rotWithShape="1">
          <a:blip r:embed="rId4">
            <a:extLst>
              <a:ext uri="{28A0092B-C50C-407E-A947-70E740481C1C}">
                <a14:useLocalDpi xmlns:a14="http://schemas.microsoft.com/office/drawing/2010/main" val="0"/>
              </a:ext>
            </a:extLst>
          </a:blip>
          <a:srcRect l="52751" t="-7865" r="3340" b="6220"/>
          <a:stretch/>
        </p:blipFill>
        <p:spPr>
          <a:xfrm>
            <a:off x="682989" y="4780351"/>
            <a:ext cx="4979635" cy="90985"/>
          </a:xfrm>
          <a:prstGeom prst="rect">
            <a:avLst/>
          </a:prstGeom>
        </p:spPr>
      </p:pic>
      <p:sp>
        <p:nvSpPr>
          <p:cNvPr id="13" name="Date Placeholder 12">
            <a:extLst>
              <a:ext uri="{FF2B5EF4-FFF2-40B4-BE49-F238E27FC236}">
                <a16:creationId xmlns:a16="http://schemas.microsoft.com/office/drawing/2014/main" id="{4B3460B1-9651-4644-9926-16AC74391A55}"/>
              </a:ext>
            </a:extLst>
          </p:cNvPr>
          <p:cNvSpPr>
            <a:spLocks noGrp="1"/>
          </p:cNvSpPr>
          <p:nvPr>
            <p:ph type="dt" sz="half" idx="10"/>
          </p:nvPr>
        </p:nvSpPr>
        <p:spPr>
          <a:xfrm>
            <a:off x="652724" y="6392405"/>
            <a:ext cx="2743200" cy="252000"/>
          </a:xfrm>
        </p:spPr>
        <p:txBody>
          <a:bodyPr/>
          <a:lstStyle>
            <a:lvl1pPr>
              <a:defRPr>
                <a:solidFill>
                  <a:schemeClr val="bg1"/>
                </a:solidFill>
              </a:defRPr>
            </a:lvl1pPr>
          </a:lstStyle>
          <a:p>
            <a:fld id="{169C8719-04D8-437B-8480-88846041D7D8}" type="datetime1">
              <a:rPr lang="en-GB" smtClean="0"/>
              <a:t>15/04/2026</a:t>
            </a:fld>
            <a:endParaRPr lang="en-GB"/>
          </a:p>
        </p:txBody>
      </p:sp>
      <p:sp>
        <p:nvSpPr>
          <p:cNvPr id="14" name="Footer Placeholder 13">
            <a:extLst>
              <a:ext uri="{FF2B5EF4-FFF2-40B4-BE49-F238E27FC236}">
                <a16:creationId xmlns:a16="http://schemas.microsoft.com/office/drawing/2014/main" id="{96572E9B-310F-483A-81CA-D71C772EA980}"/>
              </a:ext>
            </a:extLst>
          </p:cNvPr>
          <p:cNvSpPr>
            <a:spLocks noGrp="1"/>
          </p:cNvSpPr>
          <p:nvPr>
            <p:ph type="ftr" sz="quarter" idx="11"/>
          </p:nvPr>
        </p:nvSpPr>
        <p:spPr/>
        <p:txBody>
          <a:bodyPr/>
          <a:lstStyle>
            <a:lvl1pPr>
              <a:defRPr>
                <a:solidFill>
                  <a:schemeClr val="bg1"/>
                </a:solidFill>
              </a:defRPr>
            </a:lvl1pPr>
          </a:lstStyle>
          <a:p>
            <a:r>
              <a:rPr lang="en-US"/>
              <a:t>Powered by Partnership. Driven by Innovation.</a:t>
            </a:r>
            <a:endParaRPr lang="en-GB"/>
          </a:p>
        </p:txBody>
      </p:sp>
      <p:sp>
        <p:nvSpPr>
          <p:cNvPr id="15" name="Slide Number Placeholder 14">
            <a:extLst>
              <a:ext uri="{FF2B5EF4-FFF2-40B4-BE49-F238E27FC236}">
                <a16:creationId xmlns:a16="http://schemas.microsoft.com/office/drawing/2014/main" id="{F4C83A1E-9A79-4E4A-BF41-07D0121FB2E7}"/>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163872673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ictur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CB0C501-BA5B-4C42-84D2-ED731C3B449E}"/>
              </a:ext>
            </a:extLst>
          </p:cNvPr>
          <p:cNvSpPr>
            <a:spLocks noGrp="1"/>
          </p:cNvSpPr>
          <p:nvPr>
            <p:ph type="dt" sz="half" idx="15"/>
          </p:nvPr>
        </p:nvSpPr>
        <p:spPr/>
        <p:txBody>
          <a:bodyPr/>
          <a:lstStyle/>
          <a:p>
            <a:fld id="{62709EFC-79FF-4278-B7BF-8C6DC3CBA194}" type="datetime1">
              <a:rPr lang="en-GB" noProof="0" smtClean="0"/>
              <a:t>15/04/2026</a:t>
            </a:fld>
            <a:endParaRPr lang="en-GB" noProof="0"/>
          </a:p>
        </p:txBody>
      </p:sp>
      <p:sp>
        <p:nvSpPr>
          <p:cNvPr id="57" name="Picture Placeholder 2">
            <a:extLst>
              <a:ext uri="{FF2B5EF4-FFF2-40B4-BE49-F238E27FC236}">
                <a16:creationId xmlns:a16="http://schemas.microsoft.com/office/drawing/2014/main" id="{F7F61A98-A0CF-4246-8434-89A70C039DBF}"/>
              </a:ext>
            </a:extLst>
          </p:cNvPr>
          <p:cNvSpPr>
            <a:spLocks noGrp="1"/>
          </p:cNvSpPr>
          <p:nvPr>
            <p:ph type="pic" idx="14" hasCustomPrompt="1"/>
          </p:nvPr>
        </p:nvSpPr>
        <p:spPr>
          <a:xfrm>
            <a:off x="0" y="0"/>
            <a:ext cx="4085463"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Your Picture Here</a:t>
            </a:r>
          </a:p>
        </p:txBody>
      </p:sp>
      <p:sp>
        <p:nvSpPr>
          <p:cNvPr id="3" name="Text Placeholder 2">
            <a:extLst>
              <a:ext uri="{FF2B5EF4-FFF2-40B4-BE49-F238E27FC236}">
                <a16:creationId xmlns:a16="http://schemas.microsoft.com/office/drawing/2014/main" id="{28D7360D-6616-4F4E-8D57-3065FCCCA69F}"/>
              </a:ext>
            </a:extLst>
          </p:cNvPr>
          <p:cNvSpPr>
            <a:spLocks noGrp="1"/>
          </p:cNvSpPr>
          <p:nvPr>
            <p:ph type="body" idx="1"/>
          </p:nvPr>
        </p:nvSpPr>
        <p:spPr>
          <a:xfrm>
            <a:off x="4508500" y="3706434"/>
            <a:ext cx="6658840" cy="1197412"/>
          </a:xfrm>
        </p:spPr>
        <p:txBody>
          <a:bodyPr lIns="18000">
            <a:normAutofit/>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2" name="Title 1">
            <a:extLst>
              <a:ext uri="{FF2B5EF4-FFF2-40B4-BE49-F238E27FC236}">
                <a16:creationId xmlns:a16="http://schemas.microsoft.com/office/drawing/2014/main" id="{3D04C4A7-63F2-48C4-ABE5-E8957E424CA8}"/>
              </a:ext>
            </a:extLst>
          </p:cNvPr>
          <p:cNvSpPr>
            <a:spLocks noGrp="1"/>
          </p:cNvSpPr>
          <p:nvPr>
            <p:ph type="title"/>
          </p:nvPr>
        </p:nvSpPr>
        <p:spPr>
          <a:xfrm>
            <a:off x="4498108" y="1695872"/>
            <a:ext cx="6658841" cy="1737126"/>
          </a:xfrm>
        </p:spPr>
        <p:txBody>
          <a:bodyPr lIns="0" anchor="b">
            <a:normAutofit/>
          </a:bodyPr>
          <a:lstStyle>
            <a:lvl1pPr>
              <a:defRPr sz="4800">
                <a:solidFill>
                  <a:schemeClr val="tx2"/>
                </a:solidFill>
              </a:defRPr>
            </a:lvl1pPr>
          </a:lstStyle>
          <a:p>
            <a:r>
              <a:rPr lang="en-US" noProof="0"/>
              <a:t>Click to edit Master title style</a:t>
            </a:r>
            <a:endParaRPr lang="en-GB" noProof="0"/>
          </a:p>
        </p:txBody>
      </p:sp>
      <p:pic>
        <p:nvPicPr>
          <p:cNvPr id="10" name="Line">
            <a:extLst>
              <a:ext uri="{FF2B5EF4-FFF2-40B4-BE49-F238E27FC236}">
                <a16:creationId xmlns:a16="http://schemas.microsoft.com/office/drawing/2014/main" id="{D8CEE087-9A4F-4559-B49F-15BAD956173E}"/>
              </a:ext>
            </a:extLst>
          </p:cNvPr>
          <p:cNvPicPr>
            <a:picLocks/>
          </p:cNvPicPr>
          <p:nvPr/>
        </p:nvPicPr>
        <p:blipFill rotWithShape="1">
          <a:blip r:embed="rId2">
            <a:extLst>
              <a:ext uri="{28A0092B-C50C-407E-A947-70E740481C1C}">
                <a14:useLocalDpi xmlns:a14="http://schemas.microsoft.com/office/drawing/2010/main" val="0"/>
              </a:ext>
            </a:extLst>
          </a:blip>
          <a:srcRect l="52751" t="-7865" r="3340" b="6220"/>
          <a:stretch/>
        </p:blipFill>
        <p:spPr>
          <a:xfrm>
            <a:off x="4498108" y="3524223"/>
            <a:ext cx="4979635" cy="90985"/>
          </a:xfrm>
          <a:prstGeom prst="rect">
            <a:avLst/>
          </a:prstGeom>
        </p:spPr>
      </p:pic>
      <p:sp>
        <p:nvSpPr>
          <p:cNvPr id="5" name="Footer Placeholder 4">
            <a:extLst>
              <a:ext uri="{FF2B5EF4-FFF2-40B4-BE49-F238E27FC236}">
                <a16:creationId xmlns:a16="http://schemas.microsoft.com/office/drawing/2014/main" id="{EDA94780-6B39-4373-9056-F2C49D7C47F6}"/>
              </a:ext>
            </a:extLst>
          </p:cNvPr>
          <p:cNvSpPr>
            <a:spLocks noGrp="1"/>
          </p:cNvSpPr>
          <p:nvPr>
            <p:ph type="ftr" sz="quarter" idx="16"/>
          </p:nvPr>
        </p:nvSpPr>
        <p:spPr/>
        <p:txBody>
          <a:body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2F239D89-E9C9-42B8-A1D8-1A68B3C475F0}"/>
              </a:ext>
            </a:extLst>
          </p:cNvPr>
          <p:cNvSpPr>
            <a:spLocks noGrp="1"/>
          </p:cNvSpPr>
          <p:nvPr>
            <p:ph type="sldNum" sz="quarter" idx="17"/>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4827657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A46F6-4F1B-4943-8B34-89B8D4F7B33A}"/>
              </a:ext>
            </a:extLst>
          </p:cNvPr>
          <p:cNvSpPr>
            <a:spLocks noGrp="1"/>
          </p:cNvSpPr>
          <p:nvPr>
            <p:ph sz="half" idx="1"/>
          </p:nvPr>
        </p:nvSpPr>
        <p:spPr>
          <a:xfrm>
            <a:off x="504000" y="1440000"/>
            <a:ext cx="5400000" cy="475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4" name="Content Placeholder 3">
            <a:extLst>
              <a:ext uri="{FF2B5EF4-FFF2-40B4-BE49-F238E27FC236}">
                <a16:creationId xmlns:a16="http://schemas.microsoft.com/office/drawing/2014/main" id="{11A2AAC1-2978-4345-9225-1EC875F19B50}"/>
              </a:ext>
            </a:extLst>
          </p:cNvPr>
          <p:cNvSpPr>
            <a:spLocks noGrp="1"/>
          </p:cNvSpPr>
          <p:nvPr>
            <p:ph sz="half" idx="2"/>
          </p:nvPr>
        </p:nvSpPr>
        <p:spPr>
          <a:xfrm>
            <a:off x="6336190" y="1440000"/>
            <a:ext cx="5364000" cy="475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15" name="Date Placeholder 14">
            <a:extLst>
              <a:ext uri="{FF2B5EF4-FFF2-40B4-BE49-F238E27FC236}">
                <a16:creationId xmlns:a16="http://schemas.microsoft.com/office/drawing/2014/main" id="{C6E3EF12-519C-4F8C-B227-7CD7B702CA3A}"/>
              </a:ext>
            </a:extLst>
          </p:cNvPr>
          <p:cNvSpPr>
            <a:spLocks noGrp="1"/>
          </p:cNvSpPr>
          <p:nvPr>
            <p:ph type="dt" sz="half" idx="10"/>
          </p:nvPr>
        </p:nvSpPr>
        <p:spPr/>
        <p:txBody>
          <a:bodyPr/>
          <a:lstStyle/>
          <a:p>
            <a:fld id="{6AD7B55F-8057-4BB2-A518-54BE16F2E4C9}" type="datetime1">
              <a:rPr lang="en-GB" noProof="0" smtClean="0"/>
              <a:t>15/04/2026</a:t>
            </a:fld>
            <a:endParaRPr lang="en-GB" noProof="0"/>
          </a:p>
        </p:txBody>
      </p:sp>
      <p:sp>
        <p:nvSpPr>
          <p:cNvPr id="16" name="Footer Placeholder 15">
            <a:extLst>
              <a:ext uri="{FF2B5EF4-FFF2-40B4-BE49-F238E27FC236}">
                <a16:creationId xmlns:a16="http://schemas.microsoft.com/office/drawing/2014/main" id="{1D5CA05A-C91A-444E-8023-2F306324B89F}"/>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17" name="Slide Number Placeholder 16">
            <a:extLst>
              <a:ext uri="{FF2B5EF4-FFF2-40B4-BE49-F238E27FC236}">
                <a16:creationId xmlns:a16="http://schemas.microsoft.com/office/drawing/2014/main" id="{D4D2BB7B-5EC0-4C28-87BE-E6C61AA8A933}"/>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pic>
        <p:nvPicPr>
          <p:cNvPr id="11" name="Picture 10">
            <a:extLst>
              <a:ext uri="{FF2B5EF4-FFF2-40B4-BE49-F238E27FC236}">
                <a16:creationId xmlns:a16="http://schemas.microsoft.com/office/drawing/2014/main" id="{A5DFEBCF-C5E6-4CA2-AF84-C68688EA1C04}"/>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2" name="Title 1">
            <a:extLst>
              <a:ext uri="{FF2B5EF4-FFF2-40B4-BE49-F238E27FC236}">
                <a16:creationId xmlns:a16="http://schemas.microsoft.com/office/drawing/2014/main" id="{17F55AED-4FEE-4486-BC2C-9EB53B34F82E}"/>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3326547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21E329-94E2-464F-BC27-1578964E5EDC}"/>
              </a:ext>
            </a:extLst>
          </p:cNvPr>
          <p:cNvSpPr>
            <a:spLocks noGrp="1"/>
          </p:cNvSpPr>
          <p:nvPr>
            <p:ph type="body" idx="1"/>
          </p:nvPr>
        </p:nvSpPr>
        <p:spPr>
          <a:xfrm>
            <a:off x="495709" y="1476944"/>
            <a:ext cx="5395020"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D85E98A8-820D-4339-A22B-818171C77B7F}"/>
              </a:ext>
            </a:extLst>
          </p:cNvPr>
          <p:cNvSpPr>
            <a:spLocks noGrp="1"/>
          </p:cNvSpPr>
          <p:nvPr>
            <p:ph sz="half" idx="2"/>
          </p:nvPr>
        </p:nvSpPr>
        <p:spPr>
          <a:xfrm>
            <a:off x="488902" y="2169045"/>
            <a:ext cx="5399233" cy="403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5" name="Text Placeholder 4">
            <a:extLst>
              <a:ext uri="{FF2B5EF4-FFF2-40B4-BE49-F238E27FC236}">
                <a16:creationId xmlns:a16="http://schemas.microsoft.com/office/drawing/2014/main" id="{17A552A6-2B01-46FB-B581-B11816688E23}"/>
              </a:ext>
            </a:extLst>
          </p:cNvPr>
          <p:cNvSpPr>
            <a:spLocks noGrp="1"/>
          </p:cNvSpPr>
          <p:nvPr>
            <p:ph type="body" sz="quarter" idx="3"/>
          </p:nvPr>
        </p:nvSpPr>
        <p:spPr>
          <a:xfrm>
            <a:off x="6323308" y="1476944"/>
            <a:ext cx="5399232" cy="541050"/>
          </a:xfrm>
        </p:spPr>
        <p:txBody>
          <a:bodyPr lIns="288000" anchor="b"/>
          <a:lstStyle>
            <a:lvl1pPr marL="0" indent="0" algn="l">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5" name="Content Placeholder 3">
            <a:extLst>
              <a:ext uri="{FF2B5EF4-FFF2-40B4-BE49-F238E27FC236}">
                <a16:creationId xmlns:a16="http://schemas.microsoft.com/office/drawing/2014/main" id="{66624372-C806-49C7-B5B3-B471FB84E306}"/>
              </a:ext>
            </a:extLst>
          </p:cNvPr>
          <p:cNvSpPr>
            <a:spLocks noGrp="1"/>
          </p:cNvSpPr>
          <p:nvPr>
            <p:ph sz="half" idx="13"/>
          </p:nvPr>
        </p:nvSpPr>
        <p:spPr>
          <a:xfrm>
            <a:off x="6325131" y="2156319"/>
            <a:ext cx="5399233" cy="4032000"/>
          </a:xfrm>
        </p:spPr>
        <p:txBody>
          <a:bodyPr>
            <a:normAutofit/>
          </a:bodyPr>
          <a:lstStyle>
            <a:lvl1pPr>
              <a:defRPr sz="2400"/>
            </a:lvl1pPr>
            <a:lvl2pPr>
              <a:defRPr sz="2400"/>
            </a:lvl2pPr>
            <a:lvl3pPr>
              <a:defRPr sz="2400"/>
            </a:lvl3pPr>
            <a:lvl4pPr>
              <a:defRPr sz="2400"/>
            </a:lvl4pPr>
            <a:lvl5pPr>
              <a:defRPr sz="2400"/>
            </a:lvl5pPr>
          </a:lstStyle>
          <a:p>
            <a:pPr lvl="0"/>
            <a:r>
              <a:rPr lang="en-US" noProof="0"/>
              <a:t>Click to edit Master text styles</a:t>
            </a:r>
          </a:p>
          <a:p>
            <a:pPr lvl="1"/>
            <a:r>
              <a:rPr lang="en-US" noProof="0"/>
              <a:t>Second level</a:t>
            </a:r>
          </a:p>
          <a:p>
            <a:pPr lvl="2"/>
            <a:r>
              <a:rPr lang="en-US" noProof="0"/>
              <a:t>Third level</a:t>
            </a:r>
          </a:p>
        </p:txBody>
      </p:sp>
      <p:sp>
        <p:nvSpPr>
          <p:cNvPr id="17" name="Date Placeholder 16">
            <a:extLst>
              <a:ext uri="{FF2B5EF4-FFF2-40B4-BE49-F238E27FC236}">
                <a16:creationId xmlns:a16="http://schemas.microsoft.com/office/drawing/2014/main" id="{B1CD2AD1-449A-4F44-87F3-51D925B6B23E}"/>
              </a:ext>
            </a:extLst>
          </p:cNvPr>
          <p:cNvSpPr>
            <a:spLocks noGrp="1"/>
          </p:cNvSpPr>
          <p:nvPr>
            <p:ph type="dt" sz="half" idx="14"/>
          </p:nvPr>
        </p:nvSpPr>
        <p:spPr/>
        <p:txBody>
          <a:bodyPr/>
          <a:lstStyle/>
          <a:p>
            <a:fld id="{B767DBA7-20A7-4623-95E4-EA00CA0C2885}" type="datetime1">
              <a:rPr lang="en-GB" noProof="0" smtClean="0"/>
              <a:t>15/04/2026</a:t>
            </a:fld>
            <a:endParaRPr lang="en-GB" noProof="0"/>
          </a:p>
        </p:txBody>
      </p:sp>
      <p:sp>
        <p:nvSpPr>
          <p:cNvPr id="18" name="Footer Placeholder 17">
            <a:extLst>
              <a:ext uri="{FF2B5EF4-FFF2-40B4-BE49-F238E27FC236}">
                <a16:creationId xmlns:a16="http://schemas.microsoft.com/office/drawing/2014/main" id="{78C02DC0-1D54-4077-A3AE-CE6AE7382049}"/>
              </a:ext>
            </a:extLst>
          </p:cNvPr>
          <p:cNvSpPr>
            <a:spLocks noGrp="1"/>
          </p:cNvSpPr>
          <p:nvPr>
            <p:ph type="ftr" sz="quarter" idx="15"/>
          </p:nvPr>
        </p:nvSpPr>
        <p:spPr/>
        <p:txBody>
          <a:bodyPr/>
          <a:lstStyle/>
          <a:p>
            <a:r>
              <a:rPr lang="en-US" noProof="0"/>
              <a:t>Powered by Partnership. Driven by Innovation.</a:t>
            </a:r>
            <a:endParaRPr lang="en-GB" noProof="0"/>
          </a:p>
        </p:txBody>
      </p:sp>
      <p:sp>
        <p:nvSpPr>
          <p:cNvPr id="19" name="Slide Number Placeholder 18">
            <a:extLst>
              <a:ext uri="{FF2B5EF4-FFF2-40B4-BE49-F238E27FC236}">
                <a16:creationId xmlns:a16="http://schemas.microsoft.com/office/drawing/2014/main" id="{C30F974C-5E8C-48FE-9EBF-6D61C4ACCDF7}"/>
              </a:ext>
            </a:extLst>
          </p:cNvPr>
          <p:cNvSpPr>
            <a:spLocks noGrp="1"/>
          </p:cNvSpPr>
          <p:nvPr>
            <p:ph type="sldNum" sz="quarter" idx="16"/>
          </p:nvPr>
        </p:nvSpPr>
        <p:spPr/>
        <p:txBody>
          <a:bodyPr/>
          <a:lstStyle/>
          <a:p>
            <a:fld id="{66F6B9C1-1745-48B0-A8CA-B72E47831159}" type="slidenum">
              <a:rPr lang="en-GB" noProof="0" smtClean="0"/>
              <a:pPr/>
              <a:t>‹#›</a:t>
            </a:fld>
            <a:endParaRPr lang="en-GB" noProof="0"/>
          </a:p>
        </p:txBody>
      </p:sp>
      <p:pic>
        <p:nvPicPr>
          <p:cNvPr id="20" name="Picture 19">
            <a:extLst>
              <a:ext uri="{FF2B5EF4-FFF2-40B4-BE49-F238E27FC236}">
                <a16:creationId xmlns:a16="http://schemas.microsoft.com/office/drawing/2014/main" id="{097D89E0-F3A1-4CF1-AFB1-A85F6F1ADED0}"/>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7" name="Title 6">
            <a:extLst>
              <a:ext uri="{FF2B5EF4-FFF2-40B4-BE49-F238E27FC236}">
                <a16:creationId xmlns:a16="http://schemas.microsoft.com/office/drawing/2014/main" id="{5F769518-4816-46BB-AAED-97648A1C8572}"/>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1111638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A46F6-4F1B-4943-8B34-89B8D4F7B33A}"/>
              </a:ext>
            </a:extLst>
          </p:cNvPr>
          <p:cNvSpPr>
            <a:spLocks noGrp="1"/>
          </p:cNvSpPr>
          <p:nvPr>
            <p:ph sz="half" idx="1"/>
          </p:nvPr>
        </p:nvSpPr>
        <p:spPr>
          <a:xfrm>
            <a:off x="490728" y="133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13" name="Content Placeholder 2">
            <a:extLst>
              <a:ext uri="{FF2B5EF4-FFF2-40B4-BE49-F238E27FC236}">
                <a16:creationId xmlns:a16="http://schemas.microsoft.com/office/drawing/2014/main" id="{31C96A28-455A-4C90-BCF7-5B370482BECE}"/>
              </a:ext>
            </a:extLst>
          </p:cNvPr>
          <p:cNvSpPr>
            <a:spLocks noGrp="1"/>
          </p:cNvSpPr>
          <p:nvPr>
            <p:ph sz="half" idx="13"/>
          </p:nvPr>
        </p:nvSpPr>
        <p:spPr>
          <a:xfrm>
            <a:off x="501361" y="385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16" name="Content Placeholder 2">
            <a:extLst>
              <a:ext uri="{FF2B5EF4-FFF2-40B4-BE49-F238E27FC236}">
                <a16:creationId xmlns:a16="http://schemas.microsoft.com/office/drawing/2014/main" id="{81222174-B5D3-4D67-88FE-E144DEE3FE36}"/>
              </a:ext>
            </a:extLst>
          </p:cNvPr>
          <p:cNvSpPr>
            <a:spLocks noGrp="1"/>
          </p:cNvSpPr>
          <p:nvPr>
            <p:ph sz="half" idx="14"/>
          </p:nvPr>
        </p:nvSpPr>
        <p:spPr>
          <a:xfrm>
            <a:off x="6279898" y="133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17" name="Content Placeholder 2">
            <a:extLst>
              <a:ext uri="{FF2B5EF4-FFF2-40B4-BE49-F238E27FC236}">
                <a16:creationId xmlns:a16="http://schemas.microsoft.com/office/drawing/2014/main" id="{D475E464-D945-4177-98BA-904DEB6B026F}"/>
              </a:ext>
            </a:extLst>
          </p:cNvPr>
          <p:cNvSpPr>
            <a:spLocks noGrp="1"/>
          </p:cNvSpPr>
          <p:nvPr>
            <p:ph sz="half" idx="15"/>
          </p:nvPr>
        </p:nvSpPr>
        <p:spPr>
          <a:xfrm>
            <a:off x="6272059" y="3859416"/>
            <a:ext cx="5400000" cy="2340000"/>
          </a:xfrm>
        </p:spPr>
        <p:txBody>
          <a:bodyPr anchor="ctr">
            <a:normAutofit/>
          </a:bodyPr>
          <a:lstStyle>
            <a:lvl1pPr>
              <a:defRPr sz="1800"/>
            </a:lvl1pPr>
            <a:lvl2pPr>
              <a:defRPr sz="18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p:txBody>
      </p:sp>
      <p:sp>
        <p:nvSpPr>
          <p:cNvPr id="5" name="Date Placeholder 4">
            <a:extLst>
              <a:ext uri="{FF2B5EF4-FFF2-40B4-BE49-F238E27FC236}">
                <a16:creationId xmlns:a16="http://schemas.microsoft.com/office/drawing/2014/main" id="{614AD7EF-1A8C-4EB7-A9F7-C86FDD13DB7D}"/>
              </a:ext>
            </a:extLst>
          </p:cNvPr>
          <p:cNvSpPr>
            <a:spLocks noGrp="1"/>
          </p:cNvSpPr>
          <p:nvPr>
            <p:ph type="dt" sz="half" idx="16"/>
          </p:nvPr>
        </p:nvSpPr>
        <p:spPr/>
        <p:txBody>
          <a:bodyPr/>
          <a:lstStyle/>
          <a:p>
            <a:fld id="{C513D14D-05E1-4F39-9837-0DB3A920E29C}" type="datetime1">
              <a:rPr lang="en-GB" noProof="0" smtClean="0"/>
              <a:t>15/04/2026</a:t>
            </a:fld>
            <a:endParaRPr lang="en-GB" noProof="0"/>
          </a:p>
        </p:txBody>
      </p:sp>
      <p:sp>
        <p:nvSpPr>
          <p:cNvPr id="6" name="Footer Placeholder 5">
            <a:extLst>
              <a:ext uri="{FF2B5EF4-FFF2-40B4-BE49-F238E27FC236}">
                <a16:creationId xmlns:a16="http://schemas.microsoft.com/office/drawing/2014/main" id="{50152516-C652-40E0-A0E5-B9ADA7B8AF97}"/>
              </a:ext>
            </a:extLst>
          </p:cNvPr>
          <p:cNvSpPr>
            <a:spLocks noGrp="1"/>
          </p:cNvSpPr>
          <p:nvPr>
            <p:ph type="ftr" sz="quarter" idx="17"/>
          </p:nvPr>
        </p:nvSpPr>
        <p:spPr/>
        <p:txBody>
          <a:bodyPr/>
          <a:lstStyle/>
          <a:p>
            <a:r>
              <a:rPr lang="en-US" noProof="0"/>
              <a:t>Powered by Partnership. Driven by Innovation.</a:t>
            </a:r>
            <a:endParaRPr lang="en-GB" noProof="0"/>
          </a:p>
        </p:txBody>
      </p:sp>
      <p:sp>
        <p:nvSpPr>
          <p:cNvPr id="7" name="Slide Number Placeholder 6">
            <a:extLst>
              <a:ext uri="{FF2B5EF4-FFF2-40B4-BE49-F238E27FC236}">
                <a16:creationId xmlns:a16="http://schemas.microsoft.com/office/drawing/2014/main" id="{42E6685B-740F-4E4A-90C9-64331236C977}"/>
              </a:ext>
            </a:extLst>
          </p:cNvPr>
          <p:cNvSpPr>
            <a:spLocks noGrp="1"/>
          </p:cNvSpPr>
          <p:nvPr>
            <p:ph type="sldNum" sz="quarter" idx="18"/>
          </p:nvPr>
        </p:nvSpPr>
        <p:spPr/>
        <p:txBody>
          <a:bodyPr/>
          <a:lstStyle/>
          <a:p>
            <a:fld id="{66F6B9C1-1745-48B0-A8CA-B72E47831159}" type="slidenum">
              <a:rPr lang="en-GB" noProof="0" smtClean="0"/>
              <a:pPr/>
              <a:t>‹#›</a:t>
            </a:fld>
            <a:endParaRPr lang="en-GB" noProof="0"/>
          </a:p>
        </p:txBody>
      </p:sp>
      <p:pic>
        <p:nvPicPr>
          <p:cNvPr id="15" name="Picture 14">
            <a:extLst>
              <a:ext uri="{FF2B5EF4-FFF2-40B4-BE49-F238E27FC236}">
                <a16:creationId xmlns:a16="http://schemas.microsoft.com/office/drawing/2014/main" id="{9A4D4AA6-3618-4C18-98CE-AF5E0C051D1F}"/>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4" name="Title 3">
            <a:extLst>
              <a:ext uri="{FF2B5EF4-FFF2-40B4-BE49-F238E27FC236}">
                <a16:creationId xmlns:a16="http://schemas.microsoft.com/office/drawing/2014/main" id="{BC3386FA-7DB2-43A1-98E0-30655E0EFD2E}"/>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3957773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ix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95A7142-9670-4CBD-BEB3-65148FF806F0}"/>
              </a:ext>
            </a:extLst>
          </p:cNvPr>
          <p:cNvSpPr>
            <a:spLocks noGrp="1"/>
          </p:cNvSpPr>
          <p:nvPr>
            <p:ph type="dt" sz="half" idx="10"/>
          </p:nvPr>
        </p:nvSpPr>
        <p:spPr/>
        <p:txBody>
          <a:bodyPr/>
          <a:lstStyle/>
          <a:p>
            <a:fld id="{8FF1AC17-5A81-4E68-AFA1-7AF0113B11AA}" type="datetime1">
              <a:rPr lang="en-GB" noProof="0" smtClean="0"/>
              <a:t>15/04/2026</a:t>
            </a:fld>
            <a:endParaRPr lang="en-GB" noProof="0"/>
          </a:p>
        </p:txBody>
      </p:sp>
      <p:sp>
        <p:nvSpPr>
          <p:cNvPr id="4" name="Footer Placeholder 3">
            <a:extLst>
              <a:ext uri="{FF2B5EF4-FFF2-40B4-BE49-F238E27FC236}">
                <a16:creationId xmlns:a16="http://schemas.microsoft.com/office/drawing/2014/main" id="{70960751-3363-4197-86A3-8617F72DFAD4}"/>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 name="Slide Number Placeholder 4">
            <a:extLst>
              <a:ext uri="{FF2B5EF4-FFF2-40B4-BE49-F238E27FC236}">
                <a16:creationId xmlns:a16="http://schemas.microsoft.com/office/drawing/2014/main" id="{5B28ACE3-F4BC-4BB3-975A-583AAA3EA222}"/>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9" name="Content Placeholder 12">
            <a:extLst>
              <a:ext uri="{FF2B5EF4-FFF2-40B4-BE49-F238E27FC236}">
                <a16:creationId xmlns:a16="http://schemas.microsoft.com/office/drawing/2014/main" id="{913B3FC7-D6D7-4BF4-99DD-BC9A30B98F3D}"/>
              </a:ext>
            </a:extLst>
          </p:cNvPr>
          <p:cNvSpPr>
            <a:spLocks noGrp="1"/>
          </p:cNvSpPr>
          <p:nvPr>
            <p:ph sz="quarter" idx="13"/>
          </p:nvPr>
        </p:nvSpPr>
        <p:spPr>
          <a:xfrm>
            <a:off x="490538" y="1373823"/>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0" name="Content Placeholder 12">
            <a:extLst>
              <a:ext uri="{FF2B5EF4-FFF2-40B4-BE49-F238E27FC236}">
                <a16:creationId xmlns:a16="http://schemas.microsoft.com/office/drawing/2014/main" id="{401D03FF-D13D-4C52-9038-85AA3D41163A}"/>
              </a:ext>
            </a:extLst>
          </p:cNvPr>
          <p:cNvSpPr>
            <a:spLocks noGrp="1"/>
          </p:cNvSpPr>
          <p:nvPr>
            <p:ph sz="quarter" idx="14"/>
          </p:nvPr>
        </p:nvSpPr>
        <p:spPr>
          <a:xfrm>
            <a:off x="4295044" y="1378447"/>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1" name="Content Placeholder 12">
            <a:extLst>
              <a:ext uri="{FF2B5EF4-FFF2-40B4-BE49-F238E27FC236}">
                <a16:creationId xmlns:a16="http://schemas.microsoft.com/office/drawing/2014/main" id="{88F92D5D-4E12-4149-9E4D-0D37D209FA37}"/>
              </a:ext>
            </a:extLst>
          </p:cNvPr>
          <p:cNvSpPr>
            <a:spLocks noGrp="1"/>
          </p:cNvSpPr>
          <p:nvPr>
            <p:ph sz="quarter" idx="15"/>
          </p:nvPr>
        </p:nvSpPr>
        <p:spPr>
          <a:xfrm>
            <a:off x="8099550" y="1373822"/>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2" name="Content Placeholder 12">
            <a:extLst>
              <a:ext uri="{FF2B5EF4-FFF2-40B4-BE49-F238E27FC236}">
                <a16:creationId xmlns:a16="http://schemas.microsoft.com/office/drawing/2014/main" id="{06298E8B-9D61-400A-A266-185C1875931E}"/>
              </a:ext>
            </a:extLst>
          </p:cNvPr>
          <p:cNvSpPr>
            <a:spLocks noGrp="1"/>
          </p:cNvSpPr>
          <p:nvPr>
            <p:ph sz="quarter" idx="16"/>
          </p:nvPr>
        </p:nvSpPr>
        <p:spPr>
          <a:xfrm>
            <a:off x="490538" y="3871913"/>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3" name="Content Placeholder 12">
            <a:extLst>
              <a:ext uri="{FF2B5EF4-FFF2-40B4-BE49-F238E27FC236}">
                <a16:creationId xmlns:a16="http://schemas.microsoft.com/office/drawing/2014/main" id="{C0C74D3B-4CBD-43D7-9CCE-25A356BC2E51}"/>
              </a:ext>
            </a:extLst>
          </p:cNvPr>
          <p:cNvSpPr>
            <a:spLocks noGrp="1"/>
          </p:cNvSpPr>
          <p:nvPr>
            <p:ph sz="quarter" idx="17"/>
          </p:nvPr>
        </p:nvSpPr>
        <p:spPr>
          <a:xfrm>
            <a:off x="4301081" y="3876537"/>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sp>
        <p:nvSpPr>
          <p:cNvPr id="24" name="Content Placeholder 12">
            <a:extLst>
              <a:ext uri="{FF2B5EF4-FFF2-40B4-BE49-F238E27FC236}">
                <a16:creationId xmlns:a16="http://schemas.microsoft.com/office/drawing/2014/main" id="{78FD959B-1ECC-42F1-A025-DE3464026CE1}"/>
              </a:ext>
            </a:extLst>
          </p:cNvPr>
          <p:cNvSpPr>
            <a:spLocks noGrp="1"/>
          </p:cNvSpPr>
          <p:nvPr>
            <p:ph sz="quarter" idx="18"/>
          </p:nvPr>
        </p:nvSpPr>
        <p:spPr>
          <a:xfrm>
            <a:off x="8111625" y="3869817"/>
            <a:ext cx="3600450" cy="2339975"/>
          </a:xfrm>
        </p:spPr>
        <p:txBody>
          <a:bodyPr anchor="ctr">
            <a:noAutofit/>
          </a:bodyPr>
          <a:lstStyle>
            <a:lvl1pPr>
              <a:defRPr sz="1800"/>
            </a:lvl1pPr>
            <a:lvl2pPr>
              <a:defRPr sz="1800"/>
            </a:lvl2pPr>
            <a:lvl3pPr>
              <a:defRPr sz="1400"/>
            </a:lvl3pPr>
            <a:lvl4pPr>
              <a:defRPr sz="1200"/>
            </a:lvl4pPr>
            <a:lvl5pPr>
              <a:defRPr sz="1200"/>
            </a:lvl5pPr>
          </a:lstStyle>
          <a:p>
            <a:pPr lvl="0"/>
            <a:r>
              <a:rPr lang="en-US" noProof="0"/>
              <a:t>Click to edit Master text styles</a:t>
            </a:r>
          </a:p>
          <a:p>
            <a:pPr lvl="1"/>
            <a:r>
              <a:rPr lang="en-US" noProof="0"/>
              <a:t>Second level</a:t>
            </a:r>
          </a:p>
        </p:txBody>
      </p:sp>
      <p:pic>
        <p:nvPicPr>
          <p:cNvPr id="15" name="Picture 14">
            <a:extLst>
              <a:ext uri="{FF2B5EF4-FFF2-40B4-BE49-F238E27FC236}">
                <a16:creationId xmlns:a16="http://schemas.microsoft.com/office/drawing/2014/main" id="{F8A496D1-9393-4C7C-B049-D3456602BC47}"/>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6" name="Title 5">
            <a:extLst>
              <a:ext uri="{FF2B5EF4-FFF2-40B4-BE49-F238E27FC236}">
                <a16:creationId xmlns:a16="http://schemas.microsoft.com/office/drawing/2014/main" id="{B33454CA-BC31-487D-B03B-A1C755735596}"/>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346928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Title and Pictur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0AF94DF-C3B2-4D53-A160-16795F1A79CB}"/>
              </a:ext>
            </a:extLst>
          </p:cNvPr>
          <p:cNvSpPr>
            <a:spLocks noGrp="1"/>
          </p:cNvSpPr>
          <p:nvPr>
            <p:ph type="sldNum" sz="quarter" idx="18"/>
          </p:nvPr>
        </p:nvSpPr>
        <p:spPr/>
        <p:txBody>
          <a:bodyPr/>
          <a:lstStyle/>
          <a:p>
            <a:fld id="{66F6B9C1-1745-48B0-A8CA-B72E47831159}" type="slidenum">
              <a:rPr lang="en-GB" noProof="0" smtClean="0"/>
              <a:pPr/>
              <a:t>‹#›</a:t>
            </a:fld>
            <a:endParaRPr lang="en-GB" noProof="0"/>
          </a:p>
        </p:txBody>
      </p:sp>
      <p:sp>
        <p:nvSpPr>
          <p:cNvPr id="8" name="Footer Placeholder 7">
            <a:extLst>
              <a:ext uri="{FF2B5EF4-FFF2-40B4-BE49-F238E27FC236}">
                <a16:creationId xmlns:a16="http://schemas.microsoft.com/office/drawing/2014/main" id="{CA7ED87E-A5D3-4F5C-95D3-EFDD88411589}"/>
              </a:ext>
            </a:extLst>
          </p:cNvPr>
          <p:cNvSpPr>
            <a:spLocks noGrp="1"/>
          </p:cNvSpPr>
          <p:nvPr>
            <p:ph type="ftr" sz="quarter" idx="17"/>
          </p:nvPr>
        </p:nvSpPr>
        <p:spPr/>
        <p:txBody>
          <a:bodyPr/>
          <a:lstStyle/>
          <a:p>
            <a:r>
              <a:rPr lang="en-US" noProof="0"/>
              <a:t>Powered by Partnership. Driven by Innovation.</a:t>
            </a:r>
            <a:endParaRPr lang="en-GB" noProof="0"/>
          </a:p>
        </p:txBody>
      </p:sp>
      <p:sp>
        <p:nvSpPr>
          <p:cNvPr id="7" name="Date Placeholder 6">
            <a:extLst>
              <a:ext uri="{FF2B5EF4-FFF2-40B4-BE49-F238E27FC236}">
                <a16:creationId xmlns:a16="http://schemas.microsoft.com/office/drawing/2014/main" id="{36AC7824-6763-43D7-8EC6-90566B7BA240}"/>
              </a:ext>
            </a:extLst>
          </p:cNvPr>
          <p:cNvSpPr>
            <a:spLocks noGrp="1"/>
          </p:cNvSpPr>
          <p:nvPr>
            <p:ph type="dt" sz="half" idx="16"/>
          </p:nvPr>
        </p:nvSpPr>
        <p:spPr>
          <a:xfrm>
            <a:off x="1881164" y="6392405"/>
            <a:ext cx="2743200" cy="252000"/>
          </a:xfrm>
        </p:spPr>
        <p:txBody>
          <a:bodyPr/>
          <a:lstStyle/>
          <a:p>
            <a:fld id="{A4517208-4246-42AE-B0E3-0B7B97C13A82}" type="datetime1">
              <a:rPr lang="en-GB" noProof="0" smtClean="0"/>
              <a:t>15/04/2026</a:t>
            </a:fld>
            <a:endParaRPr lang="en-GB" noProof="0"/>
          </a:p>
        </p:txBody>
      </p:sp>
      <p:sp>
        <p:nvSpPr>
          <p:cNvPr id="12" name="Picture Placeholder 2">
            <a:extLst>
              <a:ext uri="{FF2B5EF4-FFF2-40B4-BE49-F238E27FC236}">
                <a16:creationId xmlns:a16="http://schemas.microsoft.com/office/drawing/2014/main" id="{E156BF3C-C8C1-412F-AE23-C486ECF90669}"/>
              </a:ext>
            </a:extLst>
          </p:cNvPr>
          <p:cNvSpPr>
            <a:spLocks noGrp="1"/>
          </p:cNvSpPr>
          <p:nvPr>
            <p:ph type="pic" idx="15" hasCustomPrompt="1"/>
          </p:nvPr>
        </p:nvSpPr>
        <p:spPr>
          <a:xfrm>
            <a:off x="1543793" y="0"/>
            <a:ext cx="10648207"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Add Your Picture Here</a:t>
            </a:r>
          </a:p>
        </p:txBody>
      </p:sp>
      <p:sp>
        <p:nvSpPr>
          <p:cNvPr id="2" name="Title 1">
            <a:extLst>
              <a:ext uri="{FF2B5EF4-FFF2-40B4-BE49-F238E27FC236}">
                <a16:creationId xmlns:a16="http://schemas.microsoft.com/office/drawing/2014/main" id="{9D4E97A0-7CE3-4C3A-8865-E44AEC366C27}"/>
              </a:ext>
            </a:extLst>
          </p:cNvPr>
          <p:cNvSpPr>
            <a:spLocks noGrp="1"/>
          </p:cNvSpPr>
          <p:nvPr>
            <p:ph type="title"/>
          </p:nvPr>
        </p:nvSpPr>
        <p:spPr>
          <a:xfrm rot="16200000">
            <a:off x="-2198266" y="3036731"/>
            <a:ext cx="5841220" cy="487756"/>
          </a:xfrm>
        </p:spPr>
        <p:txBody>
          <a:bodyPr lIns="0" rIns="0">
            <a:normAutofit/>
          </a:bodyPr>
          <a:lstStyle>
            <a:lvl1pPr>
              <a:defRPr sz="2800"/>
            </a:lvl1pPr>
          </a:lstStyle>
          <a:p>
            <a:r>
              <a:rPr lang="en-US"/>
              <a:t>Click to edit Master title style</a:t>
            </a:r>
            <a:endParaRPr lang="en-GB"/>
          </a:p>
        </p:txBody>
      </p:sp>
      <p:pic>
        <p:nvPicPr>
          <p:cNvPr id="6" name="Line">
            <a:extLst>
              <a:ext uri="{FF2B5EF4-FFF2-40B4-BE49-F238E27FC236}">
                <a16:creationId xmlns:a16="http://schemas.microsoft.com/office/drawing/2014/main" id="{4EBD82E6-20EE-4CF2-BEF3-037F483496F4}"/>
              </a:ext>
            </a:extLst>
          </p:cNvPr>
          <p:cNvPicPr>
            <a:picLocks/>
          </p:cNvPicPr>
          <p:nvPr/>
        </p:nvPicPr>
        <p:blipFill rotWithShape="1">
          <a:blip r:embed="rId2">
            <a:extLst>
              <a:ext uri="{28A0092B-C50C-407E-A947-70E740481C1C}">
                <a14:useLocalDpi xmlns:a14="http://schemas.microsoft.com/office/drawing/2010/main" val="0"/>
              </a:ext>
            </a:extLst>
          </a:blip>
          <a:srcRect l="52751" t="-7865" r="3340" b="6220"/>
          <a:stretch/>
        </p:blipFill>
        <p:spPr>
          <a:xfrm rot="16200000">
            <a:off x="-1320467" y="3665909"/>
            <a:ext cx="4979635" cy="90985"/>
          </a:xfrm>
          <a:prstGeom prst="rect">
            <a:avLst/>
          </a:prstGeom>
        </p:spPr>
      </p:pic>
      <p:pic>
        <p:nvPicPr>
          <p:cNvPr id="56" name="Picture 55" descr="A close up of a sign&#10;&#10;Description automatically generated">
            <a:extLst>
              <a:ext uri="{FF2B5EF4-FFF2-40B4-BE49-F238E27FC236}">
                <a16:creationId xmlns:a16="http://schemas.microsoft.com/office/drawing/2014/main" id="{93845E4D-87FB-4B23-889D-380B14CD7A27}"/>
              </a:ext>
            </a:extLst>
          </p:cNvPr>
          <p:cNvPicPr>
            <a:picLocks noChangeAspect="1"/>
          </p:cNvPicPr>
          <p:nvPr/>
        </p:nvPicPr>
        <p:blipFill rotWithShape="1">
          <a:blip r:embed="rId3">
            <a:extLst>
              <a:ext uri="{28A0092B-C50C-407E-A947-70E740481C1C}">
                <a14:useLocalDpi xmlns:a14="http://schemas.microsoft.com/office/drawing/2010/main" val="0"/>
              </a:ext>
            </a:extLst>
          </a:blip>
          <a:srcRect l="23669" t="6364" r="25067" b="10105"/>
          <a:stretch/>
        </p:blipFill>
        <p:spPr>
          <a:xfrm>
            <a:off x="11085404" y="359999"/>
            <a:ext cx="654492" cy="609465"/>
          </a:xfrm>
          <a:prstGeom prst="roundRect">
            <a:avLst>
              <a:gd name="adj" fmla="val 0"/>
            </a:avLst>
          </a:prstGeom>
          <a:effectLst/>
        </p:spPr>
      </p:pic>
    </p:spTree>
    <p:extLst>
      <p:ext uri="{BB962C8B-B14F-4D97-AF65-F5344CB8AC3E}">
        <p14:creationId xmlns:p14="http://schemas.microsoft.com/office/powerpoint/2010/main" val="22636899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Half picture Layou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47770C3A-2D06-4FDF-834F-E5643820E710}"/>
              </a:ext>
            </a:extLst>
          </p:cNvPr>
          <p:cNvSpPr>
            <a:spLocks noGrp="1"/>
          </p:cNvSpPr>
          <p:nvPr>
            <p:ph sz="quarter" idx="19"/>
          </p:nvPr>
        </p:nvSpPr>
        <p:spPr>
          <a:xfrm>
            <a:off x="6416865" y="2105247"/>
            <a:ext cx="5321935" cy="4091983"/>
          </a:xfrm>
        </p:spPr>
        <p:txBody>
          <a:bodyPr>
            <a:normAutofit/>
          </a:bodyPr>
          <a:lstStyle>
            <a:lvl1pPr>
              <a:defRPr sz="2200"/>
            </a:lvl1pPr>
            <a:lvl2pPr>
              <a:defRPr sz="2200"/>
            </a:lvl2pPr>
            <a:lvl3pPr>
              <a:defRPr sz="2200"/>
            </a:lvl3pPr>
          </a:lstStyle>
          <a:p>
            <a:pPr lvl="0"/>
            <a:r>
              <a:rPr lang="en-US" noProof="0"/>
              <a:t>Click to edit Master text styles</a:t>
            </a:r>
          </a:p>
          <a:p>
            <a:pPr lvl="1"/>
            <a:r>
              <a:rPr lang="en-US" noProof="0"/>
              <a:t>Second level</a:t>
            </a:r>
          </a:p>
          <a:p>
            <a:pPr lvl="2"/>
            <a:r>
              <a:rPr lang="en-US" noProof="0"/>
              <a:t>Third level</a:t>
            </a:r>
          </a:p>
        </p:txBody>
      </p:sp>
      <p:sp>
        <p:nvSpPr>
          <p:cNvPr id="541" name="Date Placeholder 540">
            <a:extLst>
              <a:ext uri="{FF2B5EF4-FFF2-40B4-BE49-F238E27FC236}">
                <a16:creationId xmlns:a16="http://schemas.microsoft.com/office/drawing/2014/main" id="{D427F0E5-5613-4AC6-AFF0-DDDBE4862779}"/>
              </a:ext>
            </a:extLst>
          </p:cNvPr>
          <p:cNvSpPr>
            <a:spLocks noGrp="1"/>
          </p:cNvSpPr>
          <p:nvPr>
            <p:ph type="dt" sz="half" idx="21"/>
          </p:nvPr>
        </p:nvSpPr>
        <p:spPr/>
        <p:txBody>
          <a:bodyPr/>
          <a:lstStyle/>
          <a:p>
            <a:fld id="{0B7C529F-0568-4433-A564-554C8021DE89}" type="datetime1">
              <a:rPr lang="en-GB" noProof="0" smtClean="0"/>
              <a:t>15/04/2026</a:t>
            </a:fld>
            <a:endParaRPr lang="en-GB" noProof="0"/>
          </a:p>
        </p:txBody>
      </p:sp>
      <p:sp>
        <p:nvSpPr>
          <p:cNvPr id="542" name="Footer Placeholder 541">
            <a:extLst>
              <a:ext uri="{FF2B5EF4-FFF2-40B4-BE49-F238E27FC236}">
                <a16:creationId xmlns:a16="http://schemas.microsoft.com/office/drawing/2014/main" id="{DE5B132F-71D1-4EC4-87B0-4849361F406B}"/>
              </a:ext>
            </a:extLst>
          </p:cNvPr>
          <p:cNvSpPr>
            <a:spLocks noGrp="1"/>
          </p:cNvSpPr>
          <p:nvPr>
            <p:ph type="ftr" sz="quarter" idx="22"/>
          </p:nvPr>
        </p:nvSpPr>
        <p:spPr/>
        <p:txBody>
          <a:bodyPr/>
          <a:lstStyle/>
          <a:p>
            <a:r>
              <a:rPr lang="en-US" noProof="0"/>
              <a:t>Powered by Partnership. Driven by Innovation.</a:t>
            </a:r>
            <a:endParaRPr lang="en-GB" noProof="0"/>
          </a:p>
        </p:txBody>
      </p:sp>
      <p:sp>
        <p:nvSpPr>
          <p:cNvPr id="543" name="Slide Number Placeholder 542">
            <a:extLst>
              <a:ext uri="{FF2B5EF4-FFF2-40B4-BE49-F238E27FC236}">
                <a16:creationId xmlns:a16="http://schemas.microsoft.com/office/drawing/2014/main" id="{EB79982C-2234-4052-AF68-B1F91F8C5D77}"/>
              </a:ext>
            </a:extLst>
          </p:cNvPr>
          <p:cNvSpPr>
            <a:spLocks noGrp="1"/>
          </p:cNvSpPr>
          <p:nvPr>
            <p:ph type="sldNum" sz="quarter" idx="23"/>
          </p:nvPr>
        </p:nvSpPr>
        <p:spPr/>
        <p:txBody>
          <a:bodyPr/>
          <a:lstStyle/>
          <a:p>
            <a:fld id="{66F6B9C1-1745-48B0-A8CA-B72E47831159}" type="slidenum">
              <a:rPr lang="en-GB" noProof="0" smtClean="0"/>
              <a:pPr/>
              <a:t>‹#›</a:t>
            </a:fld>
            <a:endParaRPr lang="en-GB" noProof="0"/>
          </a:p>
        </p:txBody>
      </p:sp>
      <p:sp>
        <p:nvSpPr>
          <p:cNvPr id="276" name="Picture Placeholder 2">
            <a:extLst>
              <a:ext uri="{FF2B5EF4-FFF2-40B4-BE49-F238E27FC236}">
                <a16:creationId xmlns:a16="http://schemas.microsoft.com/office/drawing/2014/main" id="{74AA26DB-9177-9442-953E-52EEC4EF1AEB}"/>
              </a:ext>
            </a:extLst>
          </p:cNvPr>
          <p:cNvSpPr>
            <a:spLocks noGrp="1"/>
          </p:cNvSpPr>
          <p:nvPr>
            <p:ph type="pic" idx="15" hasCustomPrompt="1"/>
          </p:nvPr>
        </p:nvSpPr>
        <p:spPr>
          <a:xfrm>
            <a:off x="1478" y="0"/>
            <a:ext cx="6091440"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a:t>Add Your Picture Here</a:t>
            </a:r>
          </a:p>
        </p:txBody>
      </p:sp>
      <p:pic>
        <p:nvPicPr>
          <p:cNvPr id="9" name="Picture 8">
            <a:extLst>
              <a:ext uri="{FF2B5EF4-FFF2-40B4-BE49-F238E27FC236}">
                <a16:creationId xmlns:a16="http://schemas.microsoft.com/office/drawing/2014/main" id="{8BFD861E-2DA5-47BD-BE84-1F17B52117FE}"/>
              </a:ext>
            </a:extLst>
          </p:cNvPr>
          <p:cNvPicPr>
            <a:picLocks/>
          </p:cNvPicPr>
          <p:nvPr/>
        </p:nvPicPr>
        <p:blipFill rotWithShape="1">
          <a:blip r:embed="rId2">
            <a:extLst>
              <a:ext uri="{28A0092B-C50C-407E-A947-70E740481C1C}">
                <a14:useLocalDpi xmlns:a14="http://schemas.microsoft.com/office/drawing/2010/main" val="0"/>
              </a:ext>
            </a:extLst>
          </a:blip>
          <a:srcRect l="53037" t="13712" b="-2"/>
          <a:stretch/>
        </p:blipFill>
        <p:spPr>
          <a:xfrm>
            <a:off x="6409879" y="1828799"/>
            <a:ext cx="5325618" cy="77242"/>
          </a:xfrm>
          <a:prstGeom prst="rect">
            <a:avLst/>
          </a:prstGeom>
        </p:spPr>
      </p:pic>
      <p:sp>
        <p:nvSpPr>
          <p:cNvPr id="11" name="Subtitle 2">
            <a:extLst>
              <a:ext uri="{FF2B5EF4-FFF2-40B4-BE49-F238E27FC236}">
                <a16:creationId xmlns:a16="http://schemas.microsoft.com/office/drawing/2014/main" id="{184A8EA3-CB45-4C1E-A848-C7029088646B}"/>
              </a:ext>
            </a:extLst>
          </p:cNvPr>
          <p:cNvSpPr>
            <a:spLocks noGrp="1"/>
          </p:cNvSpPr>
          <p:nvPr>
            <p:ph type="subTitle" idx="14"/>
          </p:nvPr>
        </p:nvSpPr>
        <p:spPr>
          <a:xfrm>
            <a:off x="6413180" y="613541"/>
            <a:ext cx="4602915" cy="360000"/>
          </a:xfrm>
          <a:noFill/>
        </p:spPr>
        <p:txBody>
          <a:bodyPr lIns="36000" tIns="0" rIns="0" bIns="0" anchor="b" anchorCtr="0">
            <a:normAutofit/>
          </a:bodyPr>
          <a:lstStyle>
            <a:lvl1pPr marL="0" indent="0" algn="l">
              <a:buNone/>
              <a:defRPr sz="1800" b="1">
                <a:solidFill>
                  <a:schemeClr val="accent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Title 3">
            <a:extLst>
              <a:ext uri="{FF2B5EF4-FFF2-40B4-BE49-F238E27FC236}">
                <a16:creationId xmlns:a16="http://schemas.microsoft.com/office/drawing/2014/main" id="{A68F5D19-11A4-43DD-AD39-E77B45ACD39B}"/>
              </a:ext>
            </a:extLst>
          </p:cNvPr>
          <p:cNvSpPr>
            <a:spLocks noGrp="1"/>
          </p:cNvSpPr>
          <p:nvPr>
            <p:ph type="title"/>
          </p:nvPr>
        </p:nvSpPr>
        <p:spPr>
          <a:xfrm>
            <a:off x="6413180" y="990600"/>
            <a:ext cx="5325619" cy="810000"/>
          </a:xfrm>
        </p:spPr>
        <p:txBody>
          <a:bodyPr anchor="b" anchorCtr="0">
            <a:normAutofit/>
          </a:bodyPr>
          <a:lstStyle>
            <a:lvl1pPr>
              <a:defRPr sz="2800"/>
            </a:lvl1pPr>
          </a:lstStyle>
          <a:p>
            <a:r>
              <a:rPr lang="en-US"/>
              <a:t>Click to edit Master title style</a:t>
            </a:r>
            <a:endParaRPr lang="en-GB"/>
          </a:p>
        </p:txBody>
      </p:sp>
    </p:spTree>
    <p:extLst>
      <p:ext uri="{BB962C8B-B14F-4D97-AF65-F5344CB8AC3E}">
        <p14:creationId xmlns:p14="http://schemas.microsoft.com/office/powerpoint/2010/main" val="3296845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Narrow picture Layout">
    <p:spTree>
      <p:nvGrpSpPr>
        <p:cNvPr id="1" name=""/>
        <p:cNvGrpSpPr/>
        <p:nvPr/>
      </p:nvGrpSpPr>
      <p:grpSpPr>
        <a:xfrm>
          <a:off x="0" y="0"/>
          <a:ext cx="0" cy="0"/>
          <a:chOff x="0" y="0"/>
          <a:chExt cx="0" cy="0"/>
        </a:xfrm>
      </p:grpSpPr>
      <p:sp>
        <p:nvSpPr>
          <p:cNvPr id="541" name="Date Placeholder 540">
            <a:extLst>
              <a:ext uri="{FF2B5EF4-FFF2-40B4-BE49-F238E27FC236}">
                <a16:creationId xmlns:a16="http://schemas.microsoft.com/office/drawing/2014/main" id="{D427F0E5-5613-4AC6-AFF0-DDDBE4862779}"/>
              </a:ext>
            </a:extLst>
          </p:cNvPr>
          <p:cNvSpPr>
            <a:spLocks noGrp="1"/>
          </p:cNvSpPr>
          <p:nvPr>
            <p:ph type="dt" sz="half" idx="21"/>
          </p:nvPr>
        </p:nvSpPr>
        <p:spPr/>
        <p:txBody>
          <a:bodyPr/>
          <a:lstStyle/>
          <a:p>
            <a:fld id="{CCE2DB39-5B52-49F8-B689-1337FC1C8804}" type="datetime1">
              <a:rPr lang="en-GB" noProof="0" smtClean="0"/>
              <a:t>15/04/2026</a:t>
            </a:fld>
            <a:endParaRPr lang="en-GB" noProof="0"/>
          </a:p>
        </p:txBody>
      </p:sp>
      <p:sp>
        <p:nvSpPr>
          <p:cNvPr id="542" name="Footer Placeholder 541">
            <a:extLst>
              <a:ext uri="{FF2B5EF4-FFF2-40B4-BE49-F238E27FC236}">
                <a16:creationId xmlns:a16="http://schemas.microsoft.com/office/drawing/2014/main" id="{DE5B132F-71D1-4EC4-87B0-4849361F406B}"/>
              </a:ext>
            </a:extLst>
          </p:cNvPr>
          <p:cNvSpPr>
            <a:spLocks noGrp="1"/>
          </p:cNvSpPr>
          <p:nvPr>
            <p:ph type="ftr" sz="quarter" idx="22"/>
          </p:nvPr>
        </p:nvSpPr>
        <p:spPr/>
        <p:txBody>
          <a:bodyPr/>
          <a:lstStyle/>
          <a:p>
            <a:r>
              <a:rPr lang="en-US" noProof="0"/>
              <a:t>Powered by Partnership. Driven by Innovation.</a:t>
            </a:r>
            <a:endParaRPr lang="en-GB" noProof="0"/>
          </a:p>
        </p:txBody>
      </p:sp>
      <p:sp>
        <p:nvSpPr>
          <p:cNvPr id="543" name="Slide Number Placeholder 542">
            <a:extLst>
              <a:ext uri="{FF2B5EF4-FFF2-40B4-BE49-F238E27FC236}">
                <a16:creationId xmlns:a16="http://schemas.microsoft.com/office/drawing/2014/main" id="{EB79982C-2234-4052-AF68-B1F91F8C5D77}"/>
              </a:ext>
            </a:extLst>
          </p:cNvPr>
          <p:cNvSpPr>
            <a:spLocks noGrp="1"/>
          </p:cNvSpPr>
          <p:nvPr>
            <p:ph type="sldNum" sz="quarter" idx="23"/>
          </p:nvPr>
        </p:nvSpPr>
        <p:spPr/>
        <p:txBody>
          <a:bodyPr/>
          <a:lstStyle/>
          <a:p>
            <a:fld id="{66F6B9C1-1745-48B0-A8CA-B72E47831159}" type="slidenum">
              <a:rPr lang="en-GB" noProof="0" smtClean="0"/>
              <a:pPr/>
              <a:t>‹#›</a:t>
            </a:fld>
            <a:endParaRPr lang="en-GB" noProof="0"/>
          </a:p>
        </p:txBody>
      </p:sp>
      <p:sp>
        <p:nvSpPr>
          <p:cNvPr id="276" name="Picture Placeholder 2">
            <a:extLst>
              <a:ext uri="{FF2B5EF4-FFF2-40B4-BE49-F238E27FC236}">
                <a16:creationId xmlns:a16="http://schemas.microsoft.com/office/drawing/2014/main" id="{74AA26DB-9177-9442-953E-52EEC4EF1AEB}"/>
              </a:ext>
            </a:extLst>
          </p:cNvPr>
          <p:cNvSpPr>
            <a:spLocks noGrp="1"/>
          </p:cNvSpPr>
          <p:nvPr>
            <p:ph type="pic" idx="15" hasCustomPrompt="1"/>
          </p:nvPr>
        </p:nvSpPr>
        <p:spPr>
          <a:xfrm>
            <a:off x="1478" y="0"/>
            <a:ext cx="3209722" cy="6858000"/>
          </a:xfrm>
          <a:solidFill>
            <a:schemeClr val="bg1">
              <a:lumMod val="95000"/>
            </a:schemeClr>
          </a:solidFill>
        </p:spPr>
        <p:txBody>
          <a:bodyPr anchor="ctr">
            <a:normAutofit/>
          </a:bodyPr>
          <a:lstStyle>
            <a:lvl1pPr marL="0" indent="0" algn="ctr">
              <a:buNone/>
              <a:defRPr sz="14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a:t>Add Your Picture Here</a:t>
            </a:r>
          </a:p>
        </p:txBody>
      </p:sp>
      <p:sp>
        <p:nvSpPr>
          <p:cNvPr id="11" name="Subtitle 2">
            <a:extLst>
              <a:ext uri="{FF2B5EF4-FFF2-40B4-BE49-F238E27FC236}">
                <a16:creationId xmlns:a16="http://schemas.microsoft.com/office/drawing/2014/main" id="{23235F0B-EB72-44E4-9E35-636834A021F1}"/>
              </a:ext>
            </a:extLst>
          </p:cNvPr>
          <p:cNvSpPr>
            <a:spLocks noGrp="1"/>
          </p:cNvSpPr>
          <p:nvPr>
            <p:ph type="subTitle" idx="14"/>
          </p:nvPr>
        </p:nvSpPr>
        <p:spPr>
          <a:xfrm>
            <a:off x="3600001" y="90000"/>
            <a:ext cx="7236000" cy="324000"/>
          </a:xfrm>
          <a:noFill/>
        </p:spPr>
        <p:txBody>
          <a:bodyPr lIns="36000" tIns="0" rIns="0" bIns="0" anchor="b" anchorCtr="0">
            <a:normAutofit/>
          </a:bodyPr>
          <a:lstStyle>
            <a:lvl1pPr marL="0" indent="0" algn="l">
              <a:buNone/>
              <a:defRPr sz="1800" b="1">
                <a:solidFill>
                  <a:schemeClr val="accent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2" name="Content Placeholder 2">
            <a:extLst>
              <a:ext uri="{FF2B5EF4-FFF2-40B4-BE49-F238E27FC236}">
                <a16:creationId xmlns:a16="http://schemas.microsoft.com/office/drawing/2014/main" id="{23D99278-DE55-4541-9B96-52E5BEECB363}"/>
              </a:ext>
            </a:extLst>
          </p:cNvPr>
          <p:cNvSpPr>
            <a:spLocks noGrp="1"/>
          </p:cNvSpPr>
          <p:nvPr>
            <p:ph idx="1"/>
          </p:nvPr>
        </p:nvSpPr>
        <p:spPr>
          <a:xfrm>
            <a:off x="3614304" y="1444855"/>
            <a:ext cx="8089966" cy="47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13" name="Picture 12">
            <a:extLst>
              <a:ext uri="{FF2B5EF4-FFF2-40B4-BE49-F238E27FC236}">
                <a16:creationId xmlns:a16="http://schemas.microsoft.com/office/drawing/2014/main" id="{A6FBA568-DF37-45CB-8FA6-B8E666EA538D}"/>
              </a:ext>
            </a:extLst>
          </p:cNvPr>
          <p:cNvPicPr>
            <a:picLocks/>
          </p:cNvPicPr>
          <p:nvPr/>
        </p:nvPicPr>
        <p:blipFill rotWithShape="1">
          <a:blip r:embed="rId2">
            <a:extLst>
              <a:ext uri="{28A0092B-C50C-407E-A947-70E740481C1C}">
                <a14:useLocalDpi xmlns:a14="http://schemas.microsoft.com/office/drawing/2010/main" val="0"/>
              </a:ext>
            </a:extLst>
          </a:blip>
          <a:srcRect l="27610" t="-20662" r="559" b="-11321"/>
          <a:stretch/>
        </p:blipFill>
        <p:spPr>
          <a:xfrm>
            <a:off x="3614302" y="1177925"/>
            <a:ext cx="8113405" cy="85364"/>
          </a:xfrm>
          <a:prstGeom prst="rect">
            <a:avLst/>
          </a:prstGeom>
        </p:spPr>
      </p:pic>
      <p:sp>
        <p:nvSpPr>
          <p:cNvPr id="3" name="Title 2">
            <a:extLst>
              <a:ext uri="{FF2B5EF4-FFF2-40B4-BE49-F238E27FC236}">
                <a16:creationId xmlns:a16="http://schemas.microsoft.com/office/drawing/2014/main" id="{7DAEEF55-887C-41E7-B43D-8D95B514A69C}"/>
              </a:ext>
            </a:extLst>
          </p:cNvPr>
          <p:cNvSpPr>
            <a:spLocks noGrp="1"/>
          </p:cNvSpPr>
          <p:nvPr>
            <p:ph type="title"/>
          </p:nvPr>
        </p:nvSpPr>
        <p:spPr>
          <a:xfrm>
            <a:off x="3600000" y="432000"/>
            <a:ext cx="7236000" cy="684000"/>
          </a:xfrm>
        </p:spPr>
        <p:txBody>
          <a:bodyPr bIns="0">
            <a:normAutofit/>
          </a:bodyPr>
          <a:lstStyle>
            <a:lvl1pPr>
              <a:defRPr sz="3200"/>
            </a:lvl1pPr>
          </a:lstStyle>
          <a:p>
            <a:r>
              <a:rPr lang="en-US"/>
              <a:t>Click to edit Master title style</a:t>
            </a:r>
            <a:endParaRPr lang="en-GB"/>
          </a:p>
        </p:txBody>
      </p:sp>
    </p:spTree>
    <p:extLst>
      <p:ext uri="{BB962C8B-B14F-4D97-AF65-F5344CB8AC3E}">
        <p14:creationId xmlns:p14="http://schemas.microsoft.com/office/powerpoint/2010/main" val="2382527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1277D9D6-CED7-4C47-AAB5-1AE3F400ACFF}"/>
              </a:ext>
            </a:extLst>
          </p:cNvPr>
          <p:cNvSpPr>
            <a:spLocks noGrp="1"/>
          </p:cNvSpPr>
          <p:nvPr>
            <p:ph type="dt" sz="half" idx="10"/>
          </p:nvPr>
        </p:nvSpPr>
        <p:spPr/>
        <p:txBody>
          <a:bodyPr/>
          <a:lstStyle/>
          <a:p>
            <a:fld id="{37E5270B-D6DD-4BCC-BC52-B9F71DFFA8AF}" type="datetime1">
              <a:rPr lang="en-GB" noProof="0" smtClean="0"/>
              <a:t>15/04/2026</a:t>
            </a:fld>
            <a:endParaRPr lang="en-GB" noProof="0"/>
          </a:p>
        </p:txBody>
      </p:sp>
      <p:sp>
        <p:nvSpPr>
          <p:cNvPr id="7" name="Footer Placeholder 6">
            <a:extLst>
              <a:ext uri="{FF2B5EF4-FFF2-40B4-BE49-F238E27FC236}">
                <a16:creationId xmlns:a16="http://schemas.microsoft.com/office/drawing/2014/main" id="{70E98A9F-8124-43C7-8233-99AEDC8B320E}"/>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8" name="Slide Number Placeholder 7">
            <a:extLst>
              <a:ext uri="{FF2B5EF4-FFF2-40B4-BE49-F238E27FC236}">
                <a16:creationId xmlns:a16="http://schemas.microsoft.com/office/drawing/2014/main" id="{A128996E-D6CE-4B7B-9F5D-886F8A5A5662}"/>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pic>
        <p:nvPicPr>
          <p:cNvPr id="11" name="Picture 10">
            <a:extLst>
              <a:ext uri="{FF2B5EF4-FFF2-40B4-BE49-F238E27FC236}">
                <a16:creationId xmlns:a16="http://schemas.microsoft.com/office/drawing/2014/main" id="{7F598818-8260-420F-A61B-5CF7C150941D}"/>
              </a:ext>
            </a:extLst>
          </p:cNvPr>
          <p:cNvPicPr>
            <a:picLocks/>
          </p:cNvPicPr>
          <p:nvPr/>
        </p:nvPicPr>
        <p:blipFill rotWithShape="1">
          <a:blip r:embed="rId2">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3" name="Title 2">
            <a:extLst>
              <a:ext uri="{FF2B5EF4-FFF2-40B4-BE49-F238E27FC236}">
                <a16:creationId xmlns:a16="http://schemas.microsoft.com/office/drawing/2014/main" id="{27D305E8-66F3-4D16-8419-45C8980E3FB3}"/>
              </a:ext>
            </a:extLst>
          </p:cNvPr>
          <p:cNvSpPr>
            <a:spLocks noGrp="1"/>
          </p:cNvSpPr>
          <p:nvPr>
            <p:ph type="title"/>
          </p:nvPr>
        </p:nvSpPr>
        <p:spPr/>
        <p:txBody>
          <a:bodyPr/>
          <a:lstStyle/>
          <a:p>
            <a:r>
              <a:rPr lang="en-US" noProof="0"/>
              <a:t>Click to edit Master title style</a:t>
            </a:r>
            <a:endParaRPr lang="en-GB" noProof="0"/>
          </a:p>
        </p:txBody>
      </p:sp>
    </p:spTree>
    <p:extLst>
      <p:ext uri="{BB962C8B-B14F-4D97-AF65-F5344CB8AC3E}">
        <p14:creationId xmlns:p14="http://schemas.microsoft.com/office/powerpoint/2010/main" val="17877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4132AC1-29CC-4347-906D-BF83C3A651DE}"/>
              </a:ext>
            </a:extLst>
          </p:cNvPr>
          <p:cNvSpPr>
            <a:spLocks noGrp="1"/>
          </p:cNvSpPr>
          <p:nvPr>
            <p:ph type="dt" sz="half" idx="10"/>
          </p:nvPr>
        </p:nvSpPr>
        <p:spPr/>
        <p:txBody>
          <a:bodyPr/>
          <a:lstStyle/>
          <a:p>
            <a:fld id="{E50F0CA6-3428-432C-811A-AB8E121DDCC7}" type="datetime1">
              <a:rPr lang="en-GB" noProof="0" smtClean="0"/>
              <a:t>15/04/2026</a:t>
            </a:fld>
            <a:endParaRPr lang="en-GB" noProof="0"/>
          </a:p>
        </p:txBody>
      </p:sp>
      <p:sp>
        <p:nvSpPr>
          <p:cNvPr id="6" name="Footer Placeholder 5">
            <a:extLst>
              <a:ext uri="{FF2B5EF4-FFF2-40B4-BE49-F238E27FC236}">
                <a16:creationId xmlns:a16="http://schemas.microsoft.com/office/drawing/2014/main" id="{FDA5081D-0E94-43AA-8C62-3477B97CEDB2}"/>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7" name="Slide Number Placeholder 6">
            <a:extLst>
              <a:ext uri="{FF2B5EF4-FFF2-40B4-BE49-F238E27FC236}">
                <a16:creationId xmlns:a16="http://schemas.microsoft.com/office/drawing/2014/main" id="{FDE74EDA-B875-432B-9F43-4636817F855D}"/>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49123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with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3BA39-58E5-4CD2-8720-1CD6994DEA60}"/>
              </a:ext>
            </a:extLst>
          </p:cNvPr>
          <p:cNvSpPr>
            <a:spLocks noGrp="1"/>
          </p:cNvSpPr>
          <p:nvPr>
            <p:ph type="dt" sz="half" idx="10"/>
          </p:nvPr>
        </p:nvSpPr>
        <p:spPr/>
        <p:txBody>
          <a:bodyPr/>
          <a:lstStyle/>
          <a:p>
            <a:fld id="{34DF2370-9E39-41A2-8549-AB14089F19E9}" type="datetime1">
              <a:rPr lang="en-GB" noProof="0" smtClean="0"/>
              <a:t>15/04/2026</a:t>
            </a:fld>
            <a:endParaRPr lang="en-GB" noProof="0"/>
          </a:p>
        </p:txBody>
      </p:sp>
      <p:sp>
        <p:nvSpPr>
          <p:cNvPr id="4" name="Footer Placeholder 3">
            <a:extLst>
              <a:ext uri="{FF2B5EF4-FFF2-40B4-BE49-F238E27FC236}">
                <a16:creationId xmlns:a16="http://schemas.microsoft.com/office/drawing/2014/main" id="{37D5DA99-A6A5-4B1D-838D-A53201A41331}"/>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 name="Slide Number Placeholder 4">
            <a:extLst>
              <a:ext uri="{FF2B5EF4-FFF2-40B4-BE49-F238E27FC236}">
                <a16:creationId xmlns:a16="http://schemas.microsoft.com/office/drawing/2014/main" id="{CD3E2ED3-B7CA-4509-819E-F58E7A0DAC4F}"/>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6" name="Content Placeholder 2">
            <a:extLst>
              <a:ext uri="{FF2B5EF4-FFF2-40B4-BE49-F238E27FC236}">
                <a16:creationId xmlns:a16="http://schemas.microsoft.com/office/drawing/2014/main" id="{C5D11CC8-3D51-4468-8A7A-7287D1752CCA}"/>
              </a:ext>
            </a:extLst>
          </p:cNvPr>
          <p:cNvSpPr>
            <a:spLocks noGrp="1"/>
          </p:cNvSpPr>
          <p:nvPr>
            <p:ph idx="1"/>
          </p:nvPr>
        </p:nvSpPr>
        <p:spPr>
          <a:xfrm>
            <a:off x="468000" y="1444855"/>
            <a:ext cx="11236270" cy="47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17" name="Picture 16">
            <a:extLst>
              <a:ext uri="{FF2B5EF4-FFF2-40B4-BE49-F238E27FC236}">
                <a16:creationId xmlns:a16="http://schemas.microsoft.com/office/drawing/2014/main" id="{0966A89F-5E6E-4D5E-B85A-E4BC90EC91B0}"/>
              </a:ext>
            </a:extLst>
          </p:cNvPr>
          <p:cNvPicPr>
            <a:picLocks/>
          </p:cNvPicPr>
          <p:nvPr/>
        </p:nvPicPr>
        <p:blipFill rotWithShape="1">
          <a:blip r:embed="rId3">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18" name="Title 5">
            <a:extLst>
              <a:ext uri="{FF2B5EF4-FFF2-40B4-BE49-F238E27FC236}">
                <a16:creationId xmlns:a16="http://schemas.microsoft.com/office/drawing/2014/main" id="{3E60B942-F8AD-4B47-A5DB-BB82A98AB5E8}"/>
              </a:ext>
            </a:extLst>
          </p:cNvPr>
          <p:cNvSpPr>
            <a:spLocks noGrp="1"/>
          </p:cNvSpPr>
          <p:nvPr>
            <p:ph type="title"/>
          </p:nvPr>
        </p:nvSpPr>
        <p:spPr>
          <a:xfrm>
            <a:off x="468000" y="396000"/>
            <a:ext cx="10368000" cy="684000"/>
          </a:xfrm>
        </p:spPr>
        <p:txBody>
          <a:bodyPr/>
          <a:lstStyle/>
          <a:p>
            <a:r>
              <a:rPr lang="en-US" noProof="0"/>
              <a:t>Click to edit Master title style</a:t>
            </a:r>
            <a:endParaRPr lang="en-GB" noProof="0"/>
          </a:p>
        </p:txBody>
      </p:sp>
    </p:spTree>
    <p:extLst>
      <p:ext uri="{BB962C8B-B14F-4D97-AF65-F5344CB8AC3E}">
        <p14:creationId xmlns:p14="http://schemas.microsoft.com/office/powerpoint/2010/main" val="275544244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nd Content with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30" name="Date Placeholder 529">
            <a:extLst>
              <a:ext uri="{FF2B5EF4-FFF2-40B4-BE49-F238E27FC236}">
                <a16:creationId xmlns:a16="http://schemas.microsoft.com/office/drawing/2014/main" id="{4E897482-955E-4641-8274-4471E3D594E8}"/>
              </a:ext>
            </a:extLst>
          </p:cNvPr>
          <p:cNvSpPr>
            <a:spLocks noGrp="1"/>
          </p:cNvSpPr>
          <p:nvPr>
            <p:ph type="dt" sz="half" idx="10"/>
          </p:nvPr>
        </p:nvSpPr>
        <p:spPr/>
        <p:txBody>
          <a:bodyPr/>
          <a:lstStyle/>
          <a:p>
            <a:fld id="{8F007C0D-6B2B-4BB7-A447-93B318BA61C4}" type="datetime1">
              <a:rPr lang="en-GB" noProof="0" smtClean="0"/>
              <a:t>15/04/2026</a:t>
            </a:fld>
            <a:endParaRPr lang="en-GB" noProof="0"/>
          </a:p>
        </p:txBody>
      </p:sp>
      <p:sp>
        <p:nvSpPr>
          <p:cNvPr id="531" name="Footer Placeholder 530">
            <a:extLst>
              <a:ext uri="{FF2B5EF4-FFF2-40B4-BE49-F238E27FC236}">
                <a16:creationId xmlns:a16="http://schemas.microsoft.com/office/drawing/2014/main" id="{409E6082-30A2-49EC-900F-90177FED8105}"/>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532" name="Slide Number Placeholder 531">
            <a:extLst>
              <a:ext uri="{FF2B5EF4-FFF2-40B4-BE49-F238E27FC236}">
                <a16:creationId xmlns:a16="http://schemas.microsoft.com/office/drawing/2014/main" id="{DD45E5A5-BF18-41E9-A5FC-200885BEF61E}"/>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1" name="Content Placeholder 2">
            <a:extLst>
              <a:ext uri="{FF2B5EF4-FFF2-40B4-BE49-F238E27FC236}">
                <a16:creationId xmlns:a16="http://schemas.microsoft.com/office/drawing/2014/main" id="{6C0F0D46-AB2D-4622-B449-2118C6E90A36}"/>
              </a:ext>
            </a:extLst>
          </p:cNvPr>
          <p:cNvSpPr>
            <a:spLocks noGrp="1"/>
          </p:cNvSpPr>
          <p:nvPr>
            <p:ph idx="1"/>
          </p:nvPr>
        </p:nvSpPr>
        <p:spPr>
          <a:xfrm>
            <a:off x="468000" y="1838246"/>
            <a:ext cx="11232000" cy="43619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Text Placeholder 3">
            <a:extLst>
              <a:ext uri="{FF2B5EF4-FFF2-40B4-BE49-F238E27FC236}">
                <a16:creationId xmlns:a16="http://schemas.microsoft.com/office/drawing/2014/main" id="{144B17A3-4856-4F26-BDEE-526BE7CA9620}"/>
              </a:ext>
            </a:extLst>
          </p:cNvPr>
          <p:cNvSpPr>
            <a:spLocks noGrp="1"/>
          </p:cNvSpPr>
          <p:nvPr>
            <p:ph type="body" sz="quarter" idx="13" hasCustomPrompt="1"/>
          </p:nvPr>
        </p:nvSpPr>
        <p:spPr>
          <a:xfrm>
            <a:off x="467999" y="1436595"/>
            <a:ext cx="11235600" cy="329206"/>
          </a:xfrm>
        </p:spPr>
        <p:txBody>
          <a:bodyPr lIns="72000" tIns="0" rIns="0" bIns="0" anchor="ctr">
            <a:normAutofit/>
          </a:bodyPr>
          <a:lstStyle>
            <a:lvl1pPr marL="0" indent="0">
              <a:lnSpc>
                <a:spcPct val="100000"/>
              </a:lnSpc>
              <a:spcBef>
                <a:spcPts val="0"/>
              </a:spcBef>
              <a:spcAft>
                <a:spcPts val="0"/>
              </a:spcAft>
              <a:buFontTx/>
              <a:buNone/>
              <a:defRPr sz="2400" b="1" kern="0" cap="none" spc="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Click to add subtitle</a:t>
            </a:r>
          </a:p>
        </p:txBody>
      </p:sp>
      <p:pic>
        <p:nvPicPr>
          <p:cNvPr id="14" name="Picture 13">
            <a:extLst>
              <a:ext uri="{FF2B5EF4-FFF2-40B4-BE49-F238E27FC236}">
                <a16:creationId xmlns:a16="http://schemas.microsoft.com/office/drawing/2014/main" id="{4045A63F-9E96-42B5-A976-4E9FCADCEBBA}"/>
              </a:ext>
            </a:extLst>
          </p:cNvPr>
          <p:cNvPicPr>
            <a:picLocks/>
          </p:cNvPicPr>
          <p:nvPr/>
        </p:nvPicPr>
        <p:blipFill rotWithShape="1">
          <a:blip r:embed="rId3">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15" name="Title 1">
            <a:extLst>
              <a:ext uri="{FF2B5EF4-FFF2-40B4-BE49-F238E27FC236}">
                <a16:creationId xmlns:a16="http://schemas.microsoft.com/office/drawing/2014/main" id="{6E491AC0-1332-46AE-9FA1-CA0F5C0AB41B}"/>
              </a:ext>
            </a:extLst>
          </p:cNvPr>
          <p:cNvSpPr>
            <a:spLocks noGrp="1"/>
          </p:cNvSpPr>
          <p:nvPr>
            <p:ph type="title"/>
          </p:nvPr>
        </p:nvSpPr>
        <p:spPr>
          <a:xfrm>
            <a:off x="468000" y="396000"/>
            <a:ext cx="10368000" cy="684000"/>
          </a:xfrm>
        </p:spPr>
        <p:txBody>
          <a:bodyPr/>
          <a:lstStyle/>
          <a:p>
            <a:r>
              <a:rPr lang="en-US" noProof="0"/>
              <a:t>Click to edit Master title style</a:t>
            </a:r>
            <a:endParaRPr lang="en-GB" noProof="0"/>
          </a:p>
        </p:txBody>
      </p:sp>
    </p:spTree>
    <p:extLst>
      <p:ext uri="{BB962C8B-B14F-4D97-AF65-F5344CB8AC3E}">
        <p14:creationId xmlns:p14="http://schemas.microsoft.com/office/powerpoint/2010/main" val="1512296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Title and Content with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93" name="Date Placeholder 792">
            <a:extLst>
              <a:ext uri="{FF2B5EF4-FFF2-40B4-BE49-F238E27FC236}">
                <a16:creationId xmlns:a16="http://schemas.microsoft.com/office/drawing/2014/main" id="{20D5AE6B-86D6-4A9D-A2CD-EB2E7FD072AD}"/>
              </a:ext>
            </a:extLst>
          </p:cNvPr>
          <p:cNvSpPr>
            <a:spLocks noGrp="1"/>
          </p:cNvSpPr>
          <p:nvPr>
            <p:ph type="dt" sz="half" idx="10"/>
          </p:nvPr>
        </p:nvSpPr>
        <p:spPr/>
        <p:txBody>
          <a:bodyPr/>
          <a:lstStyle/>
          <a:p>
            <a:fld id="{0AF9D9A6-05CF-4BBD-B356-544CD93E9BCE}" type="datetime1">
              <a:rPr lang="en-GB" noProof="0" smtClean="0"/>
              <a:t>15/04/2026</a:t>
            </a:fld>
            <a:endParaRPr lang="en-GB" noProof="0"/>
          </a:p>
        </p:txBody>
      </p:sp>
      <p:sp>
        <p:nvSpPr>
          <p:cNvPr id="794" name="Footer Placeholder 793">
            <a:extLst>
              <a:ext uri="{FF2B5EF4-FFF2-40B4-BE49-F238E27FC236}">
                <a16:creationId xmlns:a16="http://schemas.microsoft.com/office/drawing/2014/main" id="{44B7771D-F36D-4E96-953F-7EC7A4C65BE7}"/>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795" name="Slide Number Placeholder 794">
            <a:extLst>
              <a:ext uri="{FF2B5EF4-FFF2-40B4-BE49-F238E27FC236}">
                <a16:creationId xmlns:a16="http://schemas.microsoft.com/office/drawing/2014/main" id="{D42055D7-7ABD-49AB-BB20-02C8D678A3E4}"/>
              </a:ext>
            </a:extLst>
          </p:cNvPr>
          <p:cNvSpPr>
            <a:spLocks noGrp="1"/>
          </p:cNvSpPr>
          <p:nvPr>
            <p:ph type="sldNum" sz="quarter" idx="12"/>
          </p:nvPr>
        </p:nvSpPr>
        <p:spPr/>
        <p:txBody>
          <a:bodyPr/>
          <a:lstStyle/>
          <a:p>
            <a:fld id="{66F6B9C1-1745-48B0-A8CA-B72E47831159}" type="slidenum">
              <a:rPr lang="en-GB" noProof="0" smtClean="0"/>
              <a:pPr/>
              <a:t>‹#›</a:t>
            </a:fld>
            <a:endParaRPr lang="en-GB" noProof="0"/>
          </a:p>
        </p:txBody>
      </p:sp>
      <p:sp>
        <p:nvSpPr>
          <p:cNvPr id="12" name="Content Placeholder 2">
            <a:extLst>
              <a:ext uri="{FF2B5EF4-FFF2-40B4-BE49-F238E27FC236}">
                <a16:creationId xmlns:a16="http://schemas.microsoft.com/office/drawing/2014/main" id="{223407A2-5FB9-49FA-8FD4-515111883E5C}"/>
              </a:ext>
            </a:extLst>
          </p:cNvPr>
          <p:cNvSpPr>
            <a:spLocks noGrp="1"/>
          </p:cNvSpPr>
          <p:nvPr>
            <p:ph idx="1"/>
          </p:nvPr>
        </p:nvSpPr>
        <p:spPr>
          <a:xfrm>
            <a:off x="468000" y="1444855"/>
            <a:ext cx="11236270" cy="47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Text Placeholder 3">
            <a:extLst>
              <a:ext uri="{FF2B5EF4-FFF2-40B4-BE49-F238E27FC236}">
                <a16:creationId xmlns:a16="http://schemas.microsoft.com/office/drawing/2014/main" id="{C32CCE79-3EE6-4CAA-B525-A2EDF0260586}"/>
              </a:ext>
            </a:extLst>
          </p:cNvPr>
          <p:cNvSpPr>
            <a:spLocks noGrp="1"/>
          </p:cNvSpPr>
          <p:nvPr>
            <p:ph type="body" sz="quarter" idx="13" hasCustomPrompt="1"/>
          </p:nvPr>
        </p:nvSpPr>
        <p:spPr>
          <a:xfrm>
            <a:off x="467999" y="88092"/>
            <a:ext cx="10368000" cy="326379"/>
          </a:xfrm>
        </p:spPr>
        <p:txBody>
          <a:bodyPr lIns="36000" tIns="0" rIns="0" bIns="0" anchor="b">
            <a:normAutofit/>
          </a:bodyPr>
          <a:lstStyle>
            <a:lvl1pPr marL="0" indent="0">
              <a:lnSpc>
                <a:spcPct val="100000"/>
              </a:lnSpc>
              <a:spcBef>
                <a:spcPts val="0"/>
              </a:spcBef>
              <a:spcAft>
                <a:spcPts val="0"/>
              </a:spcAft>
              <a:buFontTx/>
              <a:buNone/>
              <a:defRPr sz="1800" b="1" kern="0" cap="none" spc="50" baseline="0">
                <a:solidFill>
                  <a:schemeClr val="accent2"/>
                </a:solidFill>
              </a:defRPr>
            </a:lvl1pPr>
            <a:lvl2pPr marL="457200" indent="0">
              <a:buFontTx/>
              <a:buNone/>
              <a:defRPr>
                <a:solidFill>
                  <a:schemeClr val="accent2"/>
                </a:solidFill>
              </a:defRPr>
            </a:lvl2pPr>
            <a:lvl3pPr marL="914400" indent="0">
              <a:buFontTx/>
              <a:buNone/>
              <a:defRPr>
                <a:solidFill>
                  <a:schemeClr val="accent2"/>
                </a:solidFill>
              </a:defRPr>
            </a:lvl3pPr>
            <a:lvl4pPr marL="1371600" indent="0">
              <a:buFontTx/>
              <a:buNone/>
              <a:defRPr>
                <a:solidFill>
                  <a:schemeClr val="accent2"/>
                </a:solidFill>
              </a:defRPr>
            </a:lvl4pPr>
            <a:lvl5pPr marL="1828800" indent="0">
              <a:buFontTx/>
              <a:buNone/>
              <a:defRPr>
                <a:solidFill>
                  <a:schemeClr val="accent2"/>
                </a:solidFill>
              </a:defRPr>
            </a:lvl5pPr>
          </a:lstStyle>
          <a:p>
            <a:pPr lvl="0"/>
            <a:r>
              <a:rPr lang="en-GB" noProof="0"/>
              <a:t>Section header</a:t>
            </a:r>
          </a:p>
        </p:txBody>
      </p:sp>
      <p:pic>
        <p:nvPicPr>
          <p:cNvPr id="14" name="Picture 13">
            <a:extLst>
              <a:ext uri="{FF2B5EF4-FFF2-40B4-BE49-F238E27FC236}">
                <a16:creationId xmlns:a16="http://schemas.microsoft.com/office/drawing/2014/main" id="{702973F9-7731-4AC1-87AE-23E1427E89B4}"/>
              </a:ext>
            </a:extLst>
          </p:cNvPr>
          <p:cNvPicPr>
            <a:picLocks/>
          </p:cNvPicPr>
          <p:nvPr/>
        </p:nvPicPr>
        <p:blipFill rotWithShape="1">
          <a:blip r:embed="rId3">
            <a:extLst>
              <a:ext uri="{28A0092B-C50C-407E-A947-70E740481C1C}">
                <a14:useLocalDpi xmlns:a14="http://schemas.microsoft.com/office/drawing/2010/main" val="0"/>
              </a:ext>
            </a:extLst>
          </a:blip>
          <a:srcRect r="559" b="-11319"/>
          <a:stretch/>
        </p:blipFill>
        <p:spPr>
          <a:xfrm>
            <a:off x="495708" y="1191289"/>
            <a:ext cx="11232000" cy="72000"/>
          </a:xfrm>
          <a:prstGeom prst="rect">
            <a:avLst/>
          </a:prstGeom>
        </p:spPr>
      </p:pic>
      <p:sp>
        <p:nvSpPr>
          <p:cNvPr id="15" name="Title 1">
            <a:extLst>
              <a:ext uri="{FF2B5EF4-FFF2-40B4-BE49-F238E27FC236}">
                <a16:creationId xmlns:a16="http://schemas.microsoft.com/office/drawing/2014/main" id="{59F989B2-8FA5-43E9-9516-49FD5605A162}"/>
              </a:ext>
            </a:extLst>
          </p:cNvPr>
          <p:cNvSpPr>
            <a:spLocks noGrp="1"/>
          </p:cNvSpPr>
          <p:nvPr>
            <p:ph type="title"/>
          </p:nvPr>
        </p:nvSpPr>
        <p:spPr>
          <a:xfrm>
            <a:off x="468000" y="423708"/>
            <a:ext cx="10368000" cy="684000"/>
          </a:xfrm>
        </p:spPr>
        <p:txBody>
          <a:bodyPr tIns="72000" bIns="0" anchor="ctr" anchorCtr="0"/>
          <a:lstStyle/>
          <a:p>
            <a:r>
              <a:rPr lang="en-US" noProof="0"/>
              <a:t>Click to edit Master title style</a:t>
            </a:r>
            <a:endParaRPr lang="en-GB" noProof="0"/>
          </a:p>
        </p:txBody>
      </p:sp>
    </p:spTree>
    <p:extLst>
      <p:ext uri="{BB962C8B-B14F-4D97-AF65-F5344CB8AC3E}">
        <p14:creationId xmlns:p14="http://schemas.microsoft.com/office/powerpoint/2010/main" val="3108633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losing Slide">
    <p:bg>
      <p:bgRef idx="1001">
        <a:schemeClr val="bg2"/>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84119E5-C196-A24E-9FB2-AD1DC66305A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6" name="Picture 5">
            <a:extLst>
              <a:ext uri="{FF2B5EF4-FFF2-40B4-BE49-F238E27FC236}">
                <a16:creationId xmlns:a16="http://schemas.microsoft.com/office/drawing/2014/main" id="{6ADEEC9E-28A9-8C44-9EF4-E5E442998940}"/>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470400" y="3168072"/>
            <a:ext cx="3195782" cy="2204641"/>
          </a:xfrm>
          <a:prstGeom prst="rect">
            <a:avLst/>
          </a:prstGeom>
        </p:spPr>
      </p:pic>
      <p:sp>
        <p:nvSpPr>
          <p:cNvPr id="16" name="Text Placeholder 72">
            <a:extLst>
              <a:ext uri="{FF2B5EF4-FFF2-40B4-BE49-F238E27FC236}">
                <a16:creationId xmlns:a16="http://schemas.microsoft.com/office/drawing/2014/main" id="{8603DA45-286D-4E38-8A6D-F1CDB3DA2327}"/>
              </a:ext>
            </a:extLst>
          </p:cNvPr>
          <p:cNvSpPr>
            <a:spLocks noGrp="1"/>
          </p:cNvSpPr>
          <p:nvPr>
            <p:ph type="body" sz="quarter" idx="10" hasCustomPrompt="1"/>
          </p:nvPr>
        </p:nvSpPr>
        <p:spPr>
          <a:xfrm>
            <a:off x="4068329" y="5691980"/>
            <a:ext cx="4055339" cy="345103"/>
          </a:xfrm>
        </p:spPr>
        <p:txBody>
          <a:bodyPr lIns="0" tIns="36000" rIns="36000" bIns="36000" anchor="ctr"/>
          <a:lstStyle>
            <a:lvl1pPr marL="0" indent="0" algn="ctr">
              <a:buFontTx/>
              <a:buNone/>
              <a:defRPr sz="1200" spc="50" baseline="0">
                <a:solidFill>
                  <a:schemeClr val="tx1"/>
                </a:solidFill>
              </a:defRPr>
            </a:lvl1pPr>
          </a:lstStyle>
          <a:p>
            <a:pPr lvl="0"/>
            <a:r>
              <a:rPr lang="en-GB" noProof="0"/>
              <a:t>www.biomar.com</a:t>
            </a:r>
          </a:p>
        </p:txBody>
      </p:sp>
      <p:sp>
        <p:nvSpPr>
          <p:cNvPr id="5" name="Date Placeholder 4">
            <a:extLst>
              <a:ext uri="{FF2B5EF4-FFF2-40B4-BE49-F238E27FC236}">
                <a16:creationId xmlns:a16="http://schemas.microsoft.com/office/drawing/2014/main" id="{B4974853-5F26-4DA8-9D84-AD1F48F7B7B3}"/>
              </a:ext>
            </a:extLst>
          </p:cNvPr>
          <p:cNvSpPr>
            <a:spLocks noGrp="1"/>
          </p:cNvSpPr>
          <p:nvPr>
            <p:ph type="dt" sz="half" idx="11"/>
          </p:nvPr>
        </p:nvSpPr>
        <p:spPr/>
        <p:txBody>
          <a:bodyPr/>
          <a:lstStyle>
            <a:lvl1pPr>
              <a:defRPr>
                <a:solidFill>
                  <a:schemeClr val="accent4"/>
                </a:solidFill>
              </a:defRPr>
            </a:lvl1pPr>
          </a:lstStyle>
          <a:p>
            <a:fld id="{36E75358-67D2-4C25-AB74-9FDEA2F66FF8}" type="datetime1">
              <a:rPr lang="en-GB" noProof="0" smtClean="0"/>
              <a:t>15/04/2026</a:t>
            </a:fld>
            <a:endParaRPr lang="en-GB" noProof="0"/>
          </a:p>
        </p:txBody>
      </p:sp>
      <p:sp>
        <p:nvSpPr>
          <p:cNvPr id="7" name="Footer Placeholder 6">
            <a:extLst>
              <a:ext uri="{FF2B5EF4-FFF2-40B4-BE49-F238E27FC236}">
                <a16:creationId xmlns:a16="http://schemas.microsoft.com/office/drawing/2014/main" id="{BA4B062B-DE74-4D38-82ED-CD55CB311260}"/>
              </a:ext>
            </a:extLst>
          </p:cNvPr>
          <p:cNvSpPr>
            <a:spLocks noGrp="1"/>
          </p:cNvSpPr>
          <p:nvPr>
            <p:ph type="ftr" sz="quarter" idx="12"/>
          </p:nvPr>
        </p:nvSpPr>
        <p:spPr/>
        <p:txBody>
          <a:bodyPr/>
          <a:lstStyle>
            <a:lvl1pPr>
              <a:defRPr>
                <a:solidFill>
                  <a:schemeClr val="accent4"/>
                </a:solidFill>
              </a:defRPr>
            </a:lvl1pPr>
          </a:lstStyle>
          <a:p>
            <a:r>
              <a:rPr lang="en-US" noProof="0"/>
              <a:t>Powered by Partnership. Driven by Innovation.</a:t>
            </a:r>
            <a:endParaRPr lang="en-GB" noProof="0"/>
          </a:p>
        </p:txBody>
      </p:sp>
      <p:sp>
        <p:nvSpPr>
          <p:cNvPr id="8" name="Slide Number Placeholder 7">
            <a:extLst>
              <a:ext uri="{FF2B5EF4-FFF2-40B4-BE49-F238E27FC236}">
                <a16:creationId xmlns:a16="http://schemas.microsoft.com/office/drawing/2014/main" id="{94912303-7C13-44FB-987B-24B3E9030D88}"/>
              </a:ext>
            </a:extLst>
          </p:cNvPr>
          <p:cNvSpPr>
            <a:spLocks noGrp="1"/>
          </p:cNvSpPr>
          <p:nvPr>
            <p:ph type="sldNum" sz="quarter" idx="13"/>
          </p:nvPr>
        </p:nvSpPr>
        <p:spPr/>
        <p:txBody>
          <a:bodyPr/>
          <a:lstStyle/>
          <a:p>
            <a:fld id="{66F6B9C1-1745-48B0-A8CA-B72E47831159}" type="slidenum">
              <a:rPr lang="en-GB" noProof="0" smtClean="0"/>
              <a:pPr/>
              <a:t>‹#›</a:t>
            </a:fld>
            <a:endParaRPr lang="en-GB" noProof="0"/>
          </a:p>
        </p:txBody>
      </p:sp>
    </p:spTree>
    <p:extLst>
      <p:ext uri="{BB962C8B-B14F-4D97-AF65-F5344CB8AC3E}">
        <p14:creationId xmlns:p14="http://schemas.microsoft.com/office/powerpoint/2010/main" val="5024000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CB9444-F049-495F-92FD-243D51C6FCD6}"/>
              </a:ext>
            </a:extLst>
          </p:cNvPr>
          <p:cNvSpPr>
            <a:spLocks noGrp="1"/>
          </p:cNvSpPr>
          <p:nvPr>
            <p:ph type="body" idx="1"/>
          </p:nvPr>
        </p:nvSpPr>
        <p:spPr>
          <a:xfrm>
            <a:off x="468000" y="1444855"/>
            <a:ext cx="11236270" cy="4752000"/>
          </a:xfrm>
          <a:prstGeom prst="rect">
            <a:avLst/>
          </a:prstGeom>
        </p:spPr>
        <p:txBody>
          <a:bodyPr vert="horz" lIns="91440" tIns="90000" rIns="91440" bIns="3600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itle Placeholder 1">
            <a:extLst>
              <a:ext uri="{FF2B5EF4-FFF2-40B4-BE49-F238E27FC236}">
                <a16:creationId xmlns:a16="http://schemas.microsoft.com/office/drawing/2014/main" id="{E8043BD8-4B5F-4868-AF87-CF8FCFD6208F}"/>
              </a:ext>
            </a:extLst>
          </p:cNvPr>
          <p:cNvSpPr>
            <a:spLocks noGrp="1"/>
          </p:cNvSpPr>
          <p:nvPr>
            <p:ph type="title"/>
          </p:nvPr>
        </p:nvSpPr>
        <p:spPr>
          <a:xfrm>
            <a:off x="468000" y="432000"/>
            <a:ext cx="10368000" cy="684000"/>
          </a:xfrm>
          <a:prstGeom prst="rect">
            <a:avLst/>
          </a:prstGeom>
        </p:spPr>
        <p:txBody>
          <a:bodyPr vert="horz" lIns="0" tIns="36000" rIns="36000" bIns="36000" rtlCol="0" anchor="ctr" anchorCtr="0">
            <a:normAutofit/>
          </a:bodyPr>
          <a:lstStyle/>
          <a:p>
            <a:r>
              <a:rPr lang="en-US" noProof="0"/>
              <a:t>Click to edit Master title style</a:t>
            </a:r>
            <a:endParaRPr lang="en-GB" noProof="0"/>
          </a:p>
        </p:txBody>
      </p:sp>
      <p:sp>
        <p:nvSpPr>
          <p:cNvPr id="4" name="Date Placeholder 3">
            <a:extLst>
              <a:ext uri="{FF2B5EF4-FFF2-40B4-BE49-F238E27FC236}">
                <a16:creationId xmlns:a16="http://schemas.microsoft.com/office/drawing/2014/main" id="{2C43612C-AF42-417D-93FC-3226F8F278D2}"/>
              </a:ext>
            </a:extLst>
          </p:cNvPr>
          <p:cNvSpPr>
            <a:spLocks noGrp="1"/>
          </p:cNvSpPr>
          <p:nvPr>
            <p:ph type="dt" sz="half" idx="2"/>
          </p:nvPr>
        </p:nvSpPr>
        <p:spPr>
          <a:xfrm>
            <a:off x="468000" y="6392405"/>
            <a:ext cx="2743200" cy="252000"/>
          </a:xfrm>
          <a:prstGeom prst="rect">
            <a:avLst/>
          </a:prstGeom>
        </p:spPr>
        <p:txBody>
          <a:bodyPr vert="horz" lIns="72000" tIns="36000" rIns="72000" bIns="36000" rtlCol="0" anchor="ctr"/>
          <a:lstStyle>
            <a:lvl1pPr algn="l">
              <a:defRPr sz="1100">
                <a:solidFill>
                  <a:srgbClr val="9D9D9C"/>
                </a:solidFill>
              </a:defRPr>
            </a:lvl1pPr>
          </a:lstStyle>
          <a:p>
            <a:fld id="{7DB5520A-C8F4-4103-87E0-AFC10A983064}" type="datetime1">
              <a:rPr lang="en-GB" noProof="0" smtClean="0"/>
              <a:t>15/04/2026</a:t>
            </a:fld>
            <a:endParaRPr lang="en-GB" noProof="0"/>
          </a:p>
        </p:txBody>
      </p:sp>
      <p:sp>
        <p:nvSpPr>
          <p:cNvPr id="5" name="Footer Placeholder 4">
            <a:extLst>
              <a:ext uri="{FF2B5EF4-FFF2-40B4-BE49-F238E27FC236}">
                <a16:creationId xmlns:a16="http://schemas.microsoft.com/office/drawing/2014/main" id="{0683B89E-B8AD-4E37-A47E-70BC8899211C}"/>
              </a:ext>
            </a:extLst>
          </p:cNvPr>
          <p:cNvSpPr>
            <a:spLocks noGrp="1"/>
          </p:cNvSpPr>
          <p:nvPr>
            <p:ph type="ftr" sz="quarter" idx="3"/>
          </p:nvPr>
        </p:nvSpPr>
        <p:spPr>
          <a:xfrm>
            <a:off x="7087870" y="6409657"/>
            <a:ext cx="4114800" cy="252000"/>
          </a:xfrm>
          <a:prstGeom prst="rect">
            <a:avLst/>
          </a:prstGeom>
        </p:spPr>
        <p:txBody>
          <a:bodyPr vert="horz" lIns="72000" tIns="36000" rIns="72000" bIns="36000" rtlCol="0" anchor="ctr"/>
          <a:lstStyle>
            <a:lvl1pPr algn="r">
              <a:defRPr sz="1100">
                <a:solidFill>
                  <a:srgbClr val="9D9D9C"/>
                </a:solidFill>
              </a:defRPr>
            </a:lvl1p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9B964C64-28FA-4980-ADCD-834A954E04DB}"/>
              </a:ext>
            </a:extLst>
          </p:cNvPr>
          <p:cNvSpPr>
            <a:spLocks noGrp="1"/>
          </p:cNvSpPr>
          <p:nvPr>
            <p:ph type="sldNum" sz="quarter" idx="4"/>
          </p:nvPr>
        </p:nvSpPr>
        <p:spPr>
          <a:xfrm>
            <a:off x="11393250" y="6401262"/>
            <a:ext cx="324000" cy="252000"/>
          </a:xfrm>
          <a:prstGeom prst="rect">
            <a:avLst/>
          </a:prstGeom>
          <a:blipFill dpi="0" rotWithShape="1">
            <a:blip r:embed="rId26">
              <a:extLst>
                <a:ext uri="{28A0092B-C50C-407E-A947-70E740481C1C}">
                  <a14:useLocalDpi xmlns:a14="http://schemas.microsoft.com/office/drawing/2010/main" val="0"/>
                </a:ext>
              </a:extLst>
            </a:blip>
            <a:srcRect/>
            <a:stretch>
              <a:fillRect/>
            </a:stretch>
          </a:blipFill>
        </p:spPr>
        <p:txBody>
          <a:bodyPr vert="horz" lIns="36000" tIns="0" rIns="0" bIns="0" rtlCol="0" anchor="ctr"/>
          <a:lstStyle>
            <a:lvl1pPr algn="r">
              <a:defRPr sz="1200" b="1">
                <a:solidFill>
                  <a:schemeClr val="tx2"/>
                </a:solidFill>
              </a:defRPr>
            </a:lvl1pPr>
          </a:lstStyle>
          <a:p>
            <a:fld id="{66F6B9C1-1745-48B0-A8CA-B72E47831159}" type="slidenum">
              <a:rPr lang="en-GB" smtClean="0"/>
              <a:pPr/>
              <a:t>‹#›</a:t>
            </a:fld>
            <a:endParaRPr lang="en-GB"/>
          </a:p>
        </p:txBody>
      </p:sp>
      <p:pic>
        <p:nvPicPr>
          <p:cNvPr id="534" name="Picture 533" descr="A close up of a sign&#10;&#10;Description automatically generated">
            <a:extLst>
              <a:ext uri="{FF2B5EF4-FFF2-40B4-BE49-F238E27FC236}">
                <a16:creationId xmlns:a16="http://schemas.microsoft.com/office/drawing/2014/main" id="{1F8C5BA3-AD8F-4479-9B13-3625AF99EF20}"/>
              </a:ext>
            </a:extLst>
          </p:cNvPr>
          <p:cNvPicPr>
            <a:picLocks noChangeAspect="1"/>
          </p:cNvPicPr>
          <p:nvPr/>
        </p:nvPicPr>
        <p:blipFill rotWithShape="1">
          <a:blip r:embed="rId27">
            <a:extLst>
              <a:ext uri="{28A0092B-C50C-407E-A947-70E740481C1C}">
                <a14:useLocalDpi xmlns:a14="http://schemas.microsoft.com/office/drawing/2010/main" val="0"/>
              </a:ext>
            </a:extLst>
          </a:blip>
          <a:srcRect l="23669" t="6364" r="25067" b="10105"/>
          <a:stretch/>
        </p:blipFill>
        <p:spPr>
          <a:xfrm>
            <a:off x="11085404" y="359999"/>
            <a:ext cx="654492" cy="609465"/>
          </a:xfrm>
          <a:prstGeom prst="roundRect">
            <a:avLst>
              <a:gd name="adj" fmla="val 0"/>
            </a:avLst>
          </a:prstGeom>
          <a:effectLst/>
        </p:spPr>
      </p:pic>
    </p:spTree>
    <p:extLst>
      <p:ext uri="{BB962C8B-B14F-4D97-AF65-F5344CB8AC3E}">
        <p14:creationId xmlns:p14="http://schemas.microsoft.com/office/powerpoint/2010/main" val="549759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67" r:id="rId4"/>
    <p:sldLayoutId id="2147483668" r:id="rId5"/>
    <p:sldLayoutId id="2147483675" r:id="rId6"/>
    <p:sldLayoutId id="2147483677" r:id="rId7"/>
    <p:sldLayoutId id="2147483676" r:id="rId8"/>
    <p:sldLayoutId id="2147483651" r:id="rId9"/>
    <p:sldLayoutId id="2147483669" r:id="rId10"/>
    <p:sldLayoutId id="2147483665" r:id="rId11"/>
    <p:sldLayoutId id="2147483652" r:id="rId12"/>
    <p:sldLayoutId id="2147483653" r:id="rId13"/>
    <p:sldLayoutId id="2147483664" r:id="rId14"/>
    <p:sldLayoutId id="2147483666" r:id="rId15"/>
    <p:sldLayoutId id="2147483662" r:id="rId16"/>
    <p:sldLayoutId id="2147483663" r:id="rId17"/>
    <p:sldLayoutId id="2147483674" r:id="rId18"/>
    <p:sldLayoutId id="2147483654" r:id="rId19"/>
    <p:sldLayoutId id="2147483655" r:id="rId20"/>
    <p:sldLayoutId id="2147483670" r:id="rId21"/>
    <p:sldLayoutId id="2147483672" r:id="rId22"/>
    <p:sldLayoutId id="2147483673" r:id="rId23"/>
    <p:sldLayoutId id="2147483661" r:id="rId24"/>
  </p:sldLayoutIdLst>
  <p:hf hdr="0" dt="0"/>
  <p:txStyles>
    <p:titleStyle>
      <a:lvl1pPr algn="l" defTabSz="914400" rtl="0" eaLnBrk="1" latinLnBrk="0" hangingPunct="1">
        <a:lnSpc>
          <a:spcPct val="90000"/>
        </a:lnSpc>
        <a:spcBef>
          <a:spcPct val="0"/>
        </a:spcBef>
        <a:buNone/>
        <a:defRPr sz="4000" b="1" kern="1200" baseline="0">
          <a:solidFill>
            <a:srgbClr val="1F3E77"/>
          </a:solidFill>
          <a:latin typeface="+mj-lt"/>
          <a:ea typeface="+mj-ea"/>
          <a:cs typeface="+mj-cs"/>
        </a:defRPr>
      </a:lvl1pPr>
    </p:titleStyle>
    <p:bodyStyle>
      <a:lvl1pPr marL="2286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1pPr>
      <a:lvl2pPr marL="6858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2pPr>
      <a:lvl3pPr marL="11430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3pPr>
      <a:lvl4pPr marL="16002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4pPr>
      <a:lvl5pPr marL="2057400" indent="-228600" algn="l" defTabSz="914400" rtl="0" eaLnBrk="1" latinLnBrk="0" hangingPunct="1">
        <a:lnSpc>
          <a:spcPct val="110000"/>
        </a:lnSpc>
        <a:spcBef>
          <a:spcPts val="600"/>
        </a:spcBef>
        <a:spcAft>
          <a:spcPts val="1200"/>
        </a:spcAft>
        <a:buFont typeface="Arial" panose="020B0604020202020204" pitchFamily="34" charset="0"/>
        <a:buChar char="•"/>
        <a:defRPr sz="24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3.svg"/><Relationship Id="rId7" Type="http://schemas.openxmlformats.org/officeDocument/2006/relationships/image" Target="../media/image26.svg"/><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1.png"/><Relationship Id="rId9" Type="http://schemas.openxmlformats.org/officeDocument/2006/relationships/image" Target="../media/image28.sv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24.png"/><Relationship Id="rId2" Type="http://schemas.openxmlformats.org/officeDocument/2006/relationships/notesSlide" Target="../notesSlides/notesSlide11.xml"/><Relationship Id="rId16"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48.png"/></Relationships>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close-up of a leaf&#10;&#10;Description automatically generated">
            <a:extLst>
              <a:ext uri="{FF2B5EF4-FFF2-40B4-BE49-F238E27FC236}">
                <a16:creationId xmlns:a16="http://schemas.microsoft.com/office/drawing/2014/main" id="{5B2622F6-B31B-E261-C434-D15ADB2313A2}"/>
              </a:ext>
            </a:extLst>
          </p:cNvPr>
          <p:cNvPicPr>
            <a:picLocks noGrp="1" noChangeAspect="1"/>
          </p:cNvPicPr>
          <p:nvPr>
            <p:ph type="pic" idx="14"/>
          </p:nvPr>
        </p:nvPicPr>
        <p:blipFill>
          <a:blip r:embed="rId3">
            <a:extLst>
              <a:ext uri="{28A0092B-C50C-407E-A947-70E740481C1C}">
                <a14:useLocalDpi xmlns:a14="http://schemas.microsoft.com/office/drawing/2010/main" val="0"/>
              </a:ext>
            </a:extLst>
          </a:blip>
          <a:srcRect l="28932" r="28932"/>
          <a:stretch>
            <a:fillRect/>
          </a:stretch>
        </p:blipFill>
        <p:spPr/>
      </p:pic>
      <p:sp>
        <p:nvSpPr>
          <p:cNvPr id="3" name="Text Placeholder 2">
            <a:extLst>
              <a:ext uri="{FF2B5EF4-FFF2-40B4-BE49-F238E27FC236}">
                <a16:creationId xmlns:a16="http://schemas.microsoft.com/office/drawing/2014/main" id="{2A9159D8-EDD2-83AE-03C6-72AA2F6B4615}"/>
              </a:ext>
            </a:extLst>
          </p:cNvPr>
          <p:cNvSpPr>
            <a:spLocks noGrp="1"/>
          </p:cNvSpPr>
          <p:nvPr>
            <p:ph type="body" idx="1"/>
          </p:nvPr>
        </p:nvSpPr>
        <p:spPr>
          <a:xfrm>
            <a:off x="4508499" y="3706434"/>
            <a:ext cx="7320745" cy="2629972"/>
          </a:xfrm>
        </p:spPr>
        <p:txBody>
          <a:bodyPr/>
          <a:lstStyle/>
          <a:p>
            <a:r>
              <a:rPr lang="en-US" b="1" i="1">
                <a:solidFill>
                  <a:schemeClr val="accent6"/>
                </a:solidFill>
              </a:rPr>
              <a:t>ASAP is not a deadline. </a:t>
            </a:r>
            <a:br>
              <a:rPr lang="en-US" b="1" i="1">
                <a:solidFill>
                  <a:schemeClr val="accent6"/>
                </a:solidFill>
              </a:rPr>
            </a:br>
            <a:endParaRPr lang="en-US" b="1" i="1">
              <a:solidFill>
                <a:schemeClr val="accent6"/>
              </a:solidFill>
            </a:endParaRPr>
          </a:p>
          <a:p>
            <a:r>
              <a:rPr lang="en-US">
                <a:solidFill>
                  <a:schemeClr val="tx2"/>
                </a:solidFill>
              </a:rPr>
              <a:t>First Draft Date</a:t>
            </a:r>
          </a:p>
          <a:p>
            <a:r>
              <a:rPr lang="en-US">
                <a:solidFill>
                  <a:schemeClr val="tx2"/>
                </a:solidFill>
              </a:rPr>
              <a:t>Final Due Date</a:t>
            </a:r>
          </a:p>
        </p:txBody>
      </p:sp>
      <p:sp>
        <p:nvSpPr>
          <p:cNvPr id="4" name="Title 3">
            <a:extLst>
              <a:ext uri="{FF2B5EF4-FFF2-40B4-BE49-F238E27FC236}">
                <a16:creationId xmlns:a16="http://schemas.microsoft.com/office/drawing/2014/main" id="{8440C852-7840-C3BB-56B0-654F603663E3}"/>
              </a:ext>
            </a:extLst>
          </p:cNvPr>
          <p:cNvSpPr>
            <a:spLocks noGrp="1"/>
          </p:cNvSpPr>
          <p:nvPr>
            <p:ph type="title"/>
          </p:nvPr>
        </p:nvSpPr>
        <p:spPr/>
        <p:txBody>
          <a:bodyPr/>
          <a:lstStyle/>
          <a:p>
            <a:r>
              <a:rPr lang="en-US"/>
              <a:t>Deadlines</a:t>
            </a:r>
            <a:endParaRPr lang="en-DK"/>
          </a:p>
        </p:txBody>
      </p:sp>
      <p:sp>
        <p:nvSpPr>
          <p:cNvPr id="5" name="Footer Placeholder 4">
            <a:extLst>
              <a:ext uri="{FF2B5EF4-FFF2-40B4-BE49-F238E27FC236}">
                <a16:creationId xmlns:a16="http://schemas.microsoft.com/office/drawing/2014/main" id="{88B41EEA-2129-D44E-ED4B-D360918E4211}"/>
              </a:ext>
            </a:extLst>
          </p:cNvPr>
          <p:cNvSpPr>
            <a:spLocks noGrp="1"/>
          </p:cNvSpPr>
          <p:nvPr>
            <p:ph type="ftr" sz="quarter" idx="16"/>
          </p:nvPr>
        </p:nvSpPr>
        <p:spPr/>
        <p:txBody>
          <a:bodyPr/>
          <a:lstStyle/>
          <a:p>
            <a:r>
              <a:rPr lang="en-US" noProof="0"/>
              <a:t>Powered by Partnership. Driven by Innovation.</a:t>
            </a:r>
            <a:endParaRPr lang="en-GB" noProof="0"/>
          </a:p>
        </p:txBody>
      </p:sp>
      <p:sp>
        <p:nvSpPr>
          <p:cNvPr id="6" name="Slide Number Placeholder 5">
            <a:extLst>
              <a:ext uri="{FF2B5EF4-FFF2-40B4-BE49-F238E27FC236}">
                <a16:creationId xmlns:a16="http://schemas.microsoft.com/office/drawing/2014/main" id="{2B66CDBC-E0B1-CC36-BD00-88BB4E8D4BA1}"/>
              </a:ext>
            </a:extLst>
          </p:cNvPr>
          <p:cNvSpPr>
            <a:spLocks noGrp="1"/>
          </p:cNvSpPr>
          <p:nvPr>
            <p:ph type="sldNum" sz="quarter" idx="17"/>
          </p:nvPr>
        </p:nvSpPr>
        <p:spPr/>
        <p:txBody>
          <a:bodyPr/>
          <a:lstStyle/>
          <a:p>
            <a:fld id="{66F6B9C1-1745-48B0-A8CA-B72E47831159}" type="slidenum">
              <a:rPr lang="en-GB" noProof="0" smtClean="0"/>
              <a:pPr/>
              <a:t>7</a:t>
            </a:fld>
            <a:endParaRPr lang="en-GB" noProof="0"/>
          </a:p>
        </p:txBody>
      </p:sp>
      <p:pic>
        <p:nvPicPr>
          <p:cNvPr id="10" name="Graphic 9" descr="Hourglass Finished with solid fill">
            <a:extLst>
              <a:ext uri="{FF2B5EF4-FFF2-40B4-BE49-F238E27FC236}">
                <a16:creationId xmlns:a16="http://schemas.microsoft.com/office/drawing/2014/main" id="{CAF63083-DE8D-C5EF-E2B9-A0CC7E4C15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5604" y="2711873"/>
            <a:ext cx="1434253" cy="1434253"/>
          </a:xfrm>
          <a:prstGeom prst="rect">
            <a:avLst/>
          </a:prstGeom>
        </p:spPr>
      </p:pic>
    </p:spTree>
    <p:extLst>
      <p:ext uri="{BB962C8B-B14F-4D97-AF65-F5344CB8AC3E}">
        <p14:creationId xmlns:p14="http://schemas.microsoft.com/office/powerpoint/2010/main" val="269890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3CA853-426C-C608-BF6B-78186890F774}"/>
              </a:ext>
            </a:extLst>
          </p:cNvPr>
          <p:cNvSpPr>
            <a:spLocks noGrp="1"/>
          </p:cNvSpPr>
          <p:nvPr>
            <p:ph type="body" idx="1"/>
          </p:nvPr>
        </p:nvSpPr>
        <p:spPr/>
        <p:txBody>
          <a:bodyPr/>
          <a:lstStyle/>
          <a:p>
            <a:r>
              <a:rPr lang="en-US"/>
              <a:t>How we set our priority </a:t>
            </a:r>
            <a:endParaRPr lang="en-DK"/>
          </a:p>
        </p:txBody>
      </p:sp>
      <p:sp>
        <p:nvSpPr>
          <p:cNvPr id="3" name="Title 2">
            <a:extLst>
              <a:ext uri="{FF2B5EF4-FFF2-40B4-BE49-F238E27FC236}">
                <a16:creationId xmlns:a16="http://schemas.microsoft.com/office/drawing/2014/main" id="{2F0EC1C2-1175-DF21-CA50-10E0234BFD2F}"/>
              </a:ext>
            </a:extLst>
          </p:cNvPr>
          <p:cNvSpPr>
            <a:spLocks noGrp="1"/>
          </p:cNvSpPr>
          <p:nvPr>
            <p:ph type="title"/>
          </p:nvPr>
        </p:nvSpPr>
        <p:spPr/>
        <p:txBody>
          <a:bodyPr/>
          <a:lstStyle/>
          <a:p>
            <a:r>
              <a:rPr lang="en-US"/>
              <a:t>Business Value</a:t>
            </a:r>
            <a:endParaRPr lang="en-DK"/>
          </a:p>
        </p:txBody>
      </p:sp>
      <p:sp>
        <p:nvSpPr>
          <p:cNvPr id="4" name="Footer Placeholder 3">
            <a:extLst>
              <a:ext uri="{FF2B5EF4-FFF2-40B4-BE49-F238E27FC236}">
                <a16:creationId xmlns:a16="http://schemas.microsoft.com/office/drawing/2014/main" id="{8FF2B51B-4A60-A833-5FFA-90BC850F93C5}"/>
              </a:ext>
            </a:extLst>
          </p:cNvPr>
          <p:cNvSpPr>
            <a:spLocks noGrp="1"/>
          </p:cNvSpPr>
          <p:nvPr>
            <p:ph type="ftr" sz="quarter" idx="11"/>
          </p:nvPr>
        </p:nvSpPr>
        <p:spPr/>
        <p:txBody>
          <a:bodyPr/>
          <a:lstStyle/>
          <a:p>
            <a:r>
              <a:rPr lang="en-US"/>
              <a:t>Powered by Partnership. Driven by Innovation.</a:t>
            </a:r>
            <a:endParaRPr lang="en-GB"/>
          </a:p>
        </p:txBody>
      </p:sp>
      <p:sp>
        <p:nvSpPr>
          <p:cNvPr id="5" name="Slide Number Placeholder 4">
            <a:extLst>
              <a:ext uri="{FF2B5EF4-FFF2-40B4-BE49-F238E27FC236}">
                <a16:creationId xmlns:a16="http://schemas.microsoft.com/office/drawing/2014/main" id="{9FEF5B67-7CD6-48C4-A3BF-B4660533F83F}"/>
              </a:ext>
            </a:extLst>
          </p:cNvPr>
          <p:cNvSpPr>
            <a:spLocks noGrp="1"/>
          </p:cNvSpPr>
          <p:nvPr>
            <p:ph type="sldNum" sz="quarter" idx="12"/>
          </p:nvPr>
        </p:nvSpPr>
        <p:spPr/>
        <p:txBody>
          <a:bodyPr/>
          <a:lstStyle/>
          <a:p>
            <a:fld id="{66F6B9C1-1745-48B0-A8CA-B72E47831159}" type="slidenum">
              <a:rPr lang="en-GB" noProof="0" smtClean="0"/>
              <a:pPr/>
              <a:t>8</a:t>
            </a:fld>
            <a:endParaRPr lang="en-GB" noProof="0"/>
          </a:p>
        </p:txBody>
      </p:sp>
    </p:spTree>
    <p:extLst>
      <p:ext uri="{BB962C8B-B14F-4D97-AF65-F5344CB8AC3E}">
        <p14:creationId xmlns:p14="http://schemas.microsoft.com/office/powerpoint/2010/main" val="161521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B9D0FF-4481-107A-B8ED-EB3DEF1E64CF}"/>
              </a:ext>
            </a:extLst>
          </p:cNvPr>
          <p:cNvSpPr/>
          <p:nvPr/>
        </p:nvSpPr>
        <p:spPr>
          <a:xfrm>
            <a:off x="468000" y="3783184"/>
            <a:ext cx="11247832" cy="313957"/>
          </a:xfrm>
          <a:prstGeom prst="rect">
            <a:avLst/>
          </a:prstGeom>
          <a:gradFill flip="none" rotWithShape="1">
            <a:gsLst>
              <a:gs pos="6000">
                <a:schemeClr val="accent2"/>
              </a:gs>
              <a:gs pos="100000">
                <a:schemeClr val="accent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Footer Placeholder 1">
            <a:extLst>
              <a:ext uri="{FF2B5EF4-FFF2-40B4-BE49-F238E27FC236}">
                <a16:creationId xmlns:a16="http://schemas.microsoft.com/office/drawing/2014/main" id="{FA604954-E1B4-085F-A457-B1453760BA19}"/>
              </a:ext>
            </a:extLst>
          </p:cNvPr>
          <p:cNvSpPr>
            <a:spLocks noGrp="1"/>
          </p:cNvSpPr>
          <p:nvPr>
            <p:ph type="ftr" sz="quarter" idx="11"/>
          </p:nvPr>
        </p:nvSpPr>
        <p:spPr/>
        <p:txBody>
          <a:bodyPr/>
          <a:lstStyle/>
          <a:p>
            <a:r>
              <a:rPr lang="en-US" noProof="0"/>
              <a:t>Powered by Partnership. Driven by Innovation.</a:t>
            </a:r>
            <a:endParaRPr lang="en-GB" noProof="0"/>
          </a:p>
        </p:txBody>
      </p:sp>
      <p:sp>
        <p:nvSpPr>
          <p:cNvPr id="3" name="Slide Number Placeholder 2">
            <a:extLst>
              <a:ext uri="{FF2B5EF4-FFF2-40B4-BE49-F238E27FC236}">
                <a16:creationId xmlns:a16="http://schemas.microsoft.com/office/drawing/2014/main" id="{08799413-ABFC-BDF9-BBFF-4C92EF9BE056}"/>
              </a:ext>
            </a:extLst>
          </p:cNvPr>
          <p:cNvSpPr>
            <a:spLocks noGrp="1"/>
          </p:cNvSpPr>
          <p:nvPr>
            <p:ph type="sldNum" sz="quarter" idx="12"/>
          </p:nvPr>
        </p:nvSpPr>
        <p:spPr/>
        <p:txBody>
          <a:bodyPr/>
          <a:lstStyle/>
          <a:p>
            <a:fld id="{66F6B9C1-1745-48B0-A8CA-B72E47831159}" type="slidenum">
              <a:rPr lang="en-GB" noProof="0" smtClean="0"/>
              <a:pPr/>
              <a:t>9</a:t>
            </a:fld>
            <a:endParaRPr lang="en-GB" noProof="0"/>
          </a:p>
        </p:txBody>
      </p:sp>
      <p:sp>
        <p:nvSpPr>
          <p:cNvPr id="4" name="Title 3">
            <a:extLst>
              <a:ext uri="{FF2B5EF4-FFF2-40B4-BE49-F238E27FC236}">
                <a16:creationId xmlns:a16="http://schemas.microsoft.com/office/drawing/2014/main" id="{71BB1F9E-7D8A-F295-8618-C57F1C5D79AA}"/>
              </a:ext>
            </a:extLst>
          </p:cNvPr>
          <p:cNvSpPr>
            <a:spLocks noGrp="1"/>
          </p:cNvSpPr>
          <p:nvPr>
            <p:ph type="title"/>
          </p:nvPr>
        </p:nvSpPr>
        <p:spPr>
          <a:xfrm>
            <a:off x="468000" y="432000"/>
            <a:ext cx="11249250" cy="684000"/>
          </a:xfrm>
        </p:spPr>
        <p:txBody>
          <a:bodyPr/>
          <a:lstStyle/>
          <a:p>
            <a:pPr algn="ctr"/>
            <a:r>
              <a:rPr lang="en-US"/>
              <a:t>Business Value Priority Levels</a:t>
            </a:r>
            <a:endParaRPr lang="en-DK"/>
          </a:p>
        </p:txBody>
      </p:sp>
      <p:sp>
        <p:nvSpPr>
          <p:cNvPr id="8" name="Rectangle 7">
            <a:extLst>
              <a:ext uri="{FF2B5EF4-FFF2-40B4-BE49-F238E27FC236}">
                <a16:creationId xmlns:a16="http://schemas.microsoft.com/office/drawing/2014/main" id="{AC080EA5-3383-5C72-6211-90F559911D48}"/>
              </a:ext>
            </a:extLst>
          </p:cNvPr>
          <p:cNvSpPr/>
          <p:nvPr/>
        </p:nvSpPr>
        <p:spPr>
          <a:xfrm>
            <a:off x="468000" y="3566357"/>
            <a:ext cx="53954" cy="7476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5E980964-B884-DBE0-FE06-80A1C006339E}"/>
              </a:ext>
            </a:extLst>
          </p:cNvPr>
          <p:cNvSpPr/>
          <p:nvPr/>
        </p:nvSpPr>
        <p:spPr>
          <a:xfrm>
            <a:off x="11664494" y="3566357"/>
            <a:ext cx="53954" cy="747613"/>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DK"/>
          </a:p>
        </p:txBody>
      </p:sp>
      <p:sp>
        <p:nvSpPr>
          <p:cNvPr id="15" name="TextBox 14">
            <a:extLst>
              <a:ext uri="{FF2B5EF4-FFF2-40B4-BE49-F238E27FC236}">
                <a16:creationId xmlns:a16="http://schemas.microsoft.com/office/drawing/2014/main" id="{3060B8ED-CC99-046D-9337-7DBD791BF8FC}"/>
              </a:ext>
            </a:extLst>
          </p:cNvPr>
          <p:cNvSpPr txBox="1"/>
          <p:nvPr/>
        </p:nvSpPr>
        <p:spPr>
          <a:xfrm>
            <a:off x="521953" y="3798881"/>
            <a:ext cx="1283299" cy="282562"/>
          </a:xfrm>
          <a:prstGeom prst="rect">
            <a:avLst/>
          </a:prstGeom>
          <a:noFill/>
        </p:spPr>
        <p:txBody>
          <a:bodyPr wrap="square" rtlCol="0">
            <a:noAutofit/>
          </a:bodyPr>
          <a:lstStyle/>
          <a:p>
            <a:r>
              <a:rPr lang="en-US" sz="1200" b="1">
                <a:solidFill>
                  <a:schemeClr val="accent2"/>
                </a:solidFill>
              </a:rPr>
              <a:t>Low Priority</a:t>
            </a:r>
            <a:endParaRPr lang="en-DK" sz="1200" b="1">
              <a:solidFill>
                <a:schemeClr val="accent2"/>
              </a:solidFill>
            </a:endParaRPr>
          </a:p>
        </p:txBody>
      </p:sp>
      <p:sp>
        <p:nvSpPr>
          <p:cNvPr id="16" name="TextBox 15">
            <a:extLst>
              <a:ext uri="{FF2B5EF4-FFF2-40B4-BE49-F238E27FC236}">
                <a16:creationId xmlns:a16="http://schemas.microsoft.com/office/drawing/2014/main" id="{0BF2D0FA-86F0-E684-ACEA-584CF48C2896}"/>
              </a:ext>
            </a:extLst>
          </p:cNvPr>
          <p:cNvSpPr txBox="1"/>
          <p:nvPr/>
        </p:nvSpPr>
        <p:spPr>
          <a:xfrm>
            <a:off x="10384130" y="3798881"/>
            <a:ext cx="1283299" cy="282562"/>
          </a:xfrm>
          <a:prstGeom prst="rect">
            <a:avLst/>
          </a:prstGeom>
          <a:noFill/>
        </p:spPr>
        <p:txBody>
          <a:bodyPr wrap="square" rtlCol="0">
            <a:noAutofit/>
          </a:bodyPr>
          <a:lstStyle/>
          <a:p>
            <a:pPr algn="r"/>
            <a:r>
              <a:rPr lang="en-US" sz="1200" b="1">
                <a:solidFill>
                  <a:schemeClr val="accent4"/>
                </a:solidFill>
              </a:rPr>
              <a:t>High Priority</a:t>
            </a:r>
            <a:endParaRPr lang="en-DK" sz="1200" b="1">
              <a:solidFill>
                <a:schemeClr val="accent4"/>
              </a:solidFill>
            </a:endParaRPr>
          </a:p>
        </p:txBody>
      </p:sp>
      <p:grpSp>
        <p:nvGrpSpPr>
          <p:cNvPr id="57" name="Group 56">
            <a:extLst>
              <a:ext uri="{FF2B5EF4-FFF2-40B4-BE49-F238E27FC236}">
                <a16:creationId xmlns:a16="http://schemas.microsoft.com/office/drawing/2014/main" id="{3B3CDBE3-CB32-2DFD-A1D0-227F05A10E51}"/>
              </a:ext>
            </a:extLst>
          </p:cNvPr>
          <p:cNvGrpSpPr/>
          <p:nvPr/>
        </p:nvGrpSpPr>
        <p:grpSpPr>
          <a:xfrm>
            <a:off x="491870" y="1628650"/>
            <a:ext cx="11223965" cy="2056421"/>
            <a:chOff x="491870" y="1628650"/>
            <a:chExt cx="11223965" cy="2056421"/>
          </a:xfrm>
        </p:grpSpPr>
        <p:grpSp>
          <p:nvGrpSpPr>
            <p:cNvPr id="7" name="Group 6">
              <a:extLst>
                <a:ext uri="{FF2B5EF4-FFF2-40B4-BE49-F238E27FC236}">
                  <a16:creationId xmlns:a16="http://schemas.microsoft.com/office/drawing/2014/main" id="{D76CDFF4-4920-467E-D16A-21BF9E4E5D79}"/>
                </a:ext>
              </a:extLst>
            </p:cNvPr>
            <p:cNvGrpSpPr/>
            <p:nvPr/>
          </p:nvGrpSpPr>
          <p:grpSpPr>
            <a:xfrm>
              <a:off x="491870" y="1628650"/>
              <a:ext cx="11223965" cy="1546240"/>
              <a:chOff x="491870" y="4654411"/>
              <a:chExt cx="11223965" cy="1546240"/>
            </a:xfrm>
          </p:grpSpPr>
          <p:sp>
            <p:nvSpPr>
              <p:cNvPr id="33" name="Rectangle: Rounded Corners 32">
                <a:extLst>
                  <a:ext uri="{FF2B5EF4-FFF2-40B4-BE49-F238E27FC236}">
                    <a16:creationId xmlns:a16="http://schemas.microsoft.com/office/drawing/2014/main" id="{06FA5034-964C-BB81-A2CA-387DA5FC9D0E}"/>
                  </a:ext>
                </a:extLst>
              </p:cNvPr>
              <p:cNvSpPr/>
              <p:nvPr/>
            </p:nvSpPr>
            <p:spPr>
              <a:xfrm>
                <a:off x="9940666" y="4886523"/>
                <a:ext cx="1614584"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Customer Requests</a:t>
                </a:r>
                <a:endParaRPr lang="en-US" sz="1050">
                  <a:solidFill>
                    <a:schemeClr val="accent3">
                      <a:lumMod val="20000"/>
                      <a:lumOff val="80000"/>
                    </a:schemeClr>
                  </a:solidFill>
                </a:endParaRPr>
              </a:p>
            </p:txBody>
          </p:sp>
          <p:sp>
            <p:nvSpPr>
              <p:cNvPr id="34" name="Rectangle: Rounded Corners 33">
                <a:extLst>
                  <a:ext uri="{FF2B5EF4-FFF2-40B4-BE49-F238E27FC236}">
                    <a16:creationId xmlns:a16="http://schemas.microsoft.com/office/drawing/2014/main" id="{F736E504-5CF3-97A0-58D1-EDAD0DA0751C}"/>
                  </a:ext>
                </a:extLst>
              </p:cNvPr>
              <p:cNvSpPr/>
              <p:nvPr/>
            </p:nvSpPr>
            <p:spPr>
              <a:xfrm>
                <a:off x="8592703" y="5498690"/>
                <a:ext cx="1852440"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Stakeholder/Shareholder request</a:t>
                </a:r>
              </a:p>
            </p:txBody>
          </p:sp>
          <p:sp>
            <p:nvSpPr>
              <p:cNvPr id="35" name="Rectangle: Rounded Corners 34">
                <a:extLst>
                  <a:ext uri="{FF2B5EF4-FFF2-40B4-BE49-F238E27FC236}">
                    <a16:creationId xmlns:a16="http://schemas.microsoft.com/office/drawing/2014/main" id="{073522C7-7E89-6B85-4B4F-78582AC70D51}"/>
                  </a:ext>
                </a:extLst>
              </p:cNvPr>
              <p:cNvSpPr/>
              <p:nvPr/>
            </p:nvSpPr>
            <p:spPr>
              <a:xfrm>
                <a:off x="7720809" y="4886523"/>
                <a:ext cx="1323935"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Communications </a:t>
                </a:r>
              </a:p>
              <a:p>
                <a:pPr algn="ctr"/>
                <a:r>
                  <a:rPr lang="en-US" sz="800">
                    <a:solidFill>
                      <a:schemeClr val="accent3">
                        <a:lumMod val="20000"/>
                        <a:lumOff val="80000"/>
                      </a:schemeClr>
                    </a:solidFill>
                  </a:rPr>
                  <a:t>(GSR etc.)</a:t>
                </a:r>
                <a:endParaRPr lang="en-US" sz="1050">
                  <a:solidFill>
                    <a:schemeClr val="accent3">
                      <a:lumMod val="20000"/>
                      <a:lumOff val="80000"/>
                    </a:schemeClr>
                  </a:solidFill>
                </a:endParaRPr>
              </a:p>
            </p:txBody>
          </p:sp>
          <p:sp>
            <p:nvSpPr>
              <p:cNvPr id="36" name="Rectangle: Rounded Corners 35">
                <a:extLst>
                  <a:ext uri="{FF2B5EF4-FFF2-40B4-BE49-F238E27FC236}">
                    <a16:creationId xmlns:a16="http://schemas.microsoft.com/office/drawing/2014/main" id="{EDB0266F-F450-2A0D-AD68-7B781604E165}"/>
                  </a:ext>
                </a:extLst>
              </p:cNvPr>
              <p:cNvSpPr/>
              <p:nvPr/>
            </p:nvSpPr>
            <p:spPr>
              <a:xfrm>
                <a:off x="6704018" y="5498690"/>
                <a:ext cx="1134885"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Events + sponsorships</a:t>
                </a:r>
              </a:p>
            </p:txBody>
          </p:sp>
          <p:sp>
            <p:nvSpPr>
              <p:cNvPr id="37" name="Rectangle: Rounded Corners 36">
                <a:extLst>
                  <a:ext uri="{FF2B5EF4-FFF2-40B4-BE49-F238E27FC236}">
                    <a16:creationId xmlns:a16="http://schemas.microsoft.com/office/drawing/2014/main" id="{96098FB5-31D0-4CC8-220E-129F69951BE5}"/>
                  </a:ext>
                </a:extLst>
              </p:cNvPr>
              <p:cNvSpPr/>
              <p:nvPr/>
            </p:nvSpPr>
            <p:spPr>
              <a:xfrm>
                <a:off x="5337157" y="4886523"/>
                <a:ext cx="1366861"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Campaigns + New Products</a:t>
                </a:r>
              </a:p>
            </p:txBody>
          </p:sp>
          <p:sp>
            <p:nvSpPr>
              <p:cNvPr id="38" name="Rectangle: Rounded Corners 37">
                <a:extLst>
                  <a:ext uri="{FF2B5EF4-FFF2-40B4-BE49-F238E27FC236}">
                    <a16:creationId xmlns:a16="http://schemas.microsoft.com/office/drawing/2014/main" id="{C231EED3-B844-98C4-AFFB-9FA789DE576F}"/>
                  </a:ext>
                </a:extLst>
              </p:cNvPr>
              <p:cNvSpPr/>
              <p:nvPr/>
            </p:nvSpPr>
            <p:spPr>
              <a:xfrm>
                <a:off x="3580763" y="4886523"/>
                <a:ext cx="981339"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Marketing Materials </a:t>
                </a:r>
              </a:p>
            </p:txBody>
          </p:sp>
          <p:sp>
            <p:nvSpPr>
              <p:cNvPr id="39" name="Rectangle: Rounded Corners 38">
                <a:extLst>
                  <a:ext uri="{FF2B5EF4-FFF2-40B4-BE49-F238E27FC236}">
                    <a16:creationId xmlns:a16="http://schemas.microsoft.com/office/drawing/2014/main" id="{43CAD8A4-1DB0-A20D-423E-490DFB9DFCC9}"/>
                  </a:ext>
                </a:extLst>
              </p:cNvPr>
              <p:cNvSpPr/>
              <p:nvPr/>
            </p:nvSpPr>
            <p:spPr>
              <a:xfrm>
                <a:off x="4562102" y="5498690"/>
                <a:ext cx="754422"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SoMe</a:t>
                </a:r>
              </a:p>
            </p:txBody>
          </p:sp>
          <p:sp>
            <p:nvSpPr>
              <p:cNvPr id="40" name="Rectangle: Rounded Corners 39">
                <a:extLst>
                  <a:ext uri="{FF2B5EF4-FFF2-40B4-BE49-F238E27FC236}">
                    <a16:creationId xmlns:a16="http://schemas.microsoft.com/office/drawing/2014/main" id="{16F30AC9-E822-9DF0-3732-3689A86BDD9D}"/>
                  </a:ext>
                </a:extLst>
              </p:cNvPr>
              <p:cNvSpPr/>
              <p:nvPr/>
            </p:nvSpPr>
            <p:spPr>
              <a:xfrm>
                <a:off x="2764082" y="5498690"/>
                <a:ext cx="750387"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Merch</a:t>
                </a:r>
              </a:p>
            </p:txBody>
          </p:sp>
          <p:sp>
            <p:nvSpPr>
              <p:cNvPr id="41" name="Rectangle: Rounded Corners 40">
                <a:extLst>
                  <a:ext uri="{FF2B5EF4-FFF2-40B4-BE49-F238E27FC236}">
                    <a16:creationId xmlns:a16="http://schemas.microsoft.com/office/drawing/2014/main" id="{146994CD-0D71-C911-1447-BCA728C1F7DB}"/>
                  </a:ext>
                </a:extLst>
              </p:cNvPr>
              <p:cNvSpPr/>
              <p:nvPr/>
            </p:nvSpPr>
            <p:spPr>
              <a:xfrm>
                <a:off x="1243748" y="4886523"/>
                <a:ext cx="1441092" cy="46549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3">
                        <a:lumMod val="20000"/>
                        <a:lumOff val="80000"/>
                      </a:schemeClr>
                    </a:solidFill>
                  </a:rPr>
                  <a:t>New Projects + Initiatives + Logos</a:t>
                </a:r>
              </a:p>
            </p:txBody>
          </p:sp>
          <p:grpSp>
            <p:nvGrpSpPr>
              <p:cNvPr id="46" name="Group 45">
                <a:extLst>
                  <a:ext uri="{FF2B5EF4-FFF2-40B4-BE49-F238E27FC236}">
                    <a16:creationId xmlns:a16="http://schemas.microsoft.com/office/drawing/2014/main" id="{B92B8F32-CC20-F046-21E2-9376602D0E43}"/>
                  </a:ext>
                </a:extLst>
              </p:cNvPr>
              <p:cNvGrpSpPr/>
              <p:nvPr/>
            </p:nvGrpSpPr>
            <p:grpSpPr>
              <a:xfrm rot="16200000">
                <a:off x="5330733" y="-184452"/>
                <a:ext cx="1546240" cy="11223965"/>
                <a:chOff x="487984" y="2484905"/>
                <a:chExt cx="2529581" cy="3683420"/>
              </a:xfrm>
            </p:grpSpPr>
            <p:sp>
              <p:nvSpPr>
                <p:cNvPr id="47" name="Rectangle 46">
                  <a:extLst>
                    <a:ext uri="{FF2B5EF4-FFF2-40B4-BE49-F238E27FC236}">
                      <a16:creationId xmlns:a16="http://schemas.microsoft.com/office/drawing/2014/main" id="{3C9E971F-3F82-EA8D-8DD9-4274153F1FB3}"/>
                    </a:ext>
                  </a:extLst>
                </p:cNvPr>
                <p:cNvSpPr/>
                <p:nvPr/>
              </p:nvSpPr>
              <p:spPr>
                <a:xfrm>
                  <a:off x="493973" y="2627107"/>
                  <a:ext cx="2523592" cy="3541218"/>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8" name="Rectangle: Top Corners Rounded 47">
                  <a:extLst>
                    <a:ext uri="{FF2B5EF4-FFF2-40B4-BE49-F238E27FC236}">
                      <a16:creationId xmlns:a16="http://schemas.microsoft.com/office/drawing/2014/main" id="{AE04B200-B249-9E9F-1F17-413AFABCBC86}"/>
                    </a:ext>
                  </a:extLst>
                </p:cNvPr>
                <p:cNvSpPr/>
                <p:nvPr/>
              </p:nvSpPr>
              <p:spPr>
                <a:xfrm>
                  <a:off x="487984" y="2484905"/>
                  <a:ext cx="2529581" cy="143817"/>
                </a:xfrm>
                <a:prstGeom prst="round2SameRect">
                  <a:avLst/>
                </a:prstGeom>
                <a:solidFill>
                  <a:schemeClr val="accent2"/>
                </a:solidFill>
                <a:ln>
                  <a:solidFill>
                    <a:schemeClr val="accent2"/>
                  </a:solidFill>
                </a:ln>
              </p:spPr>
              <p:style>
                <a:lnRef idx="0">
                  <a:scrgbClr r="0" g="0" b="0"/>
                </a:lnRef>
                <a:fillRef idx="0">
                  <a:scrgbClr r="0" g="0" b="0"/>
                </a:fillRef>
                <a:effectRef idx="0">
                  <a:scrgbClr r="0" g="0" b="0"/>
                </a:effectRef>
                <a:fontRef idx="minor">
                  <a:schemeClr val="lt1"/>
                </a:fontRef>
              </p:style>
              <p:txBody>
                <a:bodyPr lIns="274320" tIns="274320" rIns="274320" bIns="274320" rtlCol="0" anchor="ctr" anchorCtr="0"/>
                <a:lstStyle/>
                <a:p>
                  <a:pPr algn="ctr"/>
                  <a:r>
                    <a:rPr lang="en-GB" sz="1400" b="1" spc="50">
                      <a:solidFill>
                        <a:schemeClr val="accent3">
                          <a:lumMod val="20000"/>
                          <a:lumOff val="80000"/>
                        </a:schemeClr>
                      </a:solidFill>
                    </a:rPr>
                    <a:t>External</a:t>
                  </a:r>
                </a:p>
              </p:txBody>
            </p:sp>
          </p:grpSp>
        </p:grpSp>
        <p:cxnSp>
          <p:nvCxnSpPr>
            <p:cNvPr id="13" name="Straight Arrow Connector 12">
              <a:extLst>
                <a:ext uri="{FF2B5EF4-FFF2-40B4-BE49-F238E27FC236}">
                  <a16:creationId xmlns:a16="http://schemas.microsoft.com/office/drawing/2014/main" id="{733E7659-52D5-F8BA-EAAB-DE7CF1A83DAF}"/>
                </a:ext>
              </a:extLst>
            </p:cNvPr>
            <p:cNvCxnSpPr>
              <a:cxnSpLocks/>
              <a:stCxn id="41" idx="2"/>
            </p:cNvCxnSpPr>
            <p:nvPr/>
          </p:nvCxnSpPr>
          <p:spPr>
            <a:xfrm>
              <a:off x="1964294" y="2326259"/>
              <a:ext cx="0" cy="1358812"/>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7D02F7D-7681-88FE-D992-43DEA5F3ABAE}"/>
                </a:ext>
              </a:extLst>
            </p:cNvPr>
            <p:cNvCxnSpPr>
              <a:cxnSpLocks/>
              <a:stCxn id="40" idx="2"/>
            </p:cNvCxnSpPr>
            <p:nvPr/>
          </p:nvCxnSpPr>
          <p:spPr>
            <a:xfrm>
              <a:off x="3139276" y="2938426"/>
              <a:ext cx="2357" cy="74664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35B9004-E557-55F5-CC1A-96EBDA95FF80}"/>
                </a:ext>
              </a:extLst>
            </p:cNvPr>
            <p:cNvCxnSpPr>
              <a:cxnSpLocks/>
            </p:cNvCxnSpPr>
            <p:nvPr/>
          </p:nvCxnSpPr>
          <p:spPr>
            <a:xfrm>
              <a:off x="4952378" y="2938426"/>
              <a:ext cx="2357" cy="74664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59AC0F5-D81B-5082-470D-788875B7DB8B}"/>
                </a:ext>
              </a:extLst>
            </p:cNvPr>
            <p:cNvCxnSpPr>
              <a:cxnSpLocks/>
            </p:cNvCxnSpPr>
            <p:nvPr/>
          </p:nvCxnSpPr>
          <p:spPr>
            <a:xfrm>
              <a:off x="4079580" y="2326259"/>
              <a:ext cx="0" cy="1358812"/>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EBB47D7-AF1B-1543-2BA9-FFA2F42E2DD8}"/>
                </a:ext>
              </a:extLst>
            </p:cNvPr>
            <p:cNvCxnSpPr>
              <a:cxnSpLocks/>
            </p:cNvCxnSpPr>
            <p:nvPr/>
          </p:nvCxnSpPr>
          <p:spPr>
            <a:xfrm>
              <a:off x="7274830" y="2938426"/>
              <a:ext cx="2357" cy="74664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C6753A2-9D6B-BAB6-E2F7-8BC79E6AC185}"/>
                </a:ext>
              </a:extLst>
            </p:cNvPr>
            <p:cNvCxnSpPr>
              <a:cxnSpLocks/>
            </p:cNvCxnSpPr>
            <p:nvPr/>
          </p:nvCxnSpPr>
          <p:spPr>
            <a:xfrm>
              <a:off x="6037887" y="2326259"/>
              <a:ext cx="0" cy="1358812"/>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8670449-3FED-82C3-805D-F34BE6807841}"/>
                </a:ext>
              </a:extLst>
            </p:cNvPr>
            <p:cNvCxnSpPr>
              <a:cxnSpLocks/>
            </p:cNvCxnSpPr>
            <p:nvPr/>
          </p:nvCxnSpPr>
          <p:spPr>
            <a:xfrm>
              <a:off x="8235587" y="2326259"/>
              <a:ext cx="0" cy="1358812"/>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4644904-1440-8ABE-8024-9309EF4A4420}"/>
                </a:ext>
              </a:extLst>
            </p:cNvPr>
            <p:cNvCxnSpPr>
              <a:cxnSpLocks/>
            </p:cNvCxnSpPr>
            <p:nvPr/>
          </p:nvCxnSpPr>
          <p:spPr>
            <a:xfrm>
              <a:off x="9543170" y="2938426"/>
              <a:ext cx="2357" cy="74664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CF9511D-B84D-A969-E252-B838D69D4A10}"/>
                </a:ext>
              </a:extLst>
            </p:cNvPr>
            <p:cNvCxnSpPr>
              <a:cxnSpLocks/>
            </p:cNvCxnSpPr>
            <p:nvPr/>
          </p:nvCxnSpPr>
          <p:spPr>
            <a:xfrm>
              <a:off x="10794338" y="2326259"/>
              <a:ext cx="0" cy="1358812"/>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3B9D3391-36C1-FF9C-6108-924EEFE44695}"/>
              </a:ext>
            </a:extLst>
          </p:cNvPr>
          <p:cNvGrpSpPr/>
          <p:nvPr/>
        </p:nvGrpSpPr>
        <p:grpSpPr>
          <a:xfrm>
            <a:off x="491868" y="4223750"/>
            <a:ext cx="11223965" cy="1750513"/>
            <a:chOff x="491868" y="4223750"/>
            <a:chExt cx="11223965" cy="1750513"/>
          </a:xfrm>
        </p:grpSpPr>
        <p:grpSp>
          <p:nvGrpSpPr>
            <p:cNvPr id="11" name="Group 10">
              <a:extLst>
                <a:ext uri="{FF2B5EF4-FFF2-40B4-BE49-F238E27FC236}">
                  <a16:creationId xmlns:a16="http://schemas.microsoft.com/office/drawing/2014/main" id="{718D9837-8813-6C83-778B-DB0BCA24410D}"/>
                </a:ext>
              </a:extLst>
            </p:cNvPr>
            <p:cNvGrpSpPr/>
            <p:nvPr/>
          </p:nvGrpSpPr>
          <p:grpSpPr>
            <a:xfrm>
              <a:off x="491868" y="4650749"/>
              <a:ext cx="11223965" cy="1323514"/>
              <a:chOff x="491868" y="1828799"/>
              <a:chExt cx="11223965" cy="1323514"/>
            </a:xfrm>
          </p:grpSpPr>
          <p:sp>
            <p:nvSpPr>
              <p:cNvPr id="23" name="Rectangle: Rounded Corners 22">
                <a:extLst>
                  <a:ext uri="{FF2B5EF4-FFF2-40B4-BE49-F238E27FC236}">
                    <a16:creationId xmlns:a16="http://schemas.microsoft.com/office/drawing/2014/main" id="{6A4ECB33-3837-F81B-CB64-4299D3A17F4A}"/>
                  </a:ext>
                </a:extLst>
              </p:cNvPr>
              <p:cNvSpPr/>
              <p:nvPr/>
            </p:nvSpPr>
            <p:spPr>
              <a:xfrm>
                <a:off x="9388611" y="2258997"/>
                <a:ext cx="1991038" cy="465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Internal Marketing Material </a:t>
                </a:r>
                <a:r>
                  <a:rPr lang="en-US" sz="800">
                    <a:solidFill>
                      <a:schemeClr val="accent1"/>
                    </a:solidFill>
                  </a:rPr>
                  <a:t>(Policies + Corporate PPT, Etc.)</a:t>
                </a:r>
                <a:endParaRPr lang="en-US" sz="1050">
                  <a:solidFill>
                    <a:schemeClr val="accent1"/>
                  </a:solidFill>
                </a:endParaRPr>
              </a:p>
            </p:txBody>
          </p:sp>
          <p:sp>
            <p:nvSpPr>
              <p:cNvPr id="24" name="Rectangle: Rounded Corners 23">
                <a:extLst>
                  <a:ext uri="{FF2B5EF4-FFF2-40B4-BE49-F238E27FC236}">
                    <a16:creationId xmlns:a16="http://schemas.microsoft.com/office/drawing/2014/main" id="{02DC5169-AB17-6643-E2E6-53DD086C3635}"/>
                  </a:ext>
                </a:extLst>
              </p:cNvPr>
              <p:cNvSpPr/>
              <p:nvPr/>
            </p:nvSpPr>
            <p:spPr>
              <a:xfrm>
                <a:off x="7758478" y="2258997"/>
                <a:ext cx="1366861" cy="465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Assets requests</a:t>
                </a:r>
              </a:p>
            </p:txBody>
          </p:sp>
          <p:sp>
            <p:nvSpPr>
              <p:cNvPr id="25" name="Rectangle: Rounded Corners 24">
                <a:extLst>
                  <a:ext uri="{FF2B5EF4-FFF2-40B4-BE49-F238E27FC236}">
                    <a16:creationId xmlns:a16="http://schemas.microsoft.com/office/drawing/2014/main" id="{1657C14D-570E-2C76-A1C8-C3F23C4ECF8B}"/>
                  </a:ext>
                </a:extLst>
              </p:cNvPr>
              <p:cNvSpPr/>
              <p:nvPr/>
            </p:nvSpPr>
            <p:spPr>
              <a:xfrm>
                <a:off x="6171269" y="2258997"/>
                <a:ext cx="1323935" cy="465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Communication </a:t>
                </a:r>
              </a:p>
              <a:p>
                <a:pPr algn="ctr"/>
                <a:r>
                  <a:rPr lang="en-US" sz="800">
                    <a:solidFill>
                      <a:schemeClr val="accent1"/>
                    </a:solidFill>
                  </a:rPr>
                  <a:t>(HTML etc.)</a:t>
                </a:r>
                <a:endParaRPr lang="en-US" sz="1050">
                  <a:solidFill>
                    <a:schemeClr val="accent1"/>
                  </a:solidFill>
                </a:endParaRPr>
              </a:p>
            </p:txBody>
          </p:sp>
          <p:sp>
            <p:nvSpPr>
              <p:cNvPr id="29" name="Rectangle: Rounded Corners 28">
                <a:extLst>
                  <a:ext uri="{FF2B5EF4-FFF2-40B4-BE49-F238E27FC236}">
                    <a16:creationId xmlns:a16="http://schemas.microsoft.com/office/drawing/2014/main" id="{43448E49-5B64-5D03-46B6-66AA1923DA77}"/>
                  </a:ext>
                </a:extLst>
              </p:cNvPr>
              <p:cNvSpPr/>
              <p:nvPr/>
            </p:nvSpPr>
            <p:spPr>
              <a:xfrm>
                <a:off x="4541134" y="2258997"/>
                <a:ext cx="1366861" cy="465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Office/Warehouse Design</a:t>
                </a:r>
              </a:p>
            </p:txBody>
          </p:sp>
          <p:sp>
            <p:nvSpPr>
              <p:cNvPr id="30" name="Rectangle: Rounded Corners 29">
                <a:extLst>
                  <a:ext uri="{FF2B5EF4-FFF2-40B4-BE49-F238E27FC236}">
                    <a16:creationId xmlns:a16="http://schemas.microsoft.com/office/drawing/2014/main" id="{199F0D97-6E06-5D5B-2959-145D67CBBB6D}"/>
                  </a:ext>
                </a:extLst>
              </p:cNvPr>
              <p:cNvSpPr/>
              <p:nvPr/>
            </p:nvSpPr>
            <p:spPr>
              <a:xfrm>
                <a:off x="2910999" y="2258997"/>
                <a:ext cx="1366861" cy="465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Merchandise</a:t>
                </a:r>
              </a:p>
            </p:txBody>
          </p:sp>
          <p:sp>
            <p:nvSpPr>
              <p:cNvPr id="31" name="Rectangle: Rounded Corners 30">
                <a:extLst>
                  <a:ext uri="{FF2B5EF4-FFF2-40B4-BE49-F238E27FC236}">
                    <a16:creationId xmlns:a16="http://schemas.microsoft.com/office/drawing/2014/main" id="{9F3F0F43-80F5-B2B1-E381-7A69E1195473}"/>
                  </a:ext>
                </a:extLst>
              </p:cNvPr>
              <p:cNvSpPr/>
              <p:nvPr/>
            </p:nvSpPr>
            <p:spPr>
              <a:xfrm>
                <a:off x="1280864" y="2258997"/>
                <a:ext cx="1366861" cy="465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Brand/Product Guidelines</a:t>
                </a:r>
              </a:p>
            </p:txBody>
          </p:sp>
          <p:grpSp>
            <p:nvGrpSpPr>
              <p:cNvPr id="45" name="Group 44">
                <a:extLst>
                  <a:ext uri="{FF2B5EF4-FFF2-40B4-BE49-F238E27FC236}">
                    <a16:creationId xmlns:a16="http://schemas.microsoft.com/office/drawing/2014/main" id="{5A7F3515-7203-89A4-A7AD-DFAEA6DAD067}"/>
                  </a:ext>
                </a:extLst>
              </p:cNvPr>
              <p:cNvGrpSpPr/>
              <p:nvPr/>
            </p:nvGrpSpPr>
            <p:grpSpPr>
              <a:xfrm rot="16200000">
                <a:off x="5442094" y="-3121427"/>
                <a:ext cx="1323514" cy="11223965"/>
                <a:chOff x="487984" y="2484905"/>
                <a:chExt cx="2529581" cy="3683420"/>
              </a:xfrm>
            </p:grpSpPr>
            <p:sp>
              <p:nvSpPr>
                <p:cNvPr id="42" name="Rectangle 41">
                  <a:extLst>
                    <a:ext uri="{FF2B5EF4-FFF2-40B4-BE49-F238E27FC236}">
                      <a16:creationId xmlns:a16="http://schemas.microsoft.com/office/drawing/2014/main" id="{CDE17FCD-5FF0-0D12-6476-841A6C2682EF}"/>
                    </a:ext>
                  </a:extLst>
                </p:cNvPr>
                <p:cNvSpPr/>
                <p:nvPr/>
              </p:nvSpPr>
              <p:spPr>
                <a:xfrm>
                  <a:off x="493971" y="2627107"/>
                  <a:ext cx="2523591" cy="354121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3" name="Rectangle: Top Corners Rounded 42">
                  <a:extLst>
                    <a:ext uri="{FF2B5EF4-FFF2-40B4-BE49-F238E27FC236}">
                      <a16:creationId xmlns:a16="http://schemas.microsoft.com/office/drawing/2014/main" id="{A0CF7567-4036-1CDD-6B77-B97AB2037521}"/>
                    </a:ext>
                  </a:extLst>
                </p:cNvPr>
                <p:cNvSpPr/>
                <p:nvPr/>
              </p:nvSpPr>
              <p:spPr>
                <a:xfrm>
                  <a:off x="487984" y="2484905"/>
                  <a:ext cx="2529581" cy="143817"/>
                </a:xfrm>
                <a:prstGeom prst="round2SameRect">
                  <a:avLst/>
                </a:prstGeom>
                <a:solidFill>
                  <a:schemeClr val="accent4"/>
                </a:solidFill>
                <a:ln>
                  <a:solidFill>
                    <a:schemeClr val="accent4"/>
                  </a:solidFill>
                </a:ln>
              </p:spPr>
              <p:style>
                <a:lnRef idx="0">
                  <a:scrgbClr r="0" g="0" b="0"/>
                </a:lnRef>
                <a:fillRef idx="0">
                  <a:scrgbClr r="0" g="0" b="0"/>
                </a:fillRef>
                <a:effectRef idx="0">
                  <a:scrgbClr r="0" g="0" b="0"/>
                </a:effectRef>
                <a:fontRef idx="minor">
                  <a:schemeClr val="lt1"/>
                </a:fontRef>
              </p:style>
              <p:txBody>
                <a:bodyPr lIns="274320" tIns="274320" rIns="274320" bIns="274320" rtlCol="0" anchor="ctr" anchorCtr="0"/>
                <a:lstStyle/>
                <a:p>
                  <a:pPr algn="ctr"/>
                  <a:r>
                    <a:rPr lang="en-GB" sz="1400" b="1" spc="50">
                      <a:solidFill>
                        <a:schemeClr val="accent1"/>
                      </a:solidFill>
                    </a:rPr>
                    <a:t>Internal</a:t>
                  </a:r>
                </a:p>
              </p:txBody>
            </p:sp>
          </p:grpSp>
        </p:grpSp>
        <p:cxnSp>
          <p:nvCxnSpPr>
            <p:cNvPr id="49" name="Straight Arrow Connector 48">
              <a:extLst>
                <a:ext uri="{FF2B5EF4-FFF2-40B4-BE49-F238E27FC236}">
                  <a16:creationId xmlns:a16="http://schemas.microsoft.com/office/drawing/2014/main" id="{B72616E7-227B-2098-71D2-B685B7B853CF}"/>
                </a:ext>
              </a:extLst>
            </p:cNvPr>
            <p:cNvCxnSpPr>
              <a:cxnSpLocks/>
            </p:cNvCxnSpPr>
            <p:nvPr/>
          </p:nvCxnSpPr>
          <p:spPr>
            <a:xfrm flipV="1">
              <a:off x="3563203" y="4223750"/>
              <a:ext cx="0" cy="85719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3EDA057-C3B1-554D-4178-B15B40D8628B}"/>
                </a:ext>
              </a:extLst>
            </p:cNvPr>
            <p:cNvCxnSpPr>
              <a:cxnSpLocks/>
            </p:cNvCxnSpPr>
            <p:nvPr/>
          </p:nvCxnSpPr>
          <p:spPr>
            <a:xfrm flipV="1">
              <a:off x="1926702" y="4223750"/>
              <a:ext cx="0" cy="85719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8434F0A-4ABE-9B7D-9F60-875781103D87}"/>
                </a:ext>
              </a:extLst>
            </p:cNvPr>
            <p:cNvCxnSpPr>
              <a:cxnSpLocks/>
            </p:cNvCxnSpPr>
            <p:nvPr/>
          </p:nvCxnSpPr>
          <p:spPr>
            <a:xfrm flipV="1">
              <a:off x="6833026" y="4223750"/>
              <a:ext cx="0" cy="85719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D8A7F59-F633-0B1A-4863-2CC27B5E40B9}"/>
                </a:ext>
              </a:extLst>
            </p:cNvPr>
            <p:cNvCxnSpPr>
              <a:cxnSpLocks/>
            </p:cNvCxnSpPr>
            <p:nvPr/>
          </p:nvCxnSpPr>
          <p:spPr>
            <a:xfrm flipV="1">
              <a:off x="5196525" y="4223750"/>
              <a:ext cx="0" cy="85719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957998C-B074-FF16-7AE9-1308CAE763C3}"/>
                </a:ext>
              </a:extLst>
            </p:cNvPr>
            <p:cNvCxnSpPr>
              <a:cxnSpLocks/>
            </p:cNvCxnSpPr>
            <p:nvPr/>
          </p:nvCxnSpPr>
          <p:spPr>
            <a:xfrm flipV="1">
              <a:off x="10349345" y="4223750"/>
              <a:ext cx="0" cy="85719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D47714D-C9E8-D17E-05C2-FD71A8F5FD56}"/>
                </a:ext>
              </a:extLst>
            </p:cNvPr>
            <p:cNvCxnSpPr>
              <a:cxnSpLocks/>
            </p:cNvCxnSpPr>
            <p:nvPr/>
          </p:nvCxnSpPr>
          <p:spPr>
            <a:xfrm flipV="1">
              <a:off x="8402812" y="4223750"/>
              <a:ext cx="0" cy="85719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6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6000"/>
                                        <p:tgtEl>
                                          <p:spTgt spid="57"/>
                                        </p:tgtEl>
                                      </p:cBhvr>
                                    </p:animEffect>
                                  </p:childTnLst>
                                </p:cTn>
                              </p:par>
                            </p:childTnLst>
                          </p:cTn>
                        </p:par>
                        <p:par>
                          <p:cTn id="8" fill="hold">
                            <p:stCondLst>
                              <p:cond delay="6000"/>
                            </p:stCondLst>
                            <p:childTnLst>
                              <p:par>
                                <p:cTn id="9" presetID="22" presetClass="entr" presetSubtype="8"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left)">
                                      <p:cBhvr>
                                        <p:cTn id="11" dur="6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946E636-6BD4-2B01-6D6B-34EBA4FC59B7}"/>
              </a:ext>
            </a:extLst>
          </p:cNvPr>
          <p:cNvSpPr>
            <a:spLocks noGrp="1"/>
          </p:cNvSpPr>
          <p:nvPr>
            <p:ph type="body" idx="1"/>
          </p:nvPr>
        </p:nvSpPr>
        <p:spPr>
          <a:xfrm>
            <a:off x="684000" y="4962561"/>
            <a:ext cx="9112346" cy="1447095"/>
          </a:xfrm>
        </p:spPr>
        <p:txBody>
          <a:bodyPr>
            <a:normAutofit/>
          </a:bodyPr>
          <a:lstStyle/>
          <a:p>
            <a:pPr marL="0" indent="0">
              <a:buNone/>
            </a:pPr>
            <a:r>
              <a:rPr lang="en-US" sz="1200"/>
              <a:t>You will learn how InCopy integrates with InDesign to provide a professional workflow that allows designers and writers to work in unison on the same layout without clashing.</a:t>
            </a:r>
          </a:p>
          <a:p>
            <a:pPr marL="0" indent="0">
              <a:buNone/>
            </a:pPr>
            <a:r>
              <a:rPr lang="en-US" sz="1200"/>
              <a:t>You will also learn to style and edit text track changes and export to PDF. You will be able to open and import documents and </a:t>
            </a:r>
            <a:r>
              <a:rPr lang="en-US" sz="1200" err="1"/>
              <a:t>customise</a:t>
            </a:r>
            <a:r>
              <a:rPr lang="en-US" sz="1200"/>
              <a:t> preferences.</a:t>
            </a:r>
          </a:p>
          <a:p>
            <a:endParaRPr lang="en-DK" sz="1200"/>
          </a:p>
        </p:txBody>
      </p:sp>
      <p:sp>
        <p:nvSpPr>
          <p:cNvPr id="3" name="Title 2">
            <a:extLst>
              <a:ext uri="{FF2B5EF4-FFF2-40B4-BE49-F238E27FC236}">
                <a16:creationId xmlns:a16="http://schemas.microsoft.com/office/drawing/2014/main" id="{FB1A83F0-2591-A893-5F80-ECA0D13B337C}"/>
              </a:ext>
            </a:extLst>
          </p:cNvPr>
          <p:cNvSpPr>
            <a:spLocks noGrp="1"/>
          </p:cNvSpPr>
          <p:nvPr>
            <p:ph type="title"/>
          </p:nvPr>
        </p:nvSpPr>
        <p:spPr/>
        <p:txBody>
          <a:bodyPr/>
          <a:lstStyle/>
          <a:p>
            <a:r>
              <a:rPr lang="en-US"/>
              <a:t>InCopy</a:t>
            </a:r>
            <a:endParaRPr lang="en-DK"/>
          </a:p>
        </p:txBody>
      </p:sp>
      <p:sp>
        <p:nvSpPr>
          <p:cNvPr id="4" name="Footer Placeholder 3">
            <a:extLst>
              <a:ext uri="{FF2B5EF4-FFF2-40B4-BE49-F238E27FC236}">
                <a16:creationId xmlns:a16="http://schemas.microsoft.com/office/drawing/2014/main" id="{EF8CB0E9-4735-7A5C-C56C-EE6970F8409F}"/>
              </a:ext>
            </a:extLst>
          </p:cNvPr>
          <p:cNvSpPr>
            <a:spLocks noGrp="1"/>
          </p:cNvSpPr>
          <p:nvPr>
            <p:ph type="ftr" sz="quarter" idx="11"/>
          </p:nvPr>
        </p:nvSpPr>
        <p:spPr/>
        <p:txBody>
          <a:bodyPr/>
          <a:lstStyle/>
          <a:p>
            <a:r>
              <a:rPr lang="en-US"/>
              <a:t>Powered by Partnership. Driven by Innovation.</a:t>
            </a:r>
            <a:endParaRPr lang="en-GB"/>
          </a:p>
        </p:txBody>
      </p:sp>
      <p:sp>
        <p:nvSpPr>
          <p:cNvPr id="5" name="Slide Number Placeholder 4">
            <a:extLst>
              <a:ext uri="{FF2B5EF4-FFF2-40B4-BE49-F238E27FC236}">
                <a16:creationId xmlns:a16="http://schemas.microsoft.com/office/drawing/2014/main" id="{AAD2AB20-B606-85DC-D690-6F285A1B9CCC}"/>
              </a:ext>
            </a:extLst>
          </p:cNvPr>
          <p:cNvSpPr>
            <a:spLocks noGrp="1"/>
          </p:cNvSpPr>
          <p:nvPr>
            <p:ph type="sldNum" sz="quarter" idx="12"/>
          </p:nvPr>
        </p:nvSpPr>
        <p:spPr/>
        <p:txBody>
          <a:bodyPr/>
          <a:lstStyle/>
          <a:p>
            <a:fld id="{66F6B9C1-1745-48B0-A8CA-B72E47831159}" type="slidenum">
              <a:rPr lang="en-GB" noProof="0" smtClean="0"/>
              <a:pPr/>
              <a:t>10</a:t>
            </a:fld>
            <a:endParaRPr lang="en-GB" noProof="0"/>
          </a:p>
        </p:txBody>
      </p:sp>
    </p:spTree>
    <p:extLst>
      <p:ext uri="{BB962C8B-B14F-4D97-AF65-F5344CB8AC3E}">
        <p14:creationId xmlns:p14="http://schemas.microsoft.com/office/powerpoint/2010/main" val="990384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1330C633-BA56-481F-84A0-D593F2CB315A}"/>
              </a:ext>
            </a:extLst>
          </p:cNvPr>
          <p:cNvGrpSpPr/>
          <p:nvPr/>
        </p:nvGrpSpPr>
        <p:grpSpPr>
          <a:xfrm>
            <a:off x="1056220" y="4320101"/>
            <a:ext cx="1563755" cy="1902284"/>
            <a:chOff x="6422114" y="4320101"/>
            <a:chExt cx="1563755" cy="1902284"/>
          </a:xfrm>
        </p:grpSpPr>
        <p:sp>
          <p:nvSpPr>
            <p:cNvPr id="11" name="Rectangle 10">
              <a:extLst>
                <a:ext uri="{FF2B5EF4-FFF2-40B4-BE49-F238E27FC236}">
                  <a16:creationId xmlns:a16="http://schemas.microsoft.com/office/drawing/2014/main" id="{2FC368C6-AC6F-4852-876B-DA85F04B551A}"/>
                </a:ext>
              </a:extLst>
            </p:cNvPr>
            <p:cNvSpPr/>
            <p:nvPr/>
          </p:nvSpPr>
          <p:spPr>
            <a:xfrm>
              <a:off x="6422114" y="5550310"/>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Real-time Global Collaboration</a:t>
              </a:r>
            </a:p>
          </p:txBody>
        </p:sp>
        <p:pic>
          <p:nvPicPr>
            <p:cNvPr id="15" name="Graphic 14">
              <a:extLst>
                <a:ext uri="{FF2B5EF4-FFF2-40B4-BE49-F238E27FC236}">
                  <a16:creationId xmlns:a16="http://schemas.microsoft.com/office/drawing/2014/main" id="{FBD3A8EA-BD5E-4C29-A69D-B13D58FC4A4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651888" y="4320101"/>
              <a:ext cx="960000" cy="960000"/>
            </a:xfrm>
            <a:prstGeom prst="rect">
              <a:avLst/>
            </a:prstGeom>
          </p:spPr>
        </p:pic>
      </p:grpSp>
      <p:sp>
        <p:nvSpPr>
          <p:cNvPr id="2" name="Slide Number Placeholder 1">
            <a:extLst>
              <a:ext uri="{FF2B5EF4-FFF2-40B4-BE49-F238E27FC236}">
                <a16:creationId xmlns:a16="http://schemas.microsoft.com/office/drawing/2014/main" id="{85C5BEE4-7E23-4ABF-8E2F-624C647B1A93}"/>
              </a:ext>
            </a:extLst>
          </p:cNvPr>
          <p:cNvSpPr>
            <a:spLocks noGrp="1"/>
          </p:cNvSpPr>
          <p:nvPr>
            <p:ph type="sldNum" sz="quarter" idx="12"/>
          </p:nvPr>
        </p:nvSpPr>
        <p:spPr/>
        <p:txBody>
          <a:bodyPr/>
          <a:lstStyle/>
          <a:p>
            <a:fld id="{66F6B9C1-1745-48B0-A8CA-B72E47831159}" type="slidenum">
              <a:rPr lang="en-GB" noProof="0" smtClean="0"/>
              <a:pPr/>
              <a:t>11</a:t>
            </a:fld>
            <a:endParaRPr lang="en-GB" noProof="0"/>
          </a:p>
        </p:txBody>
      </p:sp>
      <p:sp>
        <p:nvSpPr>
          <p:cNvPr id="3" name="Title 2">
            <a:extLst>
              <a:ext uri="{FF2B5EF4-FFF2-40B4-BE49-F238E27FC236}">
                <a16:creationId xmlns:a16="http://schemas.microsoft.com/office/drawing/2014/main" id="{9D83E388-4449-461D-8D32-FB3E7E1CB281}"/>
              </a:ext>
            </a:extLst>
          </p:cNvPr>
          <p:cNvSpPr>
            <a:spLocks noGrp="1"/>
          </p:cNvSpPr>
          <p:nvPr>
            <p:ph type="title"/>
          </p:nvPr>
        </p:nvSpPr>
        <p:spPr>
          <a:xfrm>
            <a:off x="467999" y="432000"/>
            <a:ext cx="11303453" cy="684000"/>
          </a:xfrm>
        </p:spPr>
        <p:txBody>
          <a:bodyPr/>
          <a:lstStyle/>
          <a:p>
            <a:pPr algn="ctr"/>
            <a:r>
              <a:rPr lang="en-GB"/>
              <a:t>What is Adobe InCopy?</a:t>
            </a:r>
            <a:endParaRPr lang="en-DK"/>
          </a:p>
        </p:txBody>
      </p:sp>
      <p:sp>
        <p:nvSpPr>
          <p:cNvPr id="4" name="Slide Number Placeholder 3">
            <a:extLst>
              <a:ext uri="{FF2B5EF4-FFF2-40B4-BE49-F238E27FC236}">
                <a16:creationId xmlns:a16="http://schemas.microsoft.com/office/drawing/2014/main" id="{AC662F11-1032-43D2-9D10-15D7AD71887E}"/>
              </a:ext>
            </a:extLst>
          </p:cNvPr>
          <p:cNvSpPr txBox="1">
            <a:spLocks/>
          </p:cNvSpPr>
          <p:nvPr/>
        </p:nvSpPr>
        <p:spPr>
          <a:xfrm>
            <a:off x="11393250" y="6401262"/>
            <a:ext cx="324000" cy="25200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txBody>
          <a:bodyPr vert="horz" lIns="36000" tIns="0" rIns="0" bIns="0" rtlCol="0" anchor="ctr"/>
          <a:lstStyle>
            <a:defPPr>
              <a:defRPr lang="en-US"/>
            </a:defPPr>
            <a:lvl1pPr marL="0" algn="r" defTabSz="914400" rtl="0" eaLnBrk="1" latinLnBrk="0" hangingPunct="1">
              <a:defRPr sz="12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B283E2-440F-4AE7-A636-9A8D44187D66}" type="slidenum">
              <a:rPr lang="en-US" smtClean="0"/>
              <a:pPr/>
              <a:t>11</a:t>
            </a:fld>
            <a:endParaRPr lang="en-US"/>
          </a:p>
        </p:txBody>
      </p:sp>
      <p:sp>
        <p:nvSpPr>
          <p:cNvPr id="18" name="Rectangle: Rounded Corners 17">
            <a:extLst>
              <a:ext uri="{FF2B5EF4-FFF2-40B4-BE49-F238E27FC236}">
                <a16:creationId xmlns:a16="http://schemas.microsoft.com/office/drawing/2014/main" id="{B218B118-80ED-418D-A38E-0F2D758B3510}"/>
              </a:ext>
            </a:extLst>
          </p:cNvPr>
          <p:cNvSpPr/>
          <p:nvPr/>
        </p:nvSpPr>
        <p:spPr>
          <a:xfrm>
            <a:off x="8785185" y="1772997"/>
            <a:ext cx="2932065" cy="4449388"/>
          </a:xfrm>
          <a:prstGeom prst="roundRect">
            <a:avLst>
              <a:gd name="adj" fmla="val 4028"/>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89E9B4F0-43DC-4096-A096-BE710D90B06C}"/>
              </a:ext>
            </a:extLst>
          </p:cNvPr>
          <p:cNvSpPr/>
          <p:nvPr/>
        </p:nvSpPr>
        <p:spPr>
          <a:xfrm>
            <a:off x="9243131" y="3657600"/>
            <a:ext cx="2150119" cy="2361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400">
                <a:solidFill>
                  <a:schemeClr val="tx2"/>
                </a:solidFill>
              </a:rPr>
              <a:t>Adobe InCopy is a tool that allows users to create, edit and format content as well as helping teams work collaboratively. It can also help avoid unnecessary back and forth throughout the design and editing process. </a:t>
            </a:r>
            <a:endParaRPr lang="en-DK" sz="1400">
              <a:solidFill>
                <a:schemeClr val="tx2"/>
              </a:solidFill>
            </a:endParaRPr>
          </a:p>
        </p:txBody>
      </p:sp>
      <p:sp>
        <p:nvSpPr>
          <p:cNvPr id="21" name="Footer Placeholder 7">
            <a:extLst>
              <a:ext uri="{FF2B5EF4-FFF2-40B4-BE49-F238E27FC236}">
                <a16:creationId xmlns:a16="http://schemas.microsoft.com/office/drawing/2014/main" id="{FBB60697-D8F5-4084-980E-468332820608}"/>
              </a:ext>
            </a:extLst>
          </p:cNvPr>
          <p:cNvSpPr>
            <a:spLocks noGrp="1"/>
          </p:cNvSpPr>
          <p:nvPr>
            <p:ph type="ftr" sz="quarter" idx="11"/>
          </p:nvPr>
        </p:nvSpPr>
        <p:spPr>
          <a:xfrm>
            <a:off x="7087870" y="6409657"/>
            <a:ext cx="4114800" cy="252000"/>
          </a:xfrm>
        </p:spPr>
        <p:txBody>
          <a:bodyPr/>
          <a:lstStyle/>
          <a:p>
            <a:r>
              <a:rPr lang="en-US" noProof="0"/>
              <a:t>Powered by Partnership. Driven by Innovation.</a:t>
            </a:r>
            <a:endParaRPr lang="en-GB" noProof="0"/>
          </a:p>
        </p:txBody>
      </p:sp>
      <p:pic>
        <p:nvPicPr>
          <p:cNvPr id="24" name="Picture 23" descr="Logo, icon&#10;&#10;Description automatically generated">
            <a:extLst>
              <a:ext uri="{FF2B5EF4-FFF2-40B4-BE49-F238E27FC236}">
                <a16:creationId xmlns:a16="http://schemas.microsoft.com/office/drawing/2014/main" id="{50470276-0763-4B7C-B423-4A709A4607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8580" y="2223121"/>
            <a:ext cx="1050148" cy="1023482"/>
          </a:xfrm>
          <a:prstGeom prst="rect">
            <a:avLst/>
          </a:prstGeom>
        </p:spPr>
      </p:pic>
      <p:grpSp>
        <p:nvGrpSpPr>
          <p:cNvPr id="49" name="Group 48">
            <a:extLst>
              <a:ext uri="{FF2B5EF4-FFF2-40B4-BE49-F238E27FC236}">
                <a16:creationId xmlns:a16="http://schemas.microsoft.com/office/drawing/2014/main" id="{EA65759D-BED3-42A1-AB7F-166DF5086637}"/>
              </a:ext>
            </a:extLst>
          </p:cNvPr>
          <p:cNvGrpSpPr/>
          <p:nvPr/>
        </p:nvGrpSpPr>
        <p:grpSpPr>
          <a:xfrm>
            <a:off x="987594" y="1960193"/>
            <a:ext cx="1563755" cy="1765915"/>
            <a:chOff x="987594" y="1960193"/>
            <a:chExt cx="1563755" cy="1765915"/>
          </a:xfrm>
        </p:grpSpPr>
        <p:pic>
          <p:nvPicPr>
            <p:cNvPr id="32" name="Graphic 31" descr="Paper">
              <a:extLst>
                <a:ext uri="{FF2B5EF4-FFF2-40B4-BE49-F238E27FC236}">
                  <a16:creationId xmlns:a16="http://schemas.microsoft.com/office/drawing/2014/main" id="{2EDFD197-79A8-488F-AB20-883181A21A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80911" y="1960193"/>
              <a:ext cx="914400" cy="914400"/>
            </a:xfrm>
            <a:prstGeom prst="rect">
              <a:avLst/>
            </a:prstGeom>
          </p:spPr>
        </p:pic>
        <p:sp>
          <p:nvSpPr>
            <p:cNvPr id="6" name="Rectangle 5">
              <a:extLst>
                <a:ext uri="{FF2B5EF4-FFF2-40B4-BE49-F238E27FC236}">
                  <a16:creationId xmlns:a16="http://schemas.microsoft.com/office/drawing/2014/main" id="{8CCD34B0-EA6E-4965-8714-53F19AB8ADF1}"/>
                </a:ext>
              </a:extLst>
            </p:cNvPr>
            <p:cNvSpPr/>
            <p:nvPr/>
          </p:nvSpPr>
          <p:spPr>
            <a:xfrm>
              <a:off x="987594" y="3054033"/>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Create Content</a:t>
              </a:r>
              <a:endParaRPr lang="en-GB" sz="1467">
                <a:solidFill>
                  <a:srgbClr val="1F3E77"/>
                </a:solidFill>
                <a:latin typeface="Arial" panose="020B0604020202020204" pitchFamily="34" charset="0"/>
                <a:cs typeface="Arial" panose="020B0604020202020204" pitchFamily="34" charset="0"/>
              </a:endParaRPr>
            </a:p>
          </p:txBody>
        </p:sp>
        <p:pic>
          <p:nvPicPr>
            <p:cNvPr id="26" name="Graphic 25" descr="Pencil">
              <a:extLst>
                <a:ext uri="{FF2B5EF4-FFF2-40B4-BE49-F238E27FC236}">
                  <a16:creationId xmlns:a16="http://schemas.microsoft.com/office/drawing/2014/main" id="{6B412519-634E-499A-B0A4-C3B65820BB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52725" y="2139633"/>
              <a:ext cx="914400" cy="914400"/>
            </a:xfrm>
            <a:prstGeom prst="rect">
              <a:avLst/>
            </a:prstGeom>
          </p:spPr>
        </p:pic>
      </p:grpSp>
      <p:grpSp>
        <p:nvGrpSpPr>
          <p:cNvPr id="50" name="Group 49">
            <a:extLst>
              <a:ext uri="{FF2B5EF4-FFF2-40B4-BE49-F238E27FC236}">
                <a16:creationId xmlns:a16="http://schemas.microsoft.com/office/drawing/2014/main" id="{AAE9BAA6-B8C1-40F2-9748-6B88AC29A4D3}"/>
              </a:ext>
            </a:extLst>
          </p:cNvPr>
          <p:cNvGrpSpPr/>
          <p:nvPr/>
        </p:nvGrpSpPr>
        <p:grpSpPr>
          <a:xfrm>
            <a:off x="3524744" y="1960193"/>
            <a:ext cx="1953846" cy="1765916"/>
            <a:chOff x="3524744" y="1960193"/>
            <a:chExt cx="1953846" cy="1765916"/>
          </a:xfrm>
        </p:grpSpPr>
        <p:sp>
          <p:nvSpPr>
            <p:cNvPr id="7" name="Rectangle 6">
              <a:extLst>
                <a:ext uri="{FF2B5EF4-FFF2-40B4-BE49-F238E27FC236}">
                  <a16:creationId xmlns:a16="http://schemas.microsoft.com/office/drawing/2014/main" id="{FF8DF116-07C1-4C86-B757-824F552A43BB}"/>
                </a:ext>
              </a:extLst>
            </p:cNvPr>
            <p:cNvSpPr/>
            <p:nvPr/>
          </p:nvSpPr>
          <p:spPr>
            <a:xfrm>
              <a:off x="3524744" y="3054033"/>
              <a:ext cx="1953846" cy="672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Edit existing content</a:t>
              </a:r>
              <a:endParaRPr lang="en-GB" sz="1467">
                <a:solidFill>
                  <a:srgbClr val="1F3E77"/>
                </a:solidFill>
                <a:latin typeface="Arial" panose="020B0604020202020204" pitchFamily="34" charset="0"/>
                <a:cs typeface="Arial" panose="020B0604020202020204" pitchFamily="34" charset="0"/>
              </a:endParaRPr>
            </a:p>
          </p:txBody>
        </p:sp>
        <p:pic>
          <p:nvPicPr>
            <p:cNvPr id="33" name="Graphic 32" descr="Pencil">
              <a:extLst>
                <a:ext uri="{FF2B5EF4-FFF2-40B4-BE49-F238E27FC236}">
                  <a16:creationId xmlns:a16="http://schemas.microsoft.com/office/drawing/2014/main" id="{F16EF4DE-BFAE-4629-AA85-3BA16DDB39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24861" y="2139633"/>
              <a:ext cx="914400" cy="914400"/>
            </a:xfrm>
            <a:prstGeom prst="rect">
              <a:avLst/>
            </a:prstGeom>
          </p:spPr>
        </p:pic>
        <p:pic>
          <p:nvPicPr>
            <p:cNvPr id="34" name="Graphic 33" descr="Document">
              <a:extLst>
                <a:ext uri="{FF2B5EF4-FFF2-40B4-BE49-F238E27FC236}">
                  <a16:creationId xmlns:a16="http://schemas.microsoft.com/office/drawing/2014/main" id="{E5E930D3-50A4-46A5-9E3B-D6019235B3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15165" y="1960193"/>
              <a:ext cx="914400" cy="914400"/>
            </a:xfrm>
            <a:prstGeom prst="rect">
              <a:avLst/>
            </a:prstGeom>
          </p:spPr>
        </p:pic>
      </p:grpSp>
      <p:grpSp>
        <p:nvGrpSpPr>
          <p:cNvPr id="53" name="Group 52">
            <a:extLst>
              <a:ext uri="{FF2B5EF4-FFF2-40B4-BE49-F238E27FC236}">
                <a16:creationId xmlns:a16="http://schemas.microsoft.com/office/drawing/2014/main" id="{B5EEA5B5-ADDE-4683-AB8C-36CB48EEF8CF}"/>
              </a:ext>
            </a:extLst>
          </p:cNvPr>
          <p:cNvGrpSpPr/>
          <p:nvPr/>
        </p:nvGrpSpPr>
        <p:grpSpPr>
          <a:xfrm>
            <a:off x="6119262" y="1960193"/>
            <a:ext cx="2081047" cy="1765915"/>
            <a:chOff x="6119262" y="1960193"/>
            <a:chExt cx="2081047" cy="1765915"/>
          </a:xfrm>
        </p:grpSpPr>
        <p:sp>
          <p:nvSpPr>
            <p:cNvPr id="8" name="Rectangle 7">
              <a:extLst>
                <a:ext uri="{FF2B5EF4-FFF2-40B4-BE49-F238E27FC236}">
                  <a16:creationId xmlns:a16="http://schemas.microsoft.com/office/drawing/2014/main" id="{766A9ACB-0058-46BF-9EF0-A4E4FA8CC836}"/>
                </a:ext>
              </a:extLst>
            </p:cNvPr>
            <p:cNvSpPr/>
            <p:nvPr/>
          </p:nvSpPr>
          <p:spPr>
            <a:xfrm>
              <a:off x="6119262" y="3054033"/>
              <a:ext cx="2081047"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Format Content</a:t>
              </a:r>
              <a:endParaRPr lang="en-GB" sz="1467">
                <a:solidFill>
                  <a:srgbClr val="1F3E77"/>
                </a:solidFill>
                <a:latin typeface="Arial" panose="020B0604020202020204" pitchFamily="34" charset="0"/>
                <a:cs typeface="Arial" panose="020B0604020202020204" pitchFamily="34" charset="0"/>
              </a:endParaRPr>
            </a:p>
          </p:txBody>
        </p:sp>
        <p:grpSp>
          <p:nvGrpSpPr>
            <p:cNvPr id="51" name="Group 50">
              <a:extLst>
                <a:ext uri="{FF2B5EF4-FFF2-40B4-BE49-F238E27FC236}">
                  <a16:creationId xmlns:a16="http://schemas.microsoft.com/office/drawing/2014/main" id="{33A50D50-A422-4382-9783-898F8BD47EA2}"/>
                </a:ext>
              </a:extLst>
            </p:cNvPr>
            <p:cNvGrpSpPr/>
            <p:nvPr/>
          </p:nvGrpSpPr>
          <p:grpSpPr>
            <a:xfrm>
              <a:off x="6746791" y="1960193"/>
              <a:ext cx="1328617" cy="1184609"/>
              <a:chOff x="6746791" y="1960193"/>
              <a:chExt cx="1328617" cy="1184609"/>
            </a:xfrm>
          </p:grpSpPr>
          <p:pic>
            <p:nvPicPr>
              <p:cNvPr id="30" name="Graphic 29" descr="Document">
                <a:extLst>
                  <a:ext uri="{FF2B5EF4-FFF2-40B4-BE49-F238E27FC236}">
                    <a16:creationId xmlns:a16="http://schemas.microsoft.com/office/drawing/2014/main" id="{F0692A86-2AEB-4D1F-B04A-48DFEC9EAB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46791" y="1960193"/>
                <a:ext cx="914400" cy="914400"/>
              </a:xfrm>
              <a:prstGeom prst="rect">
                <a:avLst/>
              </a:prstGeom>
            </p:spPr>
          </p:pic>
          <p:pic>
            <p:nvPicPr>
              <p:cNvPr id="36" name="Graphic 35" descr="Cursor">
                <a:extLst>
                  <a:ext uri="{FF2B5EF4-FFF2-40B4-BE49-F238E27FC236}">
                    <a16:creationId xmlns:a16="http://schemas.microsoft.com/office/drawing/2014/main" id="{B3F12294-DEC9-4930-A112-1D8C80C68F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61008" y="2230402"/>
                <a:ext cx="914400" cy="914400"/>
              </a:xfrm>
              <a:prstGeom prst="rect">
                <a:avLst/>
              </a:prstGeom>
            </p:spPr>
          </p:pic>
        </p:grpSp>
      </p:grpSp>
      <p:grpSp>
        <p:nvGrpSpPr>
          <p:cNvPr id="52" name="Group 51">
            <a:extLst>
              <a:ext uri="{FF2B5EF4-FFF2-40B4-BE49-F238E27FC236}">
                <a16:creationId xmlns:a16="http://schemas.microsoft.com/office/drawing/2014/main" id="{45693BC0-1065-4D51-9EB7-3513C991BD61}"/>
              </a:ext>
            </a:extLst>
          </p:cNvPr>
          <p:cNvGrpSpPr/>
          <p:nvPr/>
        </p:nvGrpSpPr>
        <p:grpSpPr>
          <a:xfrm>
            <a:off x="3689174" y="4227649"/>
            <a:ext cx="1563755" cy="1994736"/>
            <a:chOff x="3689174" y="4227649"/>
            <a:chExt cx="1563755" cy="1994736"/>
          </a:xfrm>
        </p:grpSpPr>
        <p:sp>
          <p:nvSpPr>
            <p:cNvPr id="9" name="Rectangle 8">
              <a:extLst>
                <a:ext uri="{FF2B5EF4-FFF2-40B4-BE49-F238E27FC236}">
                  <a16:creationId xmlns:a16="http://schemas.microsoft.com/office/drawing/2014/main" id="{AA0B010B-2FBE-4906-BB8F-FB2E86A19A12}"/>
                </a:ext>
              </a:extLst>
            </p:cNvPr>
            <p:cNvSpPr/>
            <p:nvPr/>
          </p:nvSpPr>
          <p:spPr>
            <a:xfrm>
              <a:off x="3689174" y="5550310"/>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Streamlined Workflow</a:t>
              </a:r>
            </a:p>
          </p:txBody>
        </p:sp>
        <p:pic>
          <p:nvPicPr>
            <p:cNvPr id="40" name="Graphic 39" descr="Decision chart">
              <a:extLst>
                <a:ext uri="{FF2B5EF4-FFF2-40B4-BE49-F238E27FC236}">
                  <a16:creationId xmlns:a16="http://schemas.microsoft.com/office/drawing/2014/main" id="{953C73CE-664D-4FCA-878D-521A5B9BC8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200000">
              <a:off x="3898599" y="4227649"/>
              <a:ext cx="1144904" cy="1144904"/>
            </a:xfrm>
            <a:prstGeom prst="rect">
              <a:avLst/>
            </a:prstGeom>
          </p:spPr>
        </p:pic>
      </p:grpSp>
      <p:grpSp>
        <p:nvGrpSpPr>
          <p:cNvPr id="45" name="Group 44">
            <a:extLst>
              <a:ext uri="{FF2B5EF4-FFF2-40B4-BE49-F238E27FC236}">
                <a16:creationId xmlns:a16="http://schemas.microsoft.com/office/drawing/2014/main" id="{6DC70EDD-0DEB-43AF-9193-7111C2E5E460}"/>
              </a:ext>
            </a:extLst>
          </p:cNvPr>
          <p:cNvGrpSpPr/>
          <p:nvPr/>
        </p:nvGrpSpPr>
        <p:grpSpPr>
          <a:xfrm>
            <a:off x="6475595" y="4320101"/>
            <a:ext cx="1563755" cy="1902284"/>
            <a:chOff x="956234" y="4320101"/>
            <a:chExt cx="1563755" cy="1902284"/>
          </a:xfrm>
        </p:grpSpPr>
        <p:sp>
          <p:nvSpPr>
            <p:cNvPr id="46" name="Rectangle 45">
              <a:extLst>
                <a:ext uri="{FF2B5EF4-FFF2-40B4-BE49-F238E27FC236}">
                  <a16:creationId xmlns:a16="http://schemas.microsoft.com/office/drawing/2014/main" id="{16CD96D0-4F75-4533-8AB8-CC877B1F5840}"/>
                </a:ext>
              </a:extLst>
            </p:cNvPr>
            <p:cNvSpPr/>
            <p:nvPr/>
          </p:nvSpPr>
          <p:spPr>
            <a:xfrm>
              <a:off x="956234" y="5550310"/>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Work within InDesign Layouts</a:t>
              </a:r>
            </a:p>
          </p:txBody>
        </p:sp>
        <p:pic>
          <p:nvPicPr>
            <p:cNvPr id="47" name="Graphic 46">
              <a:extLst>
                <a:ext uri="{FF2B5EF4-FFF2-40B4-BE49-F238E27FC236}">
                  <a16:creationId xmlns:a16="http://schemas.microsoft.com/office/drawing/2014/main" id="{4EEF1A81-EC7E-4A2D-B292-4A2A96FEBAC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289471" y="4320101"/>
              <a:ext cx="960000" cy="960000"/>
            </a:xfrm>
            <a:prstGeom prst="rect">
              <a:avLst/>
            </a:prstGeom>
          </p:spPr>
        </p:pic>
        <p:pic>
          <p:nvPicPr>
            <p:cNvPr id="48" name="Picture 47" descr="Logo&#10;&#10;Description automatically generated">
              <a:extLst>
                <a:ext uri="{FF2B5EF4-FFF2-40B4-BE49-F238E27FC236}">
                  <a16:creationId xmlns:a16="http://schemas.microsoft.com/office/drawing/2014/main" id="{72249E8E-BEDF-4C55-9799-83EF1650787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28332" y="4564926"/>
              <a:ext cx="482278" cy="470348"/>
            </a:xfrm>
            <a:prstGeom prst="rect">
              <a:avLst/>
            </a:prstGeom>
          </p:spPr>
        </p:pic>
      </p:grpSp>
    </p:spTree>
    <p:extLst>
      <p:ext uri="{BB962C8B-B14F-4D97-AF65-F5344CB8AC3E}">
        <p14:creationId xmlns:p14="http://schemas.microsoft.com/office/powerpoint/2010/main" val="291949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5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4CFCE-8EDC-4715-A289-6BF811F34409}"/>
              </a:ext>
            </a:extLst>
          </p:cNvPr>
          <p:cNvSpPr>
            <a:spLocks noGrp="1"/>
          </p:cNvSpPr>
          <p:nvPr>
            <p:ph type="sldNum" sz="quarter" idx="12"/>
          </p:nvPr>
        </p:nvSpPr>
        <p:spPr/>
        <p:txBody>
          <a:bodyPr/>
          <a:lstStyle/>
          <a:p>
            <a:fld id="{66F6B9C1-1745-48B0-A8CA-B72E47831159}" type="slidenum">
              <a:rPr lang="en-GB" noProof="0" smtClean="0"/>
              <a:pPr/>
              <a:t>12</a:t>
            </a:fld>
            <a:endParaRPr lang="en-GB" noProof="0"/>
          </a:p>
        </p:txBody>
      </p:sp>
      <p:sp>
        <p:nvSpPr>
          <p:cNvPr id="3" name="Title 2">
            <a:extLst>
              <a:ext uri="{FF2B5EF4-FFF2-40B4-BE49-F238E27FC236}">
                <a16:creationId xmlns:a16="http://schemas.microsoft.com/office/drawing/2014/main" id="{195DC2AE-FB9C-4C16-8DCF-3AA35D219FBF}"/>
              </a:ext>
            </a:extLst>
          </p:cNvPr>
          <p:cNvSpPr>
            <a:spLocks noGrp="1"/>
          </p:cNvSpPr>
          <p:nvPr>
            <p:ph type="title"/>
          </p:nvPr>
        </p:nvSpPr>
        <p:spPr>
          <a:xfrm>
            <a:off x="468000" y="432000"/>
            <a:ext cx="11249250" cy="684000"/>
          </a:xfrm>
        </p:spPr>
        <p:txBody>
          <a:bodyPr/>
          <a:lstStyle/>
          <a:p>
            <a:pPr algn="ctr"/>
            <a:r>
              <a:rPr lang="en-US"/>
              <a:t>Requirements</a:t>
            </a:r>
            <a:endParaRPr lang="en-DK"/>
          </a:p>
        </p:txBody>
      </p:sp>
      <p:grpSp>
        <p:nvGrpSpPr>
          <p:cNvPr id="19" name="Group 18">
            <a:extLst>
              <a:ext uri="{FF2B5EF4-FFF2-40B4-BE49-F238E27FC236}">
                <a16:creationId xmlns:a16="http://schemas.microsoft.com/office/drawing/2014/main" id="{1128F4E5-7F54-4B20-B993-D3FB1BDD3CFB}"/>
              </a:ext>
            </a:extLst>
          </p:cNvPr>
          <p:cNvGrpSpPr/>
          <p:nvPr/>
        </p:nvGrpSpPr>
        <p:grpSpPr>
          <a:xfrm>
            <a:off x="3757305" y="2988349"/>
            <a:ext cx="1563755" cy="1950381"/>
            <a:chOff x="3488344" y="2988349"/>
            <a:chExt cx="1563755" cy="1950381"/>
          </a:xfrm>
        </p:grpSpPr>
        <p:pic>
          <p:nvPicPr>
            <p:cNvPr id="5" name="Picture 4" descr="Icon&#10;&#10;Description automatically generated">
              <a:extLst>
                <a:ext uri="{FF2B5EF4-FFF2-40B4-BE49-F238E27FC236}">
                  <a16:creationId xmlns:a16="http://schemas.microsoft.com/office/drawing/2014/main" id="{1616E599-95C3-4EA4-BA21-AC0C7234B5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9571" y="2988349"/>
              <a:ext cx="881302" cy="881302"/>
            </a:xfrm>
            <a:prstGeom prst="roundRect">
              <a:avLst>
                <a:gd name="adj" fmla="val 16667"/>
              </a:avLst>
            </a:prstGeom>
            <a:ln>
              <a:noFill/>
            </a:ln>
            <a:effectLst/>
          </p:spPr>
        </p:pic>
        <p:sp>
          <p:nvSpPr>
            <p:cNvPr id="8" name="Rectangle 7">
              <a:extLst>
                <a:ext uri="{FF2B5EF4-FFF2-40B4-BE49-F238E27FC236}">
                  <a16:creationId xmlns:a16="http://schemas.microsoft.com/office/drawing/2014/main" id="{1EDBC46B-3422-4877-9066-5475DC83B641}"/>
                </a:ext>
              </a:extLst>
            </p:cNvPr>
            <p:cNvSpPr/>
            <p:nvPr/>
          </p:nvSpPr>
          <p:spPr>
            <a:xfrm>
              <a:off x="3488344"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Microsoft Teams</a:t>
              </a:r>
            </a:p>
          </p:txBody>
        </p:sp>
      </p:grpSp>
      <p:grpSp>
        <p:nvGrpSpPr>
          <p:cNvPr id="26" name="Group 25">
            <a:extLst>
              <a:ext uri="{FF2B5EF4-FFF2-40B4-BE49-F238E27FC236}">
                <a16:creationId xmlns:a16="http://schemas.microsoft.com/office/drawing/2014/main" id="{586FCC31-3BF4-4950-855D-5B88A1EE5181}"/>
              </a:ext>
            </a:extLst>
          </p:cNvPr>
          <p:cNvGrpSpPr/>
          <p:nvPr/>
        </p:nvGrpSpPr>
        <p:grpSpPr>
          <a:xfrm>
            <a:off x="9079072" y="2894878"/>
            <a:ext cx="1641857" cy="2043852"/>
            <a:chOff x="9079072" y="2894878"/>
            <a:chExt cx="1641857" cy="2043852"/>
          </a:xfrm>
        </p:grpSpPr>
        <p:sp>
          <p:nvSpPr>
            <p:cNvPr id="13" name="TextBox 12">
              <a:extLst>
                <a:ext uri="{FF2B5EF4-FFF2-40B4-BE49-F238E27FC236}">
                  <a16:creationId xmlns:a16="http://schemas.microsoft.com/office/drawing/2014/main" id="{BABAB3E0-2F92-4FFD-8C3A-1ADB66D23ADF}"/>
                </a:ext>
              </a:extLst>
            </p:cNvPr>
            <p:cNvSpPr txBox="1"/>
            <p:nvPr/>
          </p:nvSpPr>
          <p:spPr>
            <a:xfrm>
              <a:off x="9079072" y="2894878"/>
              <a:ext cx="1628605" cy="914400"/>
            </a:xfrm>
            <a:prstGeom prst="rect">
              <a:avLst/>
            </a:prstGeom>
            <a:noFill/>
          </p:spPr>
          <p:txBody>
            <a:bodyPr wrap="square" rtlCol="0">
              <a:noAutofit/>
            </a:bodyPr>
            <a:lstStyle/>
            <a:p>
              <a:pPr algn="ctr"/>
              <a:r>
                <a:rPr lang="en-US" sz="6600" b="1">
                  <a:solidFill>
                    <a:schemeClr val="accent3"/>
                  </a:solidFill>
                </a:rPr>
                <a:t>Aa</a:t>
              </a:r>
              <a:endParaRPr lang="en-DK" sz="6600" b="1">
                <a:solidFill>
                  <a:schemeClr val="accent3"/>
                </a:solidFill>
              </a:endParaRPr>
            </a:p>
          </p:txBody>
        </p:sp>
        <p:sp>
          <p:nvSpPr>
            <p:cNvPr id="15" name="Rectangle 14">
              <a:extLst>
                <a:ext uri="{FF2B5EF4-FFF2-40B4-BE49-F238E27FC236}">
                  <a16:creationId xmlns:a16="http://schemas.microsoft.com/office/drawing/2014/main" id="{D234953C-4181-459B-A2C9-3BD0B96FF940}"/>
                </a:ext>
              </a:extLst>
            </p:cNvPr>
            <p:cNvSpPr/>
            <p:nvPr/>
          </p:nvSpPr>
          <p:spPr>
            <a:xfrm>
              <a:off x="9157174"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Fonts Installed</a:t>
              </a:r>
            </a:p>
          </p:txBody>
        </p:sp>
      </p:grpSp>
      <p:grpSp>
        <p:nvGrpSpPr>
          <p:cNvPr id="18" name="Group 17">
            <a:extLst>
              <a:ext uri="{FF2B5EF4-FFF2-40B4-BE49-F238E27FC236}">
                <a16:creationId xmlns:a16="http://schemas.microsoft.com/office/drawing/2014/main" id="{9CE3CD82-55BF-471F-85C8-1EB8F8FE8255}"/>
              </a:ext>
            </a:extLst>
          </p:cNvPr>
          <p:cNvGrpSpPr/>
          <p:nvPr/>
        </p:nvGrpSpPr>
        <p:grpSpPr>
          <a:xfrm>
            <a:off x="1096422" y="2971800"/>
            <a:ext cx="1563755" cy="1966930"/>
            <a:chOff x="1096422" y="2971800"/>
            <a:chExt cx="1563755" cy="1966930"/>
          </a:xfrm>
        </p:grpSpPr>
        <p:pic>
          <p:nvPicPr>
            <p:cNvPr id="16" name="Graphic 15" descr="Syncing cloud">
              <a:extLst>
                <a:ext uri="{FF2B5EF4-FFF2-40B4-BE49-F238E27FC236}">
                  <a16:creationId xmlns:a16="http://schemas.microsoft.com/office/drawing/2014/main" id="{127F6949-85D7-4B42-AB2B-7ACB210AEF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46663" y="2971800"/>
              <a:ext cx="914400" cy="914400"/>
            </a:xfrm>
            <a:prstGeom prst="rect">
              <a:avLst/>
            </a:prstGeom>
          </p:spPr>
        </p:pic>
        <p:sp>
          <p:nvSpPr>
            <p:cNvPr id="17" name="Rectangle 16">
              <a:extLst>
                <a:ext uri="{FF2B5EF4-FFF2-40B4-BE49-F238E27FC236}">
                  <a16:creationId xmlns:a16="http://schemas.microsoft.com/office/drawing/2014/main" id="{25F577FA-83EA-4D9C-9306-01AF31A01717}"/>
                </a:ext>
              </a:extLst>
            </p:cNvPr>
            <p:cNvSpPr/>
            <p:nvPr/>
          </p:nvSpPr>
          <p:spPr>
            <a:xfrm>
              <a:off x="1096422"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Shared Server</a:t>
              </a:r>
            </a:p>
          </p:txBody>
        </p:sp>
      </p:grpSp>
      <p:grpSp>
        <p:nvGrpSpPr>
          <p:cNvPr id="25" name="Group 24">
            <a:extLst>
              <a:ext uri="{FF2B5EF4-FFF2-40B4-BE49-F238E27FC236}">
                <a16:creationId xmlns:a16="http://schemas.microsoft.com/office/drawing/2014/main" id="{EE74BB47-58E7-4C2C-A617-2A7099A631B1}"/>
              </a:ext>
            </a:extLst>
          </p:cNvPr>
          <p:cNvGrpSpPr/>
          <p:nvPr/>
        </p:nvGrpSpPr>
        <p:grpSpPr>
          <a:xfrm>
            <a:off x="6418188" y="3109208"/>
            <a:ext cx="1563755" cy="1829522"/>
            <a:chOff x="6220309" y="3109208"/>
            <a:chExt cx="1563755" cy="1829522"/>
          </a:xfrm>
        </p:grpSpPr>
        <p:sp>
          <p:nvSpPr>
            <p:cNvPr id="14" name="Rectangle 13">
              <a:extLst>
                <a:ext uri="{FF2B5EF4-FFF2-40B4-BE49-F238E27FC236}">
                  <a16:creationId xmlns:a16="http://schemas.microsoft.com/office/drawing/2014/main" id="{A536D5C4-12FF-4ECA-AC85-E09585FE060B}"/>
                </a:ext>
              </a:extLst>
            </p:cNvPr>
            <p:cNvSpPr/>
            <p:nvPr/>
          </p:nvSpPr>
          <p:spPr>
            <a:xfrm>
              <a:off x="6220309" y="4266655"/>
              <a:ext cx="1563755"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GB" sz="1467" b="1">
                  <a:solidFill>
                    <a:srgbClr val="1F3E77"/>
                  </a:solidFill>
                  <a:latin typeface="Arial" panose="020B0604020202020204" pitchFamily="34" charset="0"/>
                  <a:cs typeface="Arial" panose="020B0604020202020204" pitchFamily="34" charset="0"/>
                </a:rPr>
                <a:t>Sync/Shortcuts</a:t>
              </a:r>
            </a:p>
          </p:txBody>
        </p:sp>
        <p:grpSp>
          <p:nvGrpSpPr>
            <p:cNvPr id="24" name="Group 23">
              <a:extLst>
                <a:ext uri="{FF2B5EF4-FFF2-40B4-BE49-F238E27FC236}">
                  <a16:creationId xmlns:a16="http://schemas.microsoft.com/office/drawing/2014/main" id="{C2E916E0-FC0A-4E92-9006-0E33192BBC37}"/>
                </a:ext>
              </a:extLst>
            </p:cNvPr>
            <p:cNvGrpSpPr/>
            <p:nvPr/>
          </p:nvGrpSpPr>
          <p:grpSpPr>
            <a:xfrm>
              <a:off x="6571321" y="3109208"/>
              <a:ext cx="909808" cy="725334"/>
              <a:chOff x="6876778" y="3352729"/>
              <a:chExt cx="298894" cy="238291"/>
            </a:xfrm>
            <a:noFill/>
          </p:grpSpPr>
          <p:sp>
            <p:nvSpPr>
              <p:cNvPr id="21" name="Freeform: Shape 20">
                <a:extLst>
                  <a:ext uri="{FF2B5EF4-FFF2-40B4-BE49-F238E27FC236}">
                    <a16:creationId xmlns:a16="http://schemas.microsoft.com/office/drawing/2014/main" id="{1AB996E9-B434-4207-9979-FBEAE7925A72}"/>
                  </a:ext>
                </a:extLst>
              </p:cNvPr>
              <p:cNvSpPr/>
              <p:nvPr/>
            </p:nvSpPr>
            <p:spPr>
              <a:xfrm>
                <a:off x="6918593" y="3352729"/>
                <a:ext cx="257079" cy="149993"/>
              </a:xfrm>
              <a:custGeom>
                <a:avLst/>
                <a:gdLst>
                  <a:gd name="connsiteX0" fmla="*/ 257080 w 257079"/>
                  <a:gd name="connsiteY0" fmla="*/ 88272 h 149993"/>
                  <a:gd name="connsiteX1" fmla="*/ 195358 w 257079"/>
                  <a:gd name="connsiteY1" fmla="*/ 149994 h 149993"/>
                  <a:gd name="connsiteX2" fmla="*/ 133541 w 257079"/>
                  <a:gd name="connsiteY2" fmla="*/ 88272 h 149993"/>
                  <a:gd name="connsiteX3" fmla="*/ 168021 w 257079"/>
                  <a:gd name="connsiteY3" fmla="*/ 88272 h 149993"/>
                  <a:gd name="connsiteX4" fmla="*/ 107442 w 257079"/>
                  <a:gd name="connsiteY4" fmla="*/ 51220 h 149993"/>
                  <a:gd name="connsiteX5" fmla="*/ 62770 w 257079"/>
                  <a:gd name="connsiteY5" fmla="*/ 68269 h 149993"/>
                  <a:gd name="connsiteX6" fmla="*/ 0 w 257079"/>
                  <a:gd name="connsiteY6" fmla="*/ 68269 h 149993"/>
                  <a:gd name="connsiteX7" fmla="*/ 158181 w 257079"/>
                  <a:gd name="connsiteY7" fmla="*/ 11350 h 149993"/>
                  <a:gd name="connsiteX8" fmla="*/ 222409 w 257079"/>
                  <a:gd name="connsiteY8" fmla="*/ 88272 h 14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79" h="149993">
                    <a:moveTo>
                      <a:pt x="257080" y="88272"/>
                    </a:moveTo>
                    <a:lnTo>
                      <a:pt x="195358" y="149994"/>
                    </a:lnTo>
                    <a:lnTo>
                      <a:pt x="133541" y="88272"/>
                    </a:lnTo>
                    <a:lnTo>
                      <a:pt x="168021" y="88272"/>
                    </a:lnTo>
                    <a:cubicBezTo>
                      <a:pt x="156358" y="65553"/>
                      <a:pt x="132979" y="51254"/>
                      <a:pt x="107442" y="51220"/>
                    </a:cubicBezTo>
                    <a:cubicBezTo>
                      <a:pt x="90966" y="51238"/>
                      <a:pt x="75068" y="57305"/>
                      <a:pt x="62770" y="68269"/>
                    </a:cubicBezTo>
                    <a:lnTo>
                      <a:pt x="0" y="68269"/>
                    </a:lnTo>
                    <a:cubicBezTo>
                      <a:pt x="27963" y="8870"/>
                      <a:pt x="98783" y="-16613"/>
                      <a:pt x="158181" y="11350"/>
                    </a:cubicBezTo>
                    <a:cubicBezTo>
                      <a:pt x="189880" y="26273"/>
                      <a:pt x="213382" y="54419"/>
                      <a:pt x="222409" y="88272"/>
                    </a:cubicBezTo>
                    <a:close/>
                  </a:path>
                </a:pathLst>
              </a:custGeom>
              <a:grpFill/>
              <a:ln w="28575" cap="flat">
                <a:solidFill>
                  <a:schemeClr val="accent3"/>
                </a:solidFill>
                <a:prstDash val="solid"/>
                <a:miter/>
              </a:ln>
            </p:spPr>
            <p:txBody>
              <a:bodyPr rtlCol="0" anchor="ctr"/>
              <a:lstStyle/>
              <a:p>
                <a:endParaRPr lang="en-DK"/>
              </a:p>
            </p:txBody>
          </p:sp>
          <p:sp>
            <p:nvSpPr>
              <p:cNvPr id="22" name="Freeform: Shape 21">
                <a:extLst>
                  <a:ext uri="{FF2B5EF4-FFF2-40B4-BE49-F238E27FC236}">
                    <a16:creationId xmlns:a16="http://schemas.microsoft.com/office/drawing/2014/main" id="{10FCDB8A-0BED-4AE3-8BB9-2293BC1AD085}"/>
                  </a:ext>
                </a:extLst>
              </p:cNvPr>
              <p:cNvSpPr/>
              <p:nvPr/>
            </p:nvSpPr>
            <p:spPr>
              <a:xfrm>
                <a:off x="6876778" y="3441001"/>
                <a:ext cx="257079" cy="150019"/>
              </a:xfrm>
              <a:custGeom>
                <a:avLst/>
                <a:gdLst>
                  <a:gd name="connsiteX0" fmla="*/ 0 w 257079"/>
                  <a:gd name="connsiteY0" fmla="*/ 61722 h 150019"/>
                  <a:gd name="connsiteX1" fmla="*/ 61817 w 257079"/>
                  <a:gd name="connsiteY1" fmla="*/ 0 h 150019"/>
                  <a:gd name="connsiteX2" fmla="*/ 123539 w 257079"/>
                  <a:gd name="connsiteY2" fmla="*/ 61722 h 150019"/>
                  <a:gd name="connsiteX3" fmla="*/ 88773 w 257079"/>
                  <a:gd name="connsiteY3" fmla="*/ 61722 h 150019"/>
                  <a:gd name="connsiteX4" fmla="*/ 149257 w 257079"/>
                  <a:gd name="connsiteY4" fmla="*/ 98774 h 150019"/>
                  <a:gd name="connsiteX5" fmla="*/ 194024 w 257079"/>
                  <a:gd name="connsiteY5" fmla="*/ 81725 h 150019"/>
                  <a:gd name="connsiteX6" fmla="*/ 257080 w 257079"/>
                  <a:gd name="connsiteY6" fmla="*/ 81725 h 150019"/>
                  <a:gd name="connsiteX7" fmla="*/ 98601 w 257079"/>
                  <a:gd name="connsiteY7" fmla="*/ 138612 h 150019"/>
                  <a:gd name="connsiteX8" fmla="*/ 34385 w 257079"/>
                  <a:gd name="connsiteY8" fmla="*/ 61722 h 15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79" h="150019">
                    <a:moveTo>
                      <a:pt x="0" y="61722"/>
                    </a:moveTo>
                    <a:lnTo>
                      <a:pt x="61817" y="0"/>
                    </a:lnTo>
                    <a:lnTo>
                      <a:pt x="123539" y="61722"/>
                    </a:lnTo>
                    <a:lnTo>
                      <a:pt x="88773" y="61722"/>
                    </a:lnTo>
                    <a:cubicBezTo>
                      <a:pt x="100404" y="84426"/>
                      <a:pt x="123747" y="98726"/>
                      <a:pt x="149257" y="98774"/>
                    </a:cubicBezTo>
                    <a:cubicBezTo>
                      <a:pt x="165765" y="98770"/>
                      <a:pt x="181696" y="92703"/>
                      <a:pt x="194024" y="81725"/>
                    </a:cubicBezTo>
                    <a:lnTo>
                      <a:pt x="257080" y="81725"/>
                    </a:lnTo>
                    <a:cubicBezTo>
                      <a:pt x="229026" y="141196"/>
                      <a:pt x="158072" y="166666"/>
                      <a:pt x="98601" y="138612"/>
                    </a:cubicBezTo>
                    <a:cubicBezTo>
                      <a:pt x="66930" y="123672"/>
                      <a:pt x="43442" y="95548"/>
                      <a:pt x="34385" y="61722"/>
                    </a:cubicBezTo>
                    <a:close/>
                  </a:path>
                </a:pathLst>
              </a:custGeom>
              <a:grpFill/>
              <a:ln w="28575" cap="flat">
                <a:solidFill>
                  <a:schemeClr val="accent3"/>
                </a:solidFill>
                <a:prstDash val="solid"/>
                <a:miter/>
              </a:ln>
            </p:spPr>
            <p:txBody>
              <a:bodyPr rtlCol="0" anchor="ctr"/>
              <a:lstStyle/>
              <a:p>
                <a:endParaRPr lang="en-DK"/>
              </a:p>
            </p:txBody>
          </p:sp>
        </p:grpSp>
      </p:grpSp>
    </p:spTree>
    <p:extLst>
      <p:ext uri="{BB962C8B-B14F-4D97-AF65-F5344CB8AC3E}">
        <p14:creationId xmlns:p14="http://schemas.microsoft.com/office/powerpoint/2010/main" val="1038951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9FCCFC-6C88-D164-F671-FF7E8FBD13EF}"/>
              </a:ext>
            </a:extLst>
          </p:cNvPr>
          <p:cNvSpPr>
            <a:spLocks noGrp="1"/>
          </p:cNvSpPr>
          <p:nvPr>
            <p:ph sz="quarter" idx="19"/>
          </p:nvPr>
        </p:nvSpPr>
        <p:spPr>
          <a:xfrm>
            <a:off x="6416865" y="2105247"/>
            <a:ext cx="5321935" cy="4091983"/>
          </a:xfrm>
        </p:spPr>
        <p:txBody>
          <a:bodyPr>
            <a:normAutofit/>
          </a:bodyPr>
          <a:lstStyle/>
          <a:p>
            <a:pPr marL="0" indent="0">
              <a:buNone/>
            </a:pPr>
            <a:r>
              <a:rPr lang="en-US"/>
              <a:t>This course is split into 4 easy-to-understand modules, which will provide you a thorough understanding. </a:t>
            </a:r>
          </a:p>
          <a:p>
            <a:r>
              <a:rPr lang="en-US" b="1"/>
              <a:t>Module 1: </a:t>
            </a:r>
            <a:r>
              <a:rPr lang="en-US"/>
              <a:t>Introduction to InCopy </a:t>
            </a:r>
          </a:p>
          <a:p>
            <a:r>
              <a:rPr lang="en-US" b="1"/>
              <a:t>Module 2: </a:t>
            </a:r>
            <a:r>
              <a:rPr lang="en-US"/>
              <a:t>Editing Text</a:t>
            </a:r>
          </a:p>
          <a:p>
            <a:r>
              <a:rPr lang="en-US" b="1"/>
              <a:t>Module 3: </a:t>
            </a:r>
            <a:r>
              <a:rPr lang="en-US"/>
              <a:t>Reviewing Copy</a:t>
            </a:r>
          </a:p>
          <a:p>
            <a:r>
              <a:rPr lang="en-US" b="1"/>
              <a:t>Module 4: </a:t>
            </a:r>
            <a:r>
              <a:rPr lang="en-US"/>
              <a:t>Saving and Export</a:t>
            </a:r>
          </a:p>
          <a:p>
            <a:endParaRPr lang="en-DK"/>
          </a:p>
        </p:txBody>
      </p:sp>
      <p:sp>
        <p:nvSpPr>
          <p:cNvPr id="3" name="Footer Placeholder 2">
            <a:extLst>
              <a:ext uri="{FF2B5EF4-FFF2-40B4-BE49-F238E27FC236}">
                <a16:creationId xmlns:a16="http://schemas.microsoft.com/office/drawing/2014/main" id="{4B97E568-01B4-7829-2063-61C78154A82A}"/>
              </a:ext>
            </a:extLst>
          </p:cNvPr>
          <p:cNvSpPr>
            <a:spLocks noGrp="1"/>
          </p:cNvSpPr>
          <p:nvPr>
            <p:ph type="ftr" sz="quarter" idx="22"/>
          </p:nvPr>
        </p:nvSpPr>
        <p:spPr>
          <a:xfrm>
            <a:off x="7087870" y="6409657"/>
            <a:ext cx="4114800" cy="252000"/>
          </a:xfrm>
        </p:spPr>
        <p:txBody>
          <a:bodyPr/>
          <a:lstStyle/>
          <a:p>
            <a:r>
              <a:rPr lang="en-US" noProof="0"/>
              <a:t>Powered by Partnership. Driven by Innovation.</a:t>
            </a:r>
            <a:endParaRPr lang="en-GB" noProof="0"/>
          </a:p>
        </p:txBody>
      </p:sp>
      <p:sp>
        <p:nvSpPr>
          <p:cNvPr id="4" name="Slide Number Placeholder 3">
            <a:extLst>
              <a:ext uri="{FF2B5EF4-FFF2-40B4-BE49-F238E27FC236}">
                <a16:creationId xmlns:a16="http://schemas.microsoft.com/office/drawing/2014/main" id="{B2897DFE-DDC0-AC5E-F631-F290C456A9CE}"/>
              </a:ext>
            </a:extLst>
          </p:cNvPr>
          <p:cNvSpPr>
            <a:spLocks noGrp="1"/>
          </p:cNvSpPr>
          <p:nvPr>
            <p:ph type="sldNum" sz="quarter" idx="23"/>
          </p:nvPr>
        </p:nvSpPr>
        <p:spPr>
          <a:xfrm>
            <a:off x="11393250" y="6401262"/>
            <a:ext cx="324000" cy="252000"/>
          </a:xfrm>
        </p:spPr>
        <p:txBody>
          <a:bodyPr/>
          <a:lstStyle/>
          <a:p>
            <a:fld id="{66F6B9C1-1745-48B0-A8CA-B72E47831159}" type="slidenum">
              <a:rPr lang="en-GB" noProof="0" smtClean="0"/>
              <a:pPr/>
              <a:t>13</a:t>
            </a:fld>
            <a:endParaRPr lang="en-GB" noProof="0"/>
          </a:p>
        </p:txBody>
      </p:sp>
      <p:sp>
        <p:nvSpPr>
          <p:cNvPr id="19" name="Picture Placeholder 18">
            <a:extLst>
              <a:ext uri="{FF2B5EF4-FFF2-40B4-BE49-F238E27FC236}">
                <a16:creationId xmlns:a16="http://schemas.microsoft.com/office/drawing/2014/main" id="{A9552E2D-3542-EE3D-434E-AAD61310AF53}"/>
              </a:ext>
            </a:extLst>
          </p:cNvPr>
          <p:cNvSpPr>
            <a:spLocks noGrp="1"/>
          </p:cNvSpPr>
          <p:nvPr>
            <p:ph type="pic" idx="15"/>
          </p:nvPr>
        </p:nvSpPr>
        <p:spPr>
          <a:solidFill>
            <a:schemeClr val="accent4"/>
          </a:solidFill>
        </p:spPr>
        <p:txBody>
          <a:bodyPr/>
          <a:lstStyle/>
          <a:p>
            <a:endParaRPr lang="en-DK"/>
          </a:p>
        </p:txBody>
      </p:sp>
      <p:sp>
        <p:nvSpPr>
          <p:cNvPr id="6" name="Subtitle 5">
            <a:extLst>
              <a:ext uri="{FF2B5EF4-FFF2-40B4-BE49-F238E27FC236}">
                <a16:creationId xmlns:a16="http://schemas.microsoft.com/office/drawing/2014/main" id="{AA1914F3-6FC2-6AF0-A972-A757AFBF4BBF}"/>
              </a:ext>
            </a:extLst>
          </p:cNvPr>
          <p:cNvSpPr>
            <a:spLocks noGrp="1"/>
          </p:cNvSpPr>
          <p:nvPr>
            <p:ph type="subTitle" idx="14"/>
          </p:nvPr>
        </p:nvSpPr>
        <p:spPr>
          <a:xfrm>
            <a:off x="6413180" y="613541"/>
            <a:ext cx="4602915" cy="360000"/>
          </a:xfrm>
        </p:spPr>
        <p:txBody>
          <a:bodyPr/>
          <a:lstStyle/>
          <a:p>
            <a:r>
              <a:rPr lang="en-US"/>
              <a:t>InCopy</a:t>
            </a:r>
            <a:endParaRPr lang="en-DK"/>
          </a:p>
        </p:txBody>
      </p:sp>
      <p:sp>
        <p:nvSpPr>
          <p:cNvPr id="7" name="Title 6">
            <a:extLst>
              <a:ext uri="{FF2B5EF4-FFF2-40B4-BE49-F238E27FC236}">
                <a16:creationId xmlns:a16="http://schemas.microsoft.com/office/drawing/2014/main" id="{67E11A24-E629-B976-C107-9EEA287B2B16}"/>
              </a:ext>
            </a:extLst>
          </p:cNvPr>
          <p:cNvSpPr>
            <a:spLocks noGrp="1"/>
          </p:cNvSpPr>
          <p:nvPr>
            <p:ph type="title"/>
          </p:nvPr>
        </p:nvSpPr>
        <p:spPr>
          <a:xfrm>
            <a:off x="6413180" y="990600"/>
            <a:ext cx="5325619" cy="810000"/>
          </a:xfrm>
        </p:spPr>
        <p:txBody>
          <a:bodyPr/>
          <a:lstStyle/>
          <a:p>
            <a:r>
              <a:rPr lang="en-US"/>
              <a:t>Training</a:t>
            </a:r>
            <a:endParaRPr lang="en-DK"/>
          </a:p>
        </p:txBody>
      </p:sp>
      <p:grpSp>
        <p:nvGrpSpPr>
          <p:cNvPr id="20" name="object 2">
            <a:extLst>
              <a:ext uri="{FF2B5EF4-FFF2-40B4-BE49-F238E27FC236}">
                <a16:creationId xmlns:a16="http://schemas.microsoft.com/office/drawing/2014/main" id="{00A616DE-97BF-6CF8-CB09-CBC70D2BECCF}"/>
              </a:ext>
            </a:extLst>
          </p:cNvPr>
          <p:cNvGrpSpPr/>
          <p:nvPr/>
        </p:nvGrpSpPr>
        <p:grpSpPr>
          <a:xfrm>
            <a:off x="932874" y="2061562"/>
            <a:ext cx="4311650" cy="2644140"/>
            <a:chOff x="1245108" y="2106167"/>
            <a:chExt cx="4311650" cy="2644140"/>
          </a:xfrm>
        </p:grpSpPr>
        <p:pic>
          <p:nvPicPr>
            <p:cNvPr id="21" name="object 3">
              <a:extLst>
                <a:ext uri="{FF2B5EF4-FFF2-40B4-BE49-F238E27FC236}">
                  <a16:creationId xmlns:a16="http://schemas.microsoft.com/office/drawing/2014/main" id="{DAE3745A-3051-F0F2-99DD-31AEF02EA33A}"/>
                </a:ext>
              </a:extLst>
            </p:cNvPr>
            <p:cNvPicPr/>
            <p:nvPr/>
          </p:nvPicPr>
          <p:blipFill>
            <a:blip r:embed="rId3" cstate="print"/>
            <a:stretch>
              <a:fillRect/>
            </a:stretch>
          </p:blipFill>
          <p:spPr>
            <a:xfrm>
              <a:off x="1245108" y="2106167"/>
              <a:ext cx="4311396" cy="2644139"/>
            </a:xfrm>
            <a:prstGeom prst="rect">
              <a:avLst/>
            </a:prstGeom>
          </p:spPr>
        </p:pic>
        <p:sp>
          <p:nvSpPr>
            <p:cNvPr id="22" name="object 4">
              <a:extLst>
                <a:ext uri="{FF2B5EF4-FFF2-40B4-BE49-F238E27FC236}">
                  <a16:creationId xmlns:a16="http://schemas.microsoft.com/office/drawing/2014/main" id="{460CB26D-6B69-3C9F-C278-BB81B99EECA2}"/>
                </a:ext>
              </a:extLst>
            </p:cNvPr>
            <p:cNvSpPr/>
            <p:nvPr/>
          </p:nvSpPr>
          <p:spPr>
            <a:xfrm>
              <a:off x="2993136" y="2910839"/>
              <a:ext cx="41275" cy="1836420"/>
            </a:xfrm>
            <a:custGeom>
              <a:avLst/>
              <a:gdLst/>
              <a:ahLst/>
              <a:cxnLst/>
              <a:rect l="l" t="t" r="r" b="b"/>
              <a:pathLst>
                <a:path w="41275" h="1836420">
                  <a:moveTo>
                    <a:pt x="40763" y="0"/>
                  </a:moveTo>
                  <a:lnTo>
                    <a:pt x="0" y="0"/>
                  </a:lnTo>
                  <a:lnTo>
                    <a:pt x="0" y="1835912"/>
                  </a:lnTo>
                  <a:lnTo>
                    <a:pt x="40763" y="1835912"/>
                  </a:lnTo>
                  <a:lnTo>
                    <a:pt x="40763" y="0"/>
                  </a:lnTo>
                  <a:close/>
                </a:path>
              </a:pathLst>
            </a:custGeom>
            <a:solidFill>
              <a:srgbClr val="9ABBEE"/>
            </a:solidFill>
          </p:spPr>
          <p:txBody>
            <a:bodyPr wrap="square" lIns="0" tIns="0" rIns="0" bIns="0" rtlCol="0"/>
            <a:lstStyle/>
            <a:p>
              <a:endParaRPr/>
            </a:p>
          </p:txBody>
        </p:sp>
        <p:sp>
          <p:nvSpPr>
            <p:cNvPr id="23" name="object 5">
              <a:extLst>
                <a:ext uri="{FF2B5EF4-FFF2-40B4-BE49-F238E27FC236}">
                  <a16:creationId xmlns:a16="http://schemas.microsoft.com/office/drawing/2014/main" id="{FC5E8074-984A-FEF7-1DA1-7053523BBFE0}"/>
                </a:ext>
              </a:extLst>
            </p:cNvPr>
            <p:cNvSpPr/>
            <p:nvPr/>
          </p:nvSpPr>
          <p:spPr>
            <a:xfrm>
              <a:off x="3034284" y="2910839"/>
              <a:ext cx="1242060" cy="1836420"/>
            </a:xfrm>
            <a:custGeom>
              <a:avLst/>
              <a:gdLst/>
              <a:ahLst/>
              <a:cxnLst/>
              <a:rect l="l" t="t" r="r" b="b"/>
              <a:pathLst>
                <a:path w="1242060" h="1836420">
                  <a:moveTo>
                    <a:pt x="1241933" y="0"/>
                  </a:moveTo>
                  <a:lnTo>
                    <a:pt x="0" y="0"/>
                  </a:lnTo>
                  <a:lnTo>
                    <a:pt x="0" y="1835912"/>
                  </a:lnTo>
                  <a:lnTo>
                    <a:pt x="1241933" y="1835912"/>
                  </a:lnTo>
                  <a:lnTo>
                    <a:pt x="1241933" y="0"/>
                  </a:lnTo>
                  <a:close/>
                </a:path>
              </a:pathLst>
            </a:custGeom>
            <a:solidFill>
              <a:srgbClr val="F7FAFF"/>
            </a:solidFill>
          </p:spPr>
          <p:txBody>
            <a:bodyPr wrap="square" lIns="0" tIns="0" rIns="0" bIns="0" rtlCol="0"/>
            <a:lstStyle/>
            <a:p>
              <a:endParaRPr/>
            </a:p>
          </p:txBody>
        </p:sp>
        <p:sp>
          <p:nvSpPr>
            <p:cNvPr id="24" name="object 6">
              <a:extLst>
                <a:ext uri="{FF2B5EF4-FFF2-40B4-BE49-F238E27FC236}">
                  <a16:creationId xmlns:a16="http://schemas.microsoft.com/office/drawing/2014/main" id="{63130FC1-ED1F-F157-88C5-E566A77B92EB}"/>
                </a:ext>
              </a:extLst>
            </p:cNvPr>
            <p:cNvSpPr/>
            <p:nvPr/>
          </p:nvSpPr>
          <p:spPr>
            <a:xfrm>
              <a:off x="4898136" y="4433316"/>
              <a:ext cx="266700" cy="309245"/>
            </a:xfrm>
            <a:custGeom>
              <a:avLst/>
              <a:gdLst/>
              <a:ahLst/>
              <a:cxnLst/>
              <a:rect l="l" t="t" r="r" b="b"/>
              <a:pathLst>
                <a:path w="266700" h="309245">
                  <a:moveTo>
                    <a:pt x="172465" y="0"/>
                  </a:moveTo>
                  <a:lnTo>
                    <a:pt x="134112" y="19684"/>
                  </a:lnTo>
                  <a:lnTo>
                    <a:pt x="107061" y="76707"/>
                  </a:lnTo>
                  <a:lnTo>
                    <a:pt x="89408" y="150875"/>
                  </a:lnTo>
                  <a:lnTo>
                    <a:pt x="79375" y="222249"/>
                  </a:lnTo>
                  <a:lnTo>
                    <a:pt x="75056" y="270890"/>
                  </a:lnTo>
                  <a:lnTo>
                    <a:pt x="64262" y="268477"/>
                  </a:lnTo>
                  <a:lnTo>
                    <a:pt x="54228" y="266699"/>
                  </a:lnTo>
                  <a:lnTo>
                    <a:pt x="45085" y="265810"/>
                  </a:lnTo>
                  <a:lnTo>
                    <a:pt x="36829" y="265810"/>
                  </a:lnTo>
                  <a:lnTo>
                    <a:pt x="19812" y="271652"/>
                  </a:lnTo>
                  <a:lnTo>
                    <a:pt x="6476" y="283463"/>
                  </a:lnTo>
                  <a:lnTo>
                    <a:pt x="0" y="297306"/>
                  </a:lnTo>
                  <a:lnTo>
                    <a:pt x="3810" y="309244"/>
                  </a:lnTo>
                  <a:lnTo>
                    <a:pt x="254380" y="309244"/>
                  </a:lnTo>
                  <a:lnTo>
                    <a:pt x="245744" y="302640"/>
                  </a:lnTo>
                  <a:lnTo>
                    <a:pt x="231393" y="295655"/>
                  </a:lnTo>
                  <a:lnTo>
                    <a:pt x="210565" y="290321"/>
                  </a:lnTo>
                  <a:lnTo>
                    <a:pt x="182372" y="288797"/>
                  </a:lnTo>
                  <a:lnTo>
                    <a:pt x="170052" y="288543"/>
                  </a:lnTo>
                  <a:lnTo>
                    <a:pt x="157734" y="287781"/>
                  </a:lnTo>
                  <a:lnTo>
                    <a:pt x="145541" y="286384"/>
                  </a:lnTo>
                  <a:lnTo>
                    <a:pt x="133350" y="284352"/>
                  </a:lnTo>
                  <a:lnTo>
                    <a:pt x="150749" y="270255"/>
                  </a:lnTo>
                  <a:lnTo>
                    <a:pt x="173354" y="252475"/>
                  </a:lnTo>
                  <a:lnTo>
                    <a:pt x="198247" y="233298"/>
                  </a:lnTo>
                  <a:lnTo>
                    <a:pt x="223138" y="215264"/>
                  </a:lnTo>
                  <a:lnTo>
                    <a:pt x="246506" y="195071"/>
                  </a:lnTo>
                  <a:lnTo>
                    <a:pt x="262000" y="172973"/>
                  </a:lnTo>
                  <a:lnTo>
                    <a:pt x="266700" y="152018"/>
                  </a:lnTo>
                  <a:lnTo>
                    <a:pt x="257048" y="135127"/>
                  </a:lnTo>
                  <a:lnTo>
                    <a:pt x="229997" y="125348"/>
                  </a:lnTo>
                  <a:lnTo>
                    <a:pt x="204850" y="131825"/>
                  </a:lnTo>
                  <a:lnTo>
                    <a:pt x="162178" y="187197"/>
                  </a:lnTo>
                  <a:lnTo>
                    <a:pt x="145796" y="223519"/>
                  </a:lnTo>
                  <a:lnTo>
                    <a:pt x="125475" y="282828"/>
                  </a:lnTo>
                  <a:lnTo>
                    <a:pt x="104521" y="278129"/>
                  </a:lnTo>
                  <a:lnTo>
                    <a:pt x="123316" y="221106"/>
                  </a:lnTo>
                  <a:lnTo>
                    <a:pt x="148843" y="154558"/>
                  </a:lnTo>
                  <a:lnTo>
                    <a:pt x="178435" y="102234"/>
                  </a:lnTo>
                  <a:lnTo>
                    <a:pt x="194310" y="74421"/>
                  </a:lnTo>
                  <a:lnTo>
                    <a:pt x="205612" y="48259"/>
                  </a:lnTo>
                  <a:lnTo>
                    <a:pt x="208279" y="25780"/>
                  </a:lnTo>
                  <a:lnTo>
                    <a:pt x="198627" y="9016"/>
                  </a:lnTo>
                  <a:lnTo>
                    <a:pt x="172465" y="0"/>
                  </a:lnTo>
                  <a:close/>
                </a:path>
              </a:pathLst>
            </a:custGeom>
            <a:solidFill>
              <a:srgbClr val="4852BB"/>
            </a:solidFill>
          </p:spPr>
          <p:txBody>
            <a:bodyPr wrap="square" lIns="0" tIns="0" rIns="0" bIns="0" rtlCol="0"/>
            <a:lstStyle/>
            <a:p>
              <a:endParaRPr/>
            </a:p>
          </p:txBody>
        </p:sp>
        <p:sp>
          <p:nvSpPr>
            <p:cNvPr id="25" name="object 7">
              <a:extLst>
                <a:ext uri="{FF2B5EF4-FFF2-40B4-BE49-F238E27FC236}">
                  <a16:creationId xmlns:a16="http://schemas.microsoft.com/office/drawing/2014/main" id="{7664BEA8-A5DC-5954-CA9A-BFDB061D106E}"/>
                </a:ext>
              </a:extLst>
            </p:cNvPr>
            <p:cNvSpPr/>
            <p:nvPr/>
          </p:nvSpPr>
          <p:spPr>
            <a:xfrm>
              <a:off x="2927603" y="2543555"/>
              <a:ext cx="1377950" cy="367665"/>
            </a:xfrm>
            <a:custGeom>
              <a:avLst/>
              <a:gdLst/>
              <a:ahLst/>
              <a:cxnLst/>
              <a:rect l="l" t="t" r="r" b="b"/>
              <a:pathLst>
                <a:path w="1377950" h="367664">
                  <a:moveTo>
                    <a:pt x="1171447" y="0"/>
                  </a:moveTo>
                  <a:lnTo>
                    <a:pt x="0" y="0"/>
                  </a:lnTo>
                  <a:lnTo>
                    <a:pt x="9016" y="5715"/>
                  </a:lnTo>
                  <a:lnTo>
                    <a:pt x="31368" y="26289"/>
                  </a:lnTo>
                  <a:lnTo>
                    <a:pt x="59816" y="66675"/>
                  </a:lnTo>
                  <a:lnTo>
                    <a:pt x="86740" y="131572"/>
                  </a:lnTo>
                  <a:lnTo>
                    <a:pt x="100837" y="193675"/>
                  </a:lnTo>
                  <a:lnTo>
                    <a:pt x="108331" y="271653"/>
                  </a:lnTo>
                  <a:lnTo>
                    <a:pt x="108838" y="317119"/>
                  </a:lnTo>
                  <a:lnTo>
                    <a:pt x="106806" y="367157"/>
                  </a:lnTo>
                  <a:lnTo>
                    <a:pt x="1348994" y="367157"/>
                  </a:lnTo>
                  <a:lnTo>
                    <a:pt x="1359916" y="336931"/>
                  </a:lnTo>
                  <a:lnTo>
                    <a:pt x="1368424" y="304419"/>
                  </a:lnTo>
                  <a:lnTo>
                    <a:pt x="1375283" y="263398"/>
                  </a:lnTo>
                  <a:lnTo>
                    <a:pt x="1377569" y="216535"/>
                  </a:lnTo>
                  <a:lnTo>
                    <a:pt x="1372234" y="166370"/>
                  </a:lnTo>
                  <a:lnTo>
                    <a:pt x="1359661" y="124079"/>
                  </a:lnTo>
                  <a:lnTo>
                    <a:pt x="1324356" y="67691"/>
                  </a:lnTo>
                  <a:lnTo>
                    <a:pt x="1272667" y="25908"/>
                  </a:lnTo>
                  <a:lnTo>
                    <a:pt x="1207896" y="3048"/>
                  </a:lnTo>
                  <a:lnTo>
                    <a:pt x="1171447" y="0"/>
                  </a:lnTo>
                  <a:close/>
                </a:path>
              </a:pathLst>
            </a:custGeom>
            <a:solidFill>
              <a:srgbClr val="F7FAFF"/>
            </a:solidFill>
          </p:spPr>
          <p:txBody>
            <a:bodyPr wrap="square" lIns="0" tIns="0" rIns="0" bIns="0" rtlCol="0"/>
            <a:lstStyle/>
            <a:p>
              <a:endParaRPr/>
            </a:p>
          </p:txBody>
        </p:sp>
        <p:sp>
          <p:nvSpPr>
            <p:cNvPr id="26" name="object 8">
              <a:extLst>
                <a:ext uri="{FF2B5EF4-FFF2-40B4-BE49-F238E27FC236}">
                  <a16:creationId xmlns:a16="http://schemas.microsoft.com/office/drawing/2014/main" id="{94C56448-E405-4B3A-89A3-399BD7892DDC}"/>
                </a:ext>
              </a:extLst>
            </p:cNvPr>
            <p:cNvSpPr/>
            <p:nvPr/>
          </p:nvSpPr>
          <p:spPr>
            <a:xfrm>
              <a:off x="3276600" y="3299459"/>
              <a:ext cx="684530" cy="93345"/>
            </a:xfrm>
            <a:custGeom>
              <a:avLst/>
              <a:gdLst/>
              <a:ahLst/>
              <a:cxnLst/>
              <a:rect l="l" t="t" r="r" b="b"/>
              <a:pathLst>
                <a:path w="684529" h="93345">
                  <a:moveTo>
                    <a:pt x="426212" y="58547"/>
                  </a:moveTo>
                  <a:lnTo>
                    <a:pt x="426085" y="58293"/>
                  </a:lnTo>
                  <a:lnTo>
                    <a:pt x="241" y="58293"/>
                  </a:lnTo>
                  <a:lnTo>
                    <a:pt x="0" y="58547"/>
                  </a:lnTo>
                  <a:lnTo>
                    <a:pt x="0" y="92583"/>
                  </a:lnTo>
                  <a:lnTo>
                    <a:pt x="241" y="92837"/>
                  </a:lnTo>
                  <a:lnTo>
                    <a:pt x="426085" y="92837"/>
                  </a:lnTo>
                  <a:lnTo>
                    <a:pt x="426212" y="58547"/>
                  </a:lnTo>
                  <a:close/>
                </a:path>
                <a:path w="684529" h="93345">
                  <a:moveTo>
                    <a:pt x="684149" y="254"/>
                  </a:moveTo>
                  <a:lnTo>
                    <a:pt x="683641" y="0"/>
                  </a:lnTo>
                  <a:lnTo>
                    <a:pt x="241" y="0"/>
                  </a:lnTo>
                  <a:lnTo>
                    <a:pt x="0" y="254"/>
                  </a:lnTo>
                  <a:lnTo>
                    <a:pt x="0" y="34290"/>
                  </a:lnTo>
                  <a:lnTo>
                    <a:pt x="241" y="34671"/>
                  </a:lnTo>
                  <a:lnTo>
                    <a:pt x="683895" y="34671"/>
                  </a:lnTo>
                  <a:lnTo>
                    <a:pt x="684149" y="34290"/>
                  </a:lnTo>
                  <a:lnTo>
                    <a:pt x="684149" y="254"/>
                  </a:lnTo>
                  <a:close/>
                </a:path>
              </a:pathLst>
            </a:custGeom>
            <a:solidFill>
              <a:srgbClr val="B9D3FA"/>
            </a:solidFill>
          </p:spPr>
          <p:txBody>
            <a:bodyPr wrap="square" lIns="0" tIns="0" rIns="0" bIns="0" rtlCol="0"/>
            <a:lstStyle/>
            <a:p>
              <a:endParaRPr/>
            </a:p>
          </p:txBody>
        </p:sp>
        <p:pic>
          <p:nvPicPr>
            <p:cNvPr id="27" name="object 9">
              <a:extLst>
                <a:ext uri="{FF2B5EF4-FFF2-40B4-BE49-F238E27FC236}">
                  <a16:creationId xmlns:a16="http://schemas.microsoft.com/office/drawing/2014/main" id="{6C349BC6-0C27-6047-8ADA-41FE74C8C6DA}"/>
                </a:ext>
              </a:extLst>
            </p:cNvPr>
            <p:cNvPicPr/>
            <p:nvPr/>
          </p:nvPicPr>
          <p:blipFill>
            <a:blip r:embed="rId4" cstate="print"/>
            <a:stretch>
              <a:fillRect/>
            </a:stretch>
          </p:blipFill>
          <p:spPr>
            <a:xfrm>
              <a:off x="3195828" y="3299461"/>
              <a:ext cx="50290" cy="103630"/>
            </a:xfrm>
            <a:prstGeom prst="rect">
              <a:avLst/>
            </a:prstGeom>
          </p:spPr>
        </p:pic>
        <p:sp>
          <p:nvSpPr>
            <p:cNvPr id="28" name="object 10">
              <a:extLst>
                <a:ext uri="{FF2B5EF4-FFF2-40B4-BE49-F238E27FC236}">
                  <a16:creationId xmlns:a16="http://schemas.microsoft.com/office/drawing/2014/main" id="{51ED7614-3FB6-FA41-8B53-AA4D3C2EF0D6}"/>
                </a:ext>
              </a:extLst>
            </p:cNvPr>
            <p:cNvSpPr/>
            <p:nvPr/>
          </p:nvSpPr>
          <p:spPr>
            <a:xfrm>
              <a:off x="3276600" y="3662171"/>
              <a:ext cx="684530" cy="93345"/>
            </a:xfrm>
            <a:custGeom>
              <a:avLst/>
              <a:gdLst/>
              <a:ahLst/>
              <a:cxnLst/>
              <a:rect l="l" t="t" r="r" b="b"/>
              <a:pathLst>
                <a:path w="684529" h="93345">
                  <a:moveTo>
                    <a:pt x="426212" y="58547"/>
                  </a:moveTo>
                  <a:lnTo>
                    <a:pt x="426085" y="58293"/>
                  </a:lnTo>
                  <a:lnTo>
                    <a:pt x="241" y="58293"/>
                  </a:lnTo>
                  <a:lnTo>
                    <a:pt x="0" y="58547"/>
                  </a:lnTo>
                  <a:lnTo>
                    <a:pt x="0" y="92583"/>
                  </a:lnTo>
                  <a:lnTo>
                    <a:pt x="241" y="92837"/>
                  </a:lnTo>
                  <a:lnTo>
                    <a:pt x="426085" y="92837"/>
                  </a:lnTo>
                  <a:lnTo>
                    <a:pt x="426212" y="58547"/>
                  </a:lnTo>
                  <a:close/>
                </a:path>
                <a:path w="684529" h="93345">
                  <a:moveTo>
                    <a:pt x="684149" y="254"/>
                  </a:moveTo>
                  <a:lnTo>
                    <a:pt x="683641" y="0"/>
                  </a:lnTo>
                  <a:lnTo>
                    <a:pt x="241" y="0"/>
                  </a:lnTo>
                  <a:lnTo>
                    <a:pt x="0" y="254"/>
                  </a:lnTo>
                  <a:lnTo>
                    <a:pt x="0" y="34290"/>
                  </a:lnTo>
                  <a:lnTo>
                    <a:pt x="241" y="34671"/>
                  </a:lnTo>
                  <a:lnTo>
                    <a:pt x="683895" y="34671"/>
                  </a:lnTo>
                  <a:lnTo>
                    <a:pt x="684149" y="34290"/>
                  </a:lnTo>
                  <a:lnTo>
                    <a:pt x="684149" y="254"/>
                  </a:lnTo>
                  <a:close/>
                </a:path>
              </a:pathLst>
            </a:custGeom>
            <a:solidFill>
              <a:srgbClr val="D1E3FC"/>
            </a:solidFill>
          </p:spPr>
          <p:txBody>
            <a:bodyPr wrap="square" lIns="0" tIns="0" rIns="0" bIns="0" rtlCol="0"/>
            <a:lstStyle/>
            <a:p>
              <a:endParaRPr/>
            </a:p>
          </p:txBody>
        </p:sp>
        <p:pic>
          <p:nvPicPr>
            <p:cNvPr id="29" name="object 11">
              <a:extLst>
                <a:ext uri="{FF2B5EF4-FFF2-40B4-BE49-F238E27FC236}">
                  <a16:creationId xmlns:a16="http://schemas.microsoft.com/office/drawing/2014/main" id="{6EF5A0CC-6559-53FB-5662-F867375358DC}"/>
                </a:ext>
              </a:extLst>
            </p:cNvPr>
            <p:cNvPicPr/>
            <p:nvPr/>
          </p:nvPicPr>
          <p:blipFill>
            <a:blip r:embed="rId5" cstate="print"/>
            <a:stretch>
              <a:fillRect/>
            </a:stretch>
          </p:blipFill>
          <p:spPr>
            <a:xfrm>
              <a:off x="3194303" y="3662171"/>
              <a:ext cx="53339" cy="91439"/>
            </a:xfrm>
            <a:prstGeom prst="rect">
              <a:avLst/>
            </a:prstGeom>
          </p:spPr>
        </p:pic>
        <p:sp>
          <p:nvSpPr>
            <p:cNvPr id="30" name="object 12">
              <a:extLst>
                <a:ext uri="{FF2B5EF4-FFF2-40B4-BE49-F238E27FC236}">
                  <a16:creationId xmlns:a16="http://schemas.microsoft.com/office/drawing/2014/main" id="{D082B175-7BF7-84FA-F55B-2AD5D4EB6B3F}"/>
                </a:ext>
              </a:extLst>
            </p:cNvPr>
            <p:cNvSpPr/>
            <p:nvPr/>
          </p:nvSpPr>
          <p:spPr>
            <a:xfrm>
              <a:off x="3276600" y="3963669"/>
              <a:ext cx="684530" cy="93345"/>
            </a:xfrm>
            <a:custGeom>
              <a:avLst/>
              <a:gdLst/>
              <a:ahLst/>
              <a:cxnLst/>
              <a:rect l="l" t="t" r="r" b="b"/>
              <a:pathLst>
                <a:path w="684529" h="93345">
                  <a:moveTo>
                    <a:pt x="426212" y="58801"/>
                  </a:moveTo>
                  <a:lnTo>
                    <a:pt x="426085" y="58547"/>
                  </a:lnTo>
                  <a:lnTo>
                    <a:pt x="241" y="58547"/>
                  </a:lnTo>
                  <a:lnTo>
                    <a:pt x="0" y="58801"/>
                  </a:lnTo>
                  <a:lnTo>
                    <a:pt x="0" y="92837"/>
                  </a:lnTo>
                  <a:lnTo>
                    <a:pt x="241" y="93091"/>
                  </a:lnTo>
                  <a:lnTo>
                    <a:pt x="426085" y="93091"/>
                  </a:lnTo>
                  <a:lnTo>
                    <a:pt x="426212" y="58801"/>
                  </a:lnTo>
                  <a:close/>
                </a:path>
                <a:path w="684529" h="93345">
                  <a:moveTo>
                    <a:pt x="684149" y="0"/>
                  </a:moveTo>
                  <a:lnTo>
                    <a:pt x="0" y="0"/>
                  </a:lnTo>
                  <a:lnTo>
                    <a:pt x="0" y="34290"/>
                  </a:lnTo>
                  <a:lnTo>
                    <a:pt x="241" y="34290"/>
                  </a:lnTo>
                  <a:lnTo>
                    <a:pt x="241" y="35560"/>
                  </a:lnTo>
                  <a:lnTo>
                    <a:pt x="683895" y="35560"/>
                  </a:lnTo>
                  <a:lnTo>
                    <a:pt x="683895" y="34290"/>
                  </a:lnTo>
                  <a:lnTo>
                    <a:pt x="684149" y="34290"/>
                  </a:lnTo>
                  <a:lnTo>
                    <a:pt x="684149" y="0"/>
                  </a:lnTo>
                  <a:close/>
                </a:path>
              </a:pathLst>
            </a:custGeom>
            <a:solidFill>
              <a:srgbClr val="D1E3FC"/>
            </a:solidFill>
          </p:spPr>
          <p:txBody>
            <a:bodyPr wrap="square" lIns="0" tIns="0" rIns="0" bIns="0" rtlCol="0"/>
            <a:lstStyle/>
            <a:p>
              <a:endParaRPr/>
            </a:p>
          </p:txBody>
        </p:sp>
        <p:pic>
          <p:nvPicPr>
            <p:cNvPr id="31" name="object 13">
              <a:extLst>
                <a:ext uri="{FF2B5EF4-FFF2-40B4-BE49-F238E27FC236}">
                  <a16:creationId xmlns:a16="http://schemas.microsoft.com/office/drawing/2014/main" id="{3303FD75-1A60-3D49-DD33-EABC86C9C201}"/>
                </a:ext>
              </a:extLst>
            </p:cNvPr>
            <p:cNvPicPr/>
            <p:nvPr/>
          </p:nvPicPr>
          <p:blipFill>
            <a:blip r:embed="rId6" cstate="print"/>
            <a:stretch>
              <a:fillRect/>
            </a:stretch>
          </p:blipFill>
          <p:spPr>
            <a:xfrm>
              <a:off x="3192780" y="3960875"/>
              <a:ext cx="54863" cy="96012"/>
            </a:xfrm>
            <a:prstGeom prst="rect">
              <a:avLst/>
            </a:prstGeom>
          </p:spPr>
        </p:pic>
        <p:sp>
          <p:nvSpPr>
            <p:cNvPr id="32" name="object 14">
              <a:extLst>
                <a:ext uri="{FF2B5EF4-FFF2-40B4-BE49-F238E27FC236}">
                  <a16:creationId xmlns:a16="http://schemas.microsoft.com/office/drawing/2014/main" id="{D1CAED83-0C55-0C90-9545-10BB587E0460}"/>
                </a:ext>
              </a:extLst>
            </p:cNvPr>
            <p:cNvSpPr/>
            <p:nvPr/>
          </p:nvSpPr>
          <p:spPr>
            <a:xfrm>
              <a:off x="3337560" y="2991611"/>
              <a:ext cx="656590" cy="102235"/>
            </a:xfrm>
            <a:custGeom>
              <a:avLst/>
              <a:gdLst/>
              <a:ahLst/>
              <a:cxnLst/>
              <a:rect l="l" t="t" r="r" b="b"/>
              <a:pathLst>
                <a:path w="656589" h="102235">
                  <a:moveTo>
                    <a:pt x="546481" y="1016"/>
                  </a:moveTo>
                  <a:lnTo>
                    <a:pt x="546354" y="0"/>
                  </a:lnTo>
                  <a:lnTo>
                    <a:pt x="110236" y="0"/>
                  </a:lnTo>
                  <a:lnTo>
                    <a:pt x="110109" y="40259"/>
                  </a:lnTo>
                  <a:lnTo>
                    <a:pt x="546481" y="40259"/>
                  </a:lnTo>
                  <a:lnTo>
                    <a:pt x="546481" y="1016"/>
                  </a:lnTo>
                  <a:close/>
                </a:path>
                <a:path w="656589" h="102235">
                  <a:moveTo>
                    <a:pt x="656590" y="61468"/>
                  </a:moveTo>
                  <a:lnTo>
                    <a:pt x="0" y="61468"/>
                  </a:lnTo>
                  <a:lnTo>
                    <a:pt x="0" y="62738"/>
                  </a:lnTo>
                  <a:lnTo>
                    <a:pt x="0" y="102108"/>
                  </a:lnTo>
                  <a:lnTo>
                    <a:pt x="656590" y="102108"/>
                  </a:lnTo>
                  <a:lnTo>
                    <a:pt x="656590" y="62738"/>
                  </a:lnTo>
                  <a:lnTo>
                    <a:pt x="656590" y="61468"/>
                  </a:lnTo>
                  <a:close/>
                </a:path>
              </a:pathLst>
            </a:custGeom>
            <a:solidFill>
              <a:srgbClr val="B9D3FA"/>
            </a:solidFill>
          </p:spPr>
          <p:txBody>
            <a:bodyPr wrap="square" lIns="0" tIns="0" rIns="0" bIns="0" rtlCol="0"/>
            <a:lstStyle/>
            <a:p>
              <a:endParaRPr/>
            </a:p>
          </p:txBody>
        </p:sp>
        <p:sp>
          <p:nvSpPr>
            <p:cNvPr id="33" name="object 15">
              <a:extLst>
                <a:ext uri="{FF2B5EF4-FFF2-40B4-BE49-F238E27FC236}">
                  <a16:creationId xmlns:a16="http://schemas.microsoft.com/office/drawing/2014/main" id="{93D3A250-0343-3F17-03EB-AF4A9420304E}"/>
                </a:ext>
              </a:extLst>
            </p:cNvPr>
            <p:cNvSpPr/>
            <p:nvPr/>
          </p:nvSpPr>
          <p:spPr>
            <a:xfrm>
              <a:off x="3108959" y="3163823"/>
              <a:ext cx="1017905" cy="354965"/>
            </a:xfrm>
            <a:custGeom>
              <a:avLst/>
              <a:gdLst/>
              <a:ahLst/>
              <a:cxnLst/>
              <a:rect l="l" t="t" r="r" b="b"/>
              <a:pathLst>
                <a:path w="1017904" h="354964">
                  <a:moveTo>
                    <a:pt x="509015" y="0"/>
                  </a:moveTo>
                  <a:lnTo>
                    <a:pt x="456056" y="762"/>
                  </a:lnTo>
                  <a:lnTo>
                    <a:pt x="407797" y="2921"/>
                  </a:lnTo>
                  <a:lnTo>
                    <a:pt x="363854" y="6476"/>
                  </a:lnTo>
                  <a:lnTo>
                    <a:pt x="323976" y="11175"/>
                  </a:lnTo>
                  <a:lnTo>
                    <a:pt x="254635" y="23495"/>
                  </a:lnTo>
                  <a:lnTo>
                    <a:pt x="197103" y="38862"/>
                  </a:lnTo>
                  <a:lnTo>
                    <a:pt x="126364" y="65150"/>
                  </a:lnTo>
                  <a:lnTo>
                    <a:pt x="85470" y="83438"/>
                  </a:lnTo>
                  <a:lnTo>
                    <a:pt x="105537" y="74549"/>
                  </a:lnTo>
                  <a:lnTo>
                    <a:pt x="126364" y="66166"/>
                  </a:lnTo>
                  <a:lnTo>
                    <a:pt x="171830" y="50418"/>
                  </a:lnTo>
                  <a:lnTo>
                    <a:pt x="224789" y="36829"/>
                  </a:lnTo>
                  <a:lnTo>
                    <a:pt x="287909" y="25908"/>
                  </a:lnTo>
                  <a:lnTo>
                    <a:pt x="364109" y="18161"/>
                  </a:lnTo>
                  <a:lnTo>
                    <a:pt x="408050" y="15493"/>
                  </a:lnTo>
                  <a:lnTo>
                    <a:pt x="456184" y="13970"/>
                  </a:lnTo>
                  <a:lnTo>
                    <a:pt x="509015" y="13462"/>
                  </a:lnTo>
                  <a:lnTo>
                    <a:pt x="543687" y="13842"/>
                  </a:lnTo>
                  <a:lnTo>
                    <a:pt x="612775" y="17272"/>
                  </a:lnTo>
                  <a:lnTo>
                    <a:pt x="680338" y="24511"/>
                  </a:lnTo>
                  <a:lnTo>
                    <a:pt x="745743" y="35940"/>
                  </a:lnTo>
                  <a:lnTo>
                    <a:pt x="808101" y="52070"/>
                  </a:lnTo>
                  <a:lnTo>
                    <a:pt x="866520" y="73151"/>
                  </a:lnTo>
                  <a:lnTo>
                    <a:pt x="908812" y="93090"/>
                  </a:lnTo>
                  <a:lnTo>
                    <a:pt x="944752" y="113918"/>
                  </a:lnTo>
                  <a:lnTo>
                    <a:pt x="995426" y="156717"/>
                  </a:lnTo>
                  <a:lnTo>
                    <a:pt x="1013332" y="197485"/>
                  </a:lnTo>
                  <a:lnTo>
                    <a:pt x="1008888" y="215518"/>
                  </a:lnTo>
                  <a:lnTo>
                    <a:pt x="974978" y="250316"/>
                  </a:lnTo>
                  <a:lnTo>
                    <a:pt x="909954" y="281813"/>
                  </a:lnTo>
                  <a:lnTo>
                    <a:pt x="866775" y="295783"/>
                  </a:lnTo>
                  <a:lnTo>
                    <a:pt x="805814" y="310388"/>
                  </a:lnTo>
                  <a:lnTo>
                    <a:pt x="738504" y="322072"/>
                  </a:lnTo>
                  <a:lnTo>
                    <a:pt x="665734" y="330580"/>
                  </a:lnTo>
                  <a:lnTo>
                    <a:pt x="588899" y="335788"/>
                  </a:lnTo>
                  <a:lnTo>
                    <a:pt x="549275" y="337058"/>
                  </a:lnTo>
                  <a:lnTo>
                    <a:pt x="509015" y="337438"/>
                  </a:lnTo>
                  <a:lnTo>
                    <a:pt x="468756" y="337058"/>
                  </a:lnTo>
                  <a:lnTo>
                    <a:pt x="429005" y="335788"/>
                  </a:lnTo>
                  <a:lnTo>
                    <a:pt x="390143" y="333628"/>
                  </a:lnTo>
                  <a:lnTo>
                    <a:pt x="315213" y="326771"/>
                  </a:lnTo>
                  <a:lnTo>
                    <a:pt x="245110" y="316611"/>
                  </a:lnTo>
                  <a:lnTo>
                    <a:pt x="180848" y="303402"/>
                  </a:lnTo>
                  <a:lnTo>
                    <a:pt x="108076" y="281813"/>
                  </a:lnTo>
                  <a:lnTo>
                    <a:pt x="71881" y="266700"/>
                  </a:lnTo>
                  <a:lnTo>
                    <a:pt x="21970" y="233172"/>
                  </a:lnTo>
                  <a:lnTo>
                    <a:pt x="4698" y="197485"/>
                  </a:lnTo>
                  <a:lnTo>
                    <a:pt x="9525" y="177418"/>
                  </a:lnTo>
                  <a:lnTo>
                    <a:pt x="24129" y="157099"/>
                  </a:lnTo>
                  <a:lnTo>
                    <a:pt x="48006" y="137160"/>
                  </a:lnTo>
                  <a:lnTo>
                    <a:pt x="81025" y="118617"/>
                  </a:lnTo>
                  <a:lnTo>
                    <a:pt x="122935" y="102108"/>
                  </a:lnTo>
                  <a:lnTo>
                    <a:pt x="79247" y="118745"/>
                  </a:lnTo>
                  <a:lnTo>
                    <a:pt x="44957" y="136778"/>
                  </a:lnTo>
                  <a:lnTo>
                    <a:pt x="20065" y="156083"/>
                  </a:lnTo>
                  <a:lnTo>
                    <a:pt x="5079" y="176275"/>
                  </a:lnTo>
                  <a:lnTo>
                    <a:pt x="0" y="197485"/>
                  </a:lnTo>
                  <a:lnTo>
                    <a:pt x="4317" y="217677"/>
                  </a:lnTo>
                  <a:lnTo>
                    <a:pt x="38226" y="257937"/>
                  </a:lnTo>
                  <a:lnTo>
                    <a:pt x="104266" y="294004"/>
                  </a:lnTo>
                  <a:lnTo>
                    <a:pt x="148970" y="308990"/>
                  </a:lnTo>
                  <a:lnTo>
                    <a:pt x="204342" y="322961"/>
                  </a:lnTo>
                  <a:lnTo>
                    <a:pt x="265302" y="334772"/>
                  </a:lnTo>
                  <a:lnTo>
                    <a:pt x="330835" y="344297"/>
                  </a:lnTo>
                  <a:lnTo>
                    <a:pt x="400176" y="351027"/>
                  </a:lnTo>
                  <a:lnTo>
                    <a:pt x="472186" y="354456"/>
                  </a:lnTo>
                  <a:lnTo>
                    <a:pt x="508888" y="354964"/>
                  </a:lnTo>
                  <a:lnTo>
                    <a:pt x="545718" y="354329"/>
                  </a:lnTo>
                  <a:lnTo>
                    <a:pt x="617474" y="349503"/>
                  </a:lnTo>
                  <a:lnTo>
                    <a:pt x="686562" y="340867"/>
                  </a:lnTo>
                  <a:lnTo>
                    <a:pt x="751713" y="329311"/>
                  </a:lnTo>
                  <a:lnTo>
                    <a:pt x="812418" y="315722"/>
                  </a:lnTo>
                  <a:lnTo>
                    <a:pt x="867790" y="301116"/>
                  </a:lnTo>
                  <a:lnTo>
                    <a:pt x="912494" y="286765"/>
                  </a:lnTo>
                  <a:lnTo>
                    <a:pt x="949705" y="270890"/>
                  </a:lnTo>
                  <a:lnTo>
                    <a:pt x="1000505" y="235838"/>
                  </a:lnTo>
                  <a:lnTo>
                    <a:pt x="1017904" y="197485"/>
                  </a:lnTo>
                  <a:lnTo>
                    <a:pt x="1013332" y="176402"/>
                  </a:lnTo>
                  <a:lnTo>
                    <a:pt x="977645" y="132079"/>
                  </a:lnTo>
                  <a:lnTo>
                    <a:pt x="911225" y="88264"/>
                  </a:lnTo>
                  <a:lnTo>
                    <a:pt x="868044" y="67945"/>
                  </a:lnTo>
                  <a:lnTo>
                    <a:pt x="809370" y="45974"/>
                  </a:lnTo>
                  <a:lnTo>
                    <a:pt x="746760" y="28193"/>
                  </a:lnTo>
                  <a:lnTo>
                    <a:pt x="681101" y="14477"/>
                  </a:lnTo>
                  <a:lnTo>
                    <a:pt x="613155" y="5334"/>
                  </a:lnTo>
                  <a:lnTo>
                    <a:pt x="543813" y="635"/>
                  </a:lnTo>
                  <a:lnTo>
                    <a:pt x="509015" y="0"/>
                  </a:lnTo>
                  <a:close/>
                </a:path>
              </a:pathLst>
            </a:custGeom>
            <a:solidFill>
              <a:srgbClr val="3C9975"/>
            </a:solidFill>
          </p:spPr>
          <p:txBody>
            <a:bodyPr wrap="square" lIns="0" tIns="0" rIns="0" bIns="0" rtlCol="0"/>
            <a:lstStyle/>
            <a:p>
              <a:endParaRPr/>
            </a:p>
          </p:txBody>
        </p:sp>
        <p:pic>
          <p:nvPicPr>
            <p:cNvPr id="34" name="object 16">
              <a:extLst>
                <a:ext uri="{FF2B5EF4-FFF2-40B4-BE49-F238E27FC236}">
                  <a16:creationId xmlns:a16="http://schemas.microsoft.com/office/drawing/2014/main" id="{226726A4-266C-1B4D-8D03-F3B3FA0FDB9B}"/>
                </a:ext>
              </a:extLst>
            </p:cNvPr>
            <p:cNvPicPr/>
            <p:nvPr/>
          </p:nvPicPr>
          <p:blipFill>
            <a:blip r:embed="rId7" cstate="print"/>
            <a:stretch>
              <a:fillRect/>
            </a:stretch>
          </p:blipFill>
          <p:spPr>
            <a:xfrm>
              <a:off x="4386072" y="3863341"/>
              <a:ext cx="53339" cy="111250"/>
            </a:xfrm>
            <a:prstGeom prst="rect">
              <a:avLst/>
            </a:prstGeom>
          </p:spPr>
        </p:pic>
        <p:pic>
          <p:nvPicPr>
            <p:cNvPr id="35" name="object 17">
              <a:extLst>
                <a:ext uri="{FF2B5EF4-FFF2-40B4-BE49-F238E27FC236}">
                  <a16:creationId xmlns:a16="http://schemas.microsoft.com/office/drawing/2014/main" id="{FA7C684D-ED7B-5C9B-9FD7-DC97166E8B7A}"/>
                </a:ext>
              </a:extLst>
            </p:cNvPr>
            <p:cNvPicPr/>
            <p:nvPr/>
          </p:nvPicPr>
          <p:blipFill>
            <a:blip r:embed="rId8" cstate="print"/>
            <a:stretch>
              <a:fillRect/>
            </a:stretch>
          </p:blipFill>
          <p:spPr>
            <a:xfrm>
              <a:off x="3835908" y="3343655"/>
              <a:ext cx="71627" cy="97536"/>
            </a:xfrm>
            <a:prstGeom prst="rect">
              <a:avLst/>
            </a:prstGeom>
          </p:spPr>
        </p:pic>
        <p:sp>
          <p:nvSpPr>
            <p:cNvPr id="36" name="object 18">
              <a:extLst>
                <a:ext uri="{FF2B5EF4-FFF2-40B4-BE49-F238E27FC236}">
                  <a16:creationId xmlns:a16="http://schemas.microsoft.com/office/drawing/2014/main" id="{70FE1504-E055-3E9A-960E-2BF005559A02}"/>
                </a:ext>
              </a:extLst>
            </p:cNvPr>
            <p:cNvSpPr/>
            <p:nvPr/>
          </p:nvSpPr>
          <p:spPr>
            <a:xfrm>
              <a:off x="3867912" y="3371087"/>
              <a:ext cx="436245" cy="267970"/>
            </a:xfrm>
            <a:custGeom>
              <a:avLst/>
              <a:gdLst/>
              <a:ahLst/>
              <a:cxnLst/>
              <a:rect l="l" t="t" r="r" b="b"/>
              <a:pathLst>
                <a:path w="436245" h="267970">
                  <a:moveTo>
                    <a:pt x="410590" y="0"/>
                  </a:moveTo>
                  <a:lnTo>
                    <a:pt x="351027" y="9778"/>
                  </a:lnTo>
                  <a:lnTo>
                    <a:pt x="301625" y="50164"/>
                  </a:lnTo>
                  <a:lnTo>
                    <a:pt x="273050" y="79756"/>
                  </a:lnTo>
                  <a:lnTo>
                    <a:pt x="245110" y="109854"/>
                  </a:lnTo>
                  <a:lnTo>
                    <a:pt x="220345" y="135636"/>
                  </a:lnTo>
                  <a:lnTo>
                    <a:pt x="200913" y="152781"/>
                  </a:lnTo>
                  <a:lnTo>
                    <a:pt x="189611" y="156717"/>
                  </a:lnTo>
                  <a:lnTo>
                    <a:pt x="158368" y="134620"/>
                  </a:lnTo>
                  <a:lnTo>
                    <a:pt x="106299" y="96647"/>
                  </a:lnTo>
                  <a:lnTo>
                    <a:pt x="35813" y="44703"/>
                  </a:lnTo>
                  <a:lnTo>
                    <a:pt x="17145" y="45212"/>
                  </a:lnTo>
                  <a:lnTo>
                    <a:pt x="6350" y="51053"/>
                  </a:lnTo>
                  <a:lnTo>
                    <a:pt x="1270" y="57658"/>
                  </a:lnTo>
                  <a:lnTo>
                    <a:pt x="0" y="60833"/>
                  </a:lnTo>
                  <a:lnTo>
                    <a:pt x="22860" y="96012"/>
                  </a:lnTo>
                  <a:lnTo>
                    <a:pt x="77850" y="171831"/>
                  </a:lnTo>
                  <a:lnTo>
                    <a:pt x="144399" y="243967"/>
                  </a:lnTo>
                  <a:lnTo>
                    <a:pt x="202057" y="267716"/>
                  </a:lnTo>
                  <a:lnTo>
                    <a:pt x="322072" y="199771"/>
                  </a:lnTo>
                  <a:lnTo>
                    <a:pt x="393064" y="112902"/>
                  </a:lnTo>
                  <a:lnTo>
                    <a:pt x="427100" y="38226"/>
                  </a:lnTo>
                  <a:lnTo>
                    <a:pt x="435863" y="6476"/>
                  </a:lnTo>
                  <a:lnTo>
                    <a:pt x="429005" y="3937"/>
                  </a:lnTo>
                  <a:lnTo>
                    <a:pt x="410590" y="0"/>
                  </a:lnTo>
                  <a:close/>
                </a:path>
              </a:pathLst>
            </a:custGeom>
            <a:solidFill>
              <a:srgbClr val="17734B"/>
            </a:solidFill>
          </p:spPr>
          <p:txBody>
            <a:bodyPr wrap="square" lIns="0" tIns="0" rIns="0" bIns="0" rtlCol="0"/>
            <a:lstStyle/>
            <a:p>
              <a:endParaRPr/>
            </a:p>
          </p:txBody>
        </p:sp>
        <p:pic>
          <p:nvPicPr>
            <p:cNvPr id="37" name="object 19">
              <a:extLst>
                <a:ext uri="{FF2B5EF4-FFF2-40B4-BE49-F238E27FC236}">
                  <a16:creationId xmlns:a16="http://schemas.microsoft.com/office/drawing/2014/main" id="{720521FA-C965-4AAF-714F-20BDAE6825AA}"/>
                </a:ext>
              </a:extLst>
            </p:cNvPr>
            <p:cNvPicPr/>
            <p:nvPr/>
          </p:nvPicPr>
          <p:blipFill>
            <a:blip r:embed="rId9" cstate="print"/>
            <a:stretch>
              <a:fillRect/>
            </a:stretch>
          </p:blipFill>
          <p:spPr>
            <a:xfrm>
              <a:off x="3730752" y="3339083"/>
              <a:ext cx="249936" cy="74294"/>
            </a:xfrm>
            <a:prstGeom prst="rect">
              <a:avLst/>
            </a:prstGeom>
          </p:spPr>
        </p:pic>
        <p:pic>
          <p:nvPicPr>
            <p:cNvPr id="38" name="object 20">
              <a:extLst>
                <a:ext uri="{FF2B5EF4-FFF2-40B4-BE49-F238E27FC236}">
                  <a16:creationId xmlns:a16="http://schemas.microsoft.com/office/drawing/2014/main" id="{E66C6B90-05D4-D01C-D62A-297698D457EE}"/>
                </a:ext>
              </a:extLst>
            </p:cNvPr>
            <p:cNvPicPr/>
            <p:nvPr/>
          </p:nvPicPr>
          <p:blipFill>
            <a:blip r:embed="rId10" cstate="print"/>
            <a:stretch>
              <a:fillRect/>
            </a:stretch>
          </p:blipFill>
          <p:spPr>
            <a:xfrm>
              <a:off x="4451603" y="4604003"/>
              <a:ext cx="109727" cy="140207"/>
            </a:xfrm>
            <a:prstGeom prst="rect">
              <a:avLst/>
            </a:prstGeom>
          </p:spPr>
        </p:pic>
        <p:pic>
          <p:nvPicPr>
            <p:cNvPr id="39" name="object 21">
              <a:extLst>
                <a:ext uri="{FF2B5EF4-FFF2-40B4-BE49-F238E27FC236}">
                  <a16:creationId xmlns:a16="http://schemas.microsoft.com/office/drawing/2014/main" id="{CF50F934-EC45-A0E8-B6A4-4AB701641859}"/>
                </a:ext>
              </a:extLst>
            </p:cNvPr>
            <p:cNvPicPr/>
            <p:nvPr/>
          </p:nvPicPr>
          <p:blipFill>
            <a:blip r:embed="rId11" cstate="print"/>
            <a:stretch>
              <a:fillRect/>
            </a:stretch>
          </p:blipFill>
          <p:spPr>
            <a:xfrm>
              <a:off x="4094987" y="4658867"/>
              <a:ext cx="144779" cy="85343"/>
            </a:xfrm>
            <a:prstGeom prst="rect">
              <a:avLst/>
            </a:prstGeom>
          </p:spPr>
        </p:pic>
        <p:sp>
          <p:nvSpPr>
            <p:cNvPr id="40" name="object 22">
              <a:extLst>
                <a:ext uri="{FF2B5EF4-FFF2-40B4-BE49-F238E27FC236}">
                  <a16:creationId xmlns:a16="http://schemas.microsoft.com/office/drawing/2014/main" id="{FEB106A5-B519-92AF-1CB9-B1A95EDAE9BF}"/>
                </a:ext>
              </a:extLst>
            </p:cNvPr>
            <p:cNvSpPr/>
            <p:nvPr/>
          </p:nvSpPr>
          <p:spPr>
            <a:xfrm>
              <a:off x="4122419" y="3863339"/>
              <a:ext cx="204470" cy="822960"/>
            </a:xfrm>
            <a:custGeom>
              <a:avLst/>
              <a:gdLst/>
              <a:ahLst/>
              <a:cxnLst/>
              <a:rect l="l" t="t" r="r" b="b"/>
              <a:pathLst>
                <a:path w="204470" h="822960">
                  <a:moveTo>
                    <a:pt x="203962" y="0"/>
                  </a:moveTo>
                  <a:lnTo>
                    <a:pt x="0" y="13716"/>
                  </a:lnTo>
                  <a:lnTo>
                    <a:pt x="26669" y="384937"/>
                  </a:lnTo>
                  <a:lnTo>
                    <a:pt x="36194" y="524129"/>
                  </a:lnTo>
                  <a:lnTo>
                    <a:pt x="40766" y="594106"/>
                  </a:lnTo>
                  <a:lnTo>
                    <a:pt x="45846" y="689229"/>
                  </a:lnTo>
                  <a:lnTo>
                    <a:pt x="49910" y="745109"/>
                  </a:lnTo>
                  <a:lnTo>
                    <a:pt x="53466" y="788416"/>
                  </a:lnTo>
                  <a:lnTo>
                    <a:pt x="72135" y="817118"/>
                  </a:lnTo>
                  <a:lnTo>
                    <a:pt x="93471" y="822579"/>
                  </a:lnTo>
                  <a:lnTo>
                    <a:pt x="123443" y="820420"/>
                  </a:lnTo>
                  <a:lnTo>
                    <a:pt x="145287" y="725297"/>
                  </a:lnTo>
                  <a:lnTo>
                    <a:pt x="162687" y="626364"/>
                  </a:lnTo>
                  <a:lnTo>
                    <a:pt x="175767" y="510921"/>
                  </a:lnTo>
                  <a:lnTo>
                    <a:pt x="185292" y="356108"/>
                  </a:lnTo>
                  <a:lnTo>
                    <a:pt x="194182" y="190754"/>
                  </a:lnTo>
                  <a:lnTo>
                    <a:pt x="203962" y="0"/>
                  </a:lnTo>
                  <a:close/>
                </a:path>
              </a:pathLst>
            </a:custGeom>
            <a:solidFill>
              <a:srgbClr val="4852BB"/>
            </a:solidFill>
          </p:spPr>
          <p:txBody>
            <a:bodyPr wrap="square" lIns="0" tIns="0" rIns="0" bIns="0" rtlCol="0"/>
            <a:lstStyle/>
            <a:p>
              <a:endParaRPr/>
            </a:p>
          </p:txBody>
        </p:sp>
        <p:sp>
          <p:nvSpPr>
            <p:cNvPr id="41" name="object 23">
              <a:extLst>
                <a:ext uri="{FF2B5EF4-FFF2-40B4-BE49-F238E27FC236}">
                  <a16:creationId xmlns:a16="http://schemas.microsoft.com/office/drawing/2014/main" id="{8AF2577F-6378-8AD6-299F-89A52F3A181A}"/>
                </a:ext>
              </a:extLst>
            </p:cNvPr>
            <p:cNvSpPr/>
            <p:nvPr/>
          </p:nvSpPr>
          <p:spPr>
            <a:xfrm>
              <a:off x="4122419" y="3863339"/>
              <a:ext cx="204470" cy="510540"/>
            </a:xfrm>
            <a:custGeom>
              <a:avLst/>
              <a:gdLst/>
              <a:ahLst/>
              <a:cxnLst/>
              <a:rect l="l" t="t" r="r" b="b"/>
              <a:pathLst>
                <a:path w="204470" h="510539">
                  <a:moveTo>
                    <a:pt x="204088" y="0"/>
                  </a:moveTo>
                  <a:lnTo>
                    <a:pt x="0" y="13843"/>
                  </a:lnTo>
                  <a:lnTo>
                    <a:pt x="15875" y="233426"/>
                  </a:lnTo>
                  <a:lnTo>
                    <a:pt x="175894" y="510540"/>
                  </a:lnTo>
                  <a:lnTo>
                    <a:pt x="185292" y="355854"/>
                  </a:lnTo>
                  <a:lnTo>
                    <a:pt x="194309" y="190627"/>
                  </a:lnTo>
                  <a:lnTo>
                    <a:pt x="204088" y="0"/>
                  </a:lnTo>
                  <a:close/>
                </a:path>
              </a:pathLst>
            </a:custGeom>
            <a:solidFill>
              <a:srgbClr val="283CB6"/>
            </a:solidFill>
          </p:spPr>
          <p:txBody>
            <a:bodyPr wrap="square" lIns="0" tIns="0" rIns="0" bIns="0" rtlCol="0"/>
            <a:lstStyle/>
            <a:p>
              <a:endParaRPr/>
            </a:p>
          </p:txBody>
        </p:sp>
        <p:sp>
          <p:nvSpPr>
            <p:cNvPr id="42" name="object 24">
              <a:extLst>
                <a:ext uri="{FF2B5EF4-FFF2-40B4-BE49-F238E27FC236}">
                  <a16:creationId xmlns:a16="http://schemas.microsoft.com/office/drawing/2014/main" id="{477ABABB-FCDB-3C2E-155E-5382AD96DA1E}"/>
                </a:ext>
              </a:extLst>
            </p:cNvPr>
            <p:cNvSpPr/>
            <p:nvPr/>
          </p:nvSpPr>
          <p:spPr>
            <a:xfrm>
              <a:off x="4155947" y="3823716"/>
              <a:ext cx="385445" cy="813435"/>
            </a:xfrm>
            <a:custGeom>
              <a:avLst/>
              <a:gdLst/>
              <a:ahLst/>
              <a:cxnLst/>
              <a:rect l="l" t="t" r="r" b="b"/>
              <a:pathLst>
                <a:path w="385445" h="813435">
                  <a:moveTo>
                    <a:pt x="209803" y="0"/>
                  </a:moveTo>
                  <a:lnTo>
                    <a:pt x="0" y="65150"/>
                  </a:lnTo>
                  <a:lnTo>
                    <a:pt x="21843" y="124332"/>
                  </a:lnTo>
                  <a:lnTo>
                    <a:pt x="76580" y="267080"/>
                  </a:lnTo>
                  <a:lnTo>
                    <a:pt x="147447" y="441578"/>
                  </a:lnTo>
                  <a:lnTo>
                    <a:pt x="217931" y="596264"/>
                  </a:lnTo>
                  <a:lnTo>
                    <a:pt x="272161" y="701801"/>
                  </a:lnTo>
                  <a:lnTo>
                    <a:pt x="307086" y="768476"/>
                  </a:lnTo>
                  <a:lnTo>
                    <a:pt x="331469" y="813434"/>
                  </a:lnTo>
                  <a:lnTo>
                    <a:pt x="339216" y="809751"/>
                  </a:lnTo>
                  <a:lnTo>
                    <a:pt x="356742" y="800607"/>
                  </a:lnTo>
                  <a:lnTo>
                    <a:pt x="375157" y="788796"/>
                  </a:lnTo>
                  <a:lnTo>
                    <a:pt x="385444" y="776858"/>
                  </a:lnTo>
                  <a:lnTo>
                    <a:pt x="379349" y="724407"/>
                  </a:lnTo>
                  <a:lnTo>
                    <a:pt x="361696" y="602995"/>
                  </a:lnTo>
                  <a:lnTo>
                    <a:pt x="333121" y="466597"/>
                  </a:lnTo>
                  <a:lnTo>
                    <a:pt x="294513" y="369188"/>
                  </a:lnTo>
                  <a:lnTo>
                    <a:pt x="277875" y="339851"/>
                  </a:lnTo>
                  <a:lnTo>
                    <a:pt x="261492" y="300481"/>
                  </a:lnTo>
                  <a:lnTo>
                    <a:pt x="246379" y="256031"/>
                  </a:lnTo>
                  <a:lnTo>
                    <a:pt x="233934" y="211327"/>
                  </a:lnTo>
                  <a:lnTo>
                    <a:pt x="225298" y="171322"/>
                  </a:lnTo>
                  <a:lnTo>
                    <a:pt x="218948" y="99059"/>
                  </a:lnTo>
                  <a:lnTo>
                    <a:pt x="215011" y="52831"/>
                  </a:lnTo>
                  <a:lnTo>
                    <a:pt x="209803" y="0"/>
                  </a:lnTo>
                  <a:close/>
                </a:path>
              </a:pathLst>
            </a:custGeom>
            <a:solidFill>
              <a:srgbClr val="4852BB"/>
            </a:solidFill>
          </p:spPr>
          <p:txBody>
            <a:bodyPr wrap="square" lIns="0" tIns="0" rIns="0" bIns="0" rtlCol="0"/>
            <a:lstStyle/>
            <a:p>
              <a:endParaRPr/>
            </a:p>
          </p:txBody>
        </p:sp>
        <p:pic>
          <p:nvPicPr>
            <p:cNvPr id="43" name="object 25">
              <a:extLst>
                <a:ext uri="{FF2B5EF4-FFF2-40B4-BE49-F238E27FC236}">
                  <a16:creationId xmlns:a16="http://schemas.microsoft.com/office/drawing/2014/main" id="{53DA14C7-086E-3D7B-8910-F5AACBE08E75}"/>
                </a:ext>
              </a:extLst>
            </p:cNvPr>
            <p:cNvPicPr/>
            <p:nvPr/>
          </p:nvPicPr>
          <p:blipFill>
            <a:blip r:embed="rId12" cstate="print"/>
            <a:stretch>
              <a:fillRect/>
            </a:stretch>
          </p:blipFill>
          <p:spPr>
            <a:xfrm>
              <a:off x="4187952" y="3212591"/>
              <a:ext cx="140208" cy="152400"/>
            </a:xfrm>
            <a:prstGeom prst="rect">
              <a:avLst/>
            </a:prstGeom>
          </p:spPr>
        </p:pic>
        <p:sp>
          <p:nvSpPr>
            <p:cNvPr id="44" name="object 26">
              <a:extLst>
                <a:ext uri="{FF2B5EF4-FFF2-40B4-BE49-F238E27FC236}">
                  <a16:creationId xmlns:a16="http://schemas.microsoft.com/office/drawing/2014/main" id="{9C71F9D0-86A8-5C5C-4942-B2A8C3119DE5}"/>
                </a:ext>
              </a:extLst>
            </p:cNvPr>
            <p:cNvSpPr/>
            <p:nvPr/>
          </p:nvSpPr>
          <p:spPr>
            <a:xfrm>
              <a:off x="4114800" y="3310127"/>
              <a:ext cx="260350" cy="585470"/>
            </a:xfrm>
            <a:custGeom>
              <a:avLst/>
              <a:gdLst/>
              <a:ahLst/>
              <a:cxnLst/>
              <a:rect l="l" t="t" r="r" b="b"/>
              <a:pathLst>
                <a:path w="260350" h="585470">
                  <a:moveTo>
                    <a:pt x="194563" y="0"/>
                  </a:moveTo>
                  <a:lnTo>
                    <a:pt x="188722" y="254"/>
                  </a:lnTo>
                  <a:lnTo>
                    <a:pt x="177800" y="4699"/>
                  </a:lnTo>
                  <a:lnTo>
                    <a:pt x="163829" y="11684"/>
                  </a:lnTo>
                  <a:lnTo>
                    <a:pt x="148462" y="19938"/>
                  </a:lnTo>
                  <a:lnTo>
                    <a:pt x="134365" y="25908"/>
                  </a:lnTo>
                  <a:lnTo>
                    <a:pt x="120523" y="28829"/>
                  </a:lnTo>
                  <a:lnTo>
                    <a:pt x="106679" y="29210"/>
                  </a:lnTo>
                  <a:lnTo>
                    <a:pt x="93217" y="27305"/>
                  </a:lnTo>
                  <a:lnTo>
                    <a:pt x="75437" y="44450"/>
                  </a:lnTo>
                  <a:lnTo>
                    <a:pt x="43561" y="84327"/>
                  </a:lnTo>
                  <a:lnTo>
                    <a:pt x="19938" y="141859"/>
                  </a:lnTo>
                  <a:lnTo>
                    <a:pt x="11175" y="201168"/>
                  </a:lnTo>
                  <a:lnTo>
                    <a:pt x="5334" y="279400"/>
                  </a:lnTo>
                  <a:lnTo>
                    <a:pt x="3301" y="322326"/>
                  </a:lnTo>
                  <a:lnTo>
                    <a:pt x="1650" y="371348"/>
                  </a:lnTo>
                  <a:lnTo>
                    <a:pt x="635" y="419354"/>
                  </a:lnTo>
                  <a:lnTo>
                    <a:pt x="380" y="423672"/>
                  </a:lnTo>
                  <a:lnTo>
                    <a:pt x="0" y="486664"/>
                  </a:lnTo>
                  <a:lnTo>
                    <a:pt x="253" y="532511"/>
                  </a:lnTo>
                  <a:lnTo>
                    <a:pt x="888" y="563499"/>
                  </a:lnTo>
                  <a:lnTo>
                    <a:pt x="1777" y="575437"/>
                  </a:lnTo>
                  <a:lnTo>
                    <a:pt x="3175" y="576834"/>
                  </a:lnTo>
                  <a:lnTo>
                    <a:pt x="5079" y="577723"/>
                  </a:lnTo>
                  <a:lnTo>
                    <a:pt x="7112" y="577723"/>
                  </a:lnTo>
                  <a:lnTo>
                    <a:pt x="27812" y="579247"/>
                  </a:lnTo>
                  <a:lnTo>
                    <a:pt x="58038" y="582676"/>
                  </a:lnTo>
                  <a:lnTo>
                    <a:pt x="93599" y="585089"/>
                  </a:lnTo>
                  <a:lnTo>
                    <a:pt x="130048" y="583819"/>
                  </a:lnTo>
                  <a:lnTo>
                    <a:pt x="187833" y="571246"/>
                  </a:lnTo>
                  <a:lnTo>
                    <a:pt x="243839" y="547878"/>
                  </a:lnTo>
                  <a:lnTo>
                    <a:pt x="260350" y="532384"/>
                  </a:lnTo>
                  <a:lnTo>
                    <a:pt x="260223" y="526669"/>
                  </a:lnTo>
                  <a:lnTo>
                    <a:pt x="257048" y="473837"/>
                  </a:lnTo>
                  <a:lnTo>
                    <a:pt x="255397" y="437769"/>
                  </a:lnTo>
                  <a:lnTo>
                    <a:pt x="254253" y="396240"/>
                  </a:lnTo>
                  <a:lnTo>
                    <a:pt x="254380" y="350012"/>
                  </a:lnTo>
                  <a:lnTo>
                    <a:pt x="257048" y="276351"/>
                  </a:lnTo>
                  <a:lnTo>
                    <a:pt x="257301" y="252730"/>
                  </a:lnTo>
                  <a:lnTo>
                    <a:pt x="255524" y="193039"/>
                  </a:lnTo>
                  <a:lnTo>
                    <a:pt x="249300" y="133731"/>
                  </a:lnTo>
                  <a:lnTo>
                    <a:pt x="240411" y="89408"/>
                  </a:lnTo>
                  <a:lnTo>
                    <a:pt x="228346" y="51562"/>
                  </a:lnTo>
                  <a:lnTo>
                    <a:pt x="213105" y="21336"/>
                  </a:lnTo>
                  <a:lnTo>
                    <a:pt x="194563" y="0"/>
                  </a:lnTo>
                  <a:close/>
                </a:path>
              </a:pathLst>
            </a:custGeom>
            <a:solidFill>
              <a:srgbClr val="3C9975"/>
            </a:solidFill>
          </p:spPr>
          <p:txBody>
            <a:bodyPr wrap="square" lIns="0" tIns="0" rIns="0" bIns="0" rtlCol="0"/>
            <a:lstStyle/>
            <a:p>
              <a:endParaRPr/>
            </a:p>
          </p:txBody>
        </p:sp>
        <p:sp>
          <p:nvSpPr>
            <p:cNvPr id="45" name="object 27">
              <a:extLst>
                <a:ext uri="{FF2B5EF4-FFF2-40B4-BE49-F238E27FC236}">
                  <a16:creationId xmlns:a16="http://schemas.microsoft.com/office/drawing/2014/main" id="{FCDCA5E5-15DF-4166-7B78-11E0FA5224B9}"/>
                </a:ext>
              </a:extLst>
            </p:cNvPr>
            <p:cNvSpPr/>
            <p:nvPr/>
          </p:nvSpPr>
          <p:spPr>
            <a:xfrm>
              <a:off x="4229100" y="3444239"/>
              <a:ext cx="144780" cy="394970"/>
            </a:xfrm>
            <a:custGeom>
              <a:avLst/>
              <a:gdLst/>
              <a:ahLst/>
              <a:cxnLst/>
              <a:rect l="l" t="t" r="r" b="b"/>
              <a:pathLst>
                <a:path w="144779" h="394970">
                  <a:moveTo>
                    <a:pt x="137540" y="0"/>
                  </a:moveTo>
                  <a:lnTo>
                    <a:pt x="87375" y="18287"/>
                  </a:lnTo>
                  <a:lnTo>
                    <a:pt x="52832" y="76962"/>
                  </a:lnTo>
                  <a:lnTo>
                    <a:pt x="0" y="206121"/>
                  </a:lnTo>
                  <a:lnTo>
                    <a:pt x="5079" y="335534"/>
                  </a:lnTo>
                  <a:lnTo>
                    <a:pt x="144525" y="394589"/>
                  </a:lnTo>
                  <a:lnTo>
                    <a:pt x="143383" y="368935"/>
                  </a:lnTo>
                  <a:lnTo>
                    <a:pt x="141477" y="303149"/>
                  </a:lnTo>
                  <a:lnTo>
                    <a:pt x="141097" y="264287"/>
                  </a:lnTo>
                  <a:lnTo>
                    <a:pt x="141350" y="222250"/>
                  </a:lnTo>
                  <a:lnTo>
                    <a:pt x="143128" y="152273"/>
                  </a:lnTo>
                  <a:lnTo>
                    <a:pt x="143383" y="127000"/>
                  </a:lnTo>
                  <a:lnTo>
                    <a:pt x="143128" y="95250"/>
                  </a:lnTo>
                  <a:lnTo>
                    <a:pt x="142112" y="63373"/>
                  </a:lnTo>
                  <a:lnTo>
                    <a:pt x="140208" y="31623"/>
                  </a:lnTo>
                  <a:lnTo>
                    <a:pt x="137540" y="0"/>
                  </a:lnTo>
                  <a:close/>
                </a:path>
              </a:pathLst>
            </a:custGeom>
            <a:solidFill>
              <a:srgbClr val="17734B"/>
            </a:solidFill>
          </p:spPr>
          <p:txBody>
            <a:bodyPr wrap="square" lIns="0" tIns="0" rIns="0" bIns="0" rtlCol="0"/>
            <a:lstStyle/>
            <a:p>
              <a:endParaRPr/>
            </a:p>
          </p:txBody>
        </p:sp>
        <p:pic>
          <p:nvPicPr>
            <p:cNvPr id="46" name="object 28">
              <a:extLst>
                <a:ext uri="{FF2B5EF4-FFF2-40B4-BE49-F238E27FC236}">
                  <a16:creationId xmlns:a16="http://schemas.microsoft.com/office/drawing/2014/main" id="{4B25FC92-E564-C84B-A1E7-1D242DEE583D}"/>
                </a:ext>
              </a:extLst>
            </p:cNvPr>
            <p:cNvPicPr/>
            <p:nvPr/>
          </p:nvPicPr>
          <p:blipFill>
            <a:blip r:embed="rId13" cstate="print"/>
            <a:stretch>
              <a:fillRect/>
            </a:stretch>
          </p:blipFill>
          <p:spPr>
            <a:xfrm>
              <a:off x="4184903" y="3115055"/>
              <a:ext cx="117346" cy="185927"/>
            </a:xfrm>
            <a:prstGeom prst="rect">
              <a:avLst/>
            </a:prstGeom>
          </p:spPr>
        </p:pic>
        <p:pic>
          <p:nvPicPr>
            <p:cNvPr id="47" name="object 29">
              <a:extLst>
                <a:ext uri="{FF2B5EF4-FFF2-40B4-BE49-F238E27FC236}">
                  <a16:creationId xmlns:a16="http://schemas.microsoft.com/office/drawing/2014/main" id="{DE016B44-7F4F-9FE2-F0A2-E7DEF73ADB9F}"/>
                </a:ext>
              </a:extLst>
            </p:cNvPr>
            <p:cNvPicPr/>
            <p:nvPr/>
          </p:nvPicPr>
          <p:blipFill>
            <a:blip r:embed="rId14" cstate="print"/>
            <a:stretch>
              <a:fillRect/>
            </a:stretch>
          </p:blipFill>
          <p:spPr>
            <a:xfrm>
              <a:off x="4157472" y="3080003"/>
              <a:ext cx="173354" cy="148971"/>
            </a:xfrm>
            <a:prstGeom prst="rect">
              <a:avLst/>
            </a:prstGeom>
          </p:spPr>
        </p:pic>
        <p:sp>
          <p:nvSpPr>
            <p:cNvPr id="48" name="object 30">
              <a:extLst>
                <a:ext uri="{FF2B5EF4-FFF2-40B4-BE49-F238E27FC236}">
                  <a16:creationId xmlns:a16="http://schemas.microsoft.com/office/drawing/2014/main" id="{09C81F18-0735-790A-0322-C50E1F40C663}"/>
                </a:ext>
              </a:extLst>
            </p:cNvPr>
            <p:cNvSpPr/>
            <p:nvPr/>
          </p:nvSpPr>
          <p:spPr>
            <a:xfrm>
              <a:off x="4270247" y="3310127"/>
              <a:ext cx="205740" cy="591185"/>
            </a:xfrm>
            <a:custGeom>
              <a:avLst/>
              <a:gdLst/>
              <a:ahLst/>
              <a:cxnLst/>
              <a:rect l="l" t="t" r="r" b="b"/>
              <a:pathLst>
                <a:path w="205739" h="591185">
                  <a:moveTo>
                    <a:pt x="39369" y="0"/>
                  </a:moveTo>
                  <a:lnTo>
                    <a:pt x="25653" y="46482"/>
                  </a:lnTo>
                  <a:lnTo>
                    <a:pt x="12826" y="87884"/>
                  </a:lnTo>
                  <a:lnTo>
                    <a:pt x="0" y="126619"/>
                  </a:lnTo>
                  <a:lnTo>
                    <a:pt x="888" y="150495"/>
                  </a:lnTo>
                  <a:lnTo>
                    <a:pt x="33019" y="227837"/>
                  </a:lnTo>
                  <a:lnTo>
                    <a:pt x="57530" y="272669"/>
                  </a:lnTo>
                  <a:lnTo>
                    <a:pt x="82930" y="315849"/>
                  </a:lnTo>
                  <a:lnTo>
                    <a:pt x="105790" y="353187"/>
                  </a:lnTo>
                  <a:lnTo>
                    <a:pt x="122681" y="380238"/>
                  </a:lnTo>
                  <a:lnTo>
                    <a:pt x="130301" y="392938"/>
                  </a:lnTo>
                  <a:lnTo>
                    <a:pt x="131699" y="424942"/>
                  </a:lnTo>
                  <a:lnTo>
                    <a:pt x="130682" y="484759"/>
                  </a:lnTo>
                  <a:lnTo>
                    <a:pt x="127762" y="568706"/>
                  </a:lnTo>
                  <a:lnTo>
                    <a:pt x="138429" y="580517"/>
                  </a:lnTo>
                  <a:lnTo>
                    <a:pt x="153162" y="587248"/>
                  </a:lnTo>
                  <a:lnTo>
                    <a:pt x="166242" y="590296"/>
                  </a:lnTo>
                  <a:lnTo>
                    <a:pt x="171830" y="590931"/>
                  </a:lnTo>
                  <a:lnTo>
                    <a:pt x="188975" y="507746"/>
                  </a:lnTo>
                  <a:lnTo>
                    <a:pt x="200660" y="445897"/>
                  </a:lnTo>
                  <a:lnTo>
                    <a:pt x="205486" y="407543"/>
                  </a:lnTo>
                  <a:lnTo>
                    <a:pt x="203707" y="392303"/>
                  </a:lnTo>
                  <a:lnTo>
                    <a:pt x="191515" y="325374"/>
                  </a:lnTo>
                  <a:lnTo>
                    <a:pt x="182117" y="280416"/>
                  </a:lnTo>
                  <a:lnTo>
                    <a:pt x="170941" y="232029"/>
                  </a:lnTo>
                  <a:lnTo>
                    <a:pt x="158623" y="183769"/>
                  </a:lnTo>
                  <a:lnTo>
                    <a:pt x="145541" y="138684"/>
                  </a:lnTo>
                  <a:lnTo>
                    <a:pt x="132079" y="100202"/>
                  </a:lnTo>
                  <a:lnTo>
                    <a:pt x="95376" y="42163"/>
                  </a:lnTo>
                  <a:lnTo>
                    <a:pt x="48132" y="5080"/>
                  </a:lnTo>
                  <a:lnTo>
                    <a:pt x="39369" y="0"/>
                  </a:lnTo>
                  <a:close/>
                </a:path>
              </a:pathLst>
            </a:custGeom>
            <a:solidFill>
              <a:srgbClr val="3C9975"/>
            </a:solidFill>
          </p:spPr>
          <p:txBody>
            <a:bodyPr wrap="square" lIns="0" tIns="0" rIns="0" bIns="0" rtlCol="0"/>
            <a:lstStyle/>
            <a:p>
              <a:endParaRPr/>
            </a:p>
          </p:txBody>
        </p:sp>
        <p:sp>
          <p:nvSpPr>
            <p:cNvPr id="49" name="object 31">
              <a:extLst>
                <a:ext uri="{FF2B5EF4-FFF2-40B4-BE49-F238E27FC236}">
                  <a16:creationId xmlns:a16="http://schemas.microsoft.com/office/drawing/2014/main" id="{1E11B2D9-07CC-941B-C6FE-7E3EEA21FEB0}"/>
                </a:ext>
              </a:extLst>
            </p:cNvPr>
            <p:cNvSpPr/>
            <p:nvPr/>
          </p:nvSpPr>
          <p:spPr>
            <a:xfrm>
              <a:off x="3870959" y="3368039"/>
              <a:ext cx="27940" cy="45720"/>
            </a:xfrm>
            <a:custGeom>
              <a:avLst/>
              <a:gdLst/>
              <a:ahLst/>
              <a:cxnLst/>
              <a:rect l="l" t="t" r="r" b="b"/>
              <a:pathLst>
                <a:path w="27939" h="45720">
                  <a:moveTo>
                    <a:pt x="2412" y="0"/>
                  </a:moveTo>
                  <a:lnTo>
                    <a:pt x="0" y="4825"/>
                  </a:lnTo>
                  <a:lnTo>
                    <a:pt x="1524" y="12573"/>
                  </a:lnTo>
                  <a:lnTo>
                    <a:pt x="3937" y="22733"/>
                  </a:lnTo>
                  <a:lnTo>
                    <a:pt x="4317" y="34544"/>
                  </a:lnTo>
                  <a:lnTo>
                    <a:pt x="6095" y="40132"/>
                  </a:lnTo>
                  <a:lnTo>
                    <a:pt x="11429" y="45085"/>
                  </a:lnTo>
                  <a:lnTo>
                    <a:pt x="18923" y="45593"/>
                  </a:lnTo>
                  <a:lnTo>
                    <a:pt x="26924" y="37337"/>
                  </a:lnTo>
                  <a:lnTo>
                    <a:pt x="27304" y="35306"/>
                  </a:lnTo>
                  <a:lnTo>
                    <a:pt x="27431" y="30352"/>
                  </a:lnTo>
                  <a:lnTo>
                    <a:pt x="26035" y="24257"/>
                  </a:lnTo>
                  <a:lnTo>
                    <a:pt x="21716" y="19050"/>
                  </a:lnTo>
                  <a:lnTo>
                    <a:pt x="15748" y="13335"/>
                  </a:lnTo>
                  <a:lnTo>
                    <a:pt x="10287" y="6604"/>
                  </a:lnTo>
                  <a:lnTo>
                    <a:pt x="5714" y="1270"/>
                  </a:lnTo>
                  <a:lnTo>
                    <a:pt x="2412" y="0"/>
                  </a:lnTo>
                  <a:close/>
                </a:path>
              </a:pathLst>
            </a:custGeom>
            <a:solidFill>
              <a:srgbClr val="FF9C77"/>
            </a:solidFill>
          </p:spPr>
          <p:txBody>
            <a:bodyPr wrap="square" lIns="0" tIns="0" rIns="0" bIns="0" rtlCol="0"/>
            <a:lstStyle/>
            <a:p>
              <a:endParaRPr/>
            </a:p>
          </p:txBody>
        </p:sp>
        <p:pic>
          <p:nvPicPr>
            <p:cNvPr id="50" name="object 32">
              <a:extLst>
                <a:ext uri="{FF2B5EF4-FFF2-40B4-BE49-F238E27FC236}">
                  <a16:creationId xmlns:a16="http://schemas.microsoft.com/office/drawing/2014/main" id="{22285214-8F76-DB07-0E98-0112EC54DDBE}"/>
                </a:ext>
              </a:extLst>
            </p:cNvPr>
            <p:cNvPicPr/>
            <p:nvPr/>
          </p:nvPicPr>
          <p:blipFill>
            <a:blip r:embed="rId15" cstate="print"/>
            <a:stretch>
              <a:fillRect/>
            </a:stretch>
          </p:blipFill>
          <p:spPr>
            <a:xfrm>
              <a:off x="2289047" y="4491100"/>
              <a:ext cx="242188" cy="130810"/>
            </a:xfrm>
            <a:prstGeom prst="rect">
              <a:avLst/>
            </a:prstGeom>
          </p:spPr>
        </p:pic>
        <p:sp>
          <p:nvSpPr>
            <p:cNvPr id="51" name="object 33">
              <a:extLst>
                <a:ext uri="{FF2B5EF4-FFF2-40B4-BE49-F238E27FC236}">
                  <a16:creationId xmlns:a16="http://schemas.microsoft.com/office/drawing/2014/main" id="{CEB0EBE5-E3C1-5E5D-CACE-B9A74E737B30}"/>
                </a:ext>
              </a:extLst>
            </p:cNvPr>
            <p:cNvSpPr/>
            <p:nvPr/>
          </p:nvSpPr>
          <p:spPr>
            <a:xfrm>
              <a:off x="2375535" y="4319016"/>
              <a:ext cx="218440" cy="302895"/>
            </a:xfrm>
            <a:custGeom>
              <a:avLst/>
              <a:gdLst/>
              <a:ahLst/>
              <a:cxnLst/>
              <a:rect l="l" t="t" r="r" b="b"/>
              <a:pathLst>
                <a:path w="218439" h="302895">
                  <a:moveTo>
                    <a:pt x="3809" y="0"/>
                  </a:moveTo>
                  <a:lnTo>
                    <a:pt x="0" y="71500"/>
                  </a:lnTo>
                  <a:lnTo>
                    <a:pt x="77723" y="172973"/>
                  </a:lnTo>
                  <a:lnTo>
                    <a:pt x="172084" y="263524"/>
                  </a:lnTo>
                  <a:lnTo>
                    <a:pt x="217931" y="302894"/>
                  </a:lnTo>
                  <a:lnTo>
                    <a:pt x="196850" y="247395"/>
                  </a:lnTo>
                  <a:lnTo>
                    <a:pt x="143890" y="129920"/>
                  </a:lnTo>
                  <a:lnTo>
                    <a:pt x="74548" y="23113"/>
                  </a:lnTo>
                  <a:lnTo>
                    <a:pt x="3809" y="0"/>
                  </a:lnTo>
                  <a:close/>
                </a:path>
              </a:pathLst>
            </a:custGeom>
            <a:solidFill>
              <a:srgbClr val="4852BB"/>
            </a:solidFill>
          </p:spPr>
          <p:txBody>
            <a:bodyPr wrap="square" lIns="0" tIns="0" rIns="0" bIns="0" rtlCol="0"/>
            <a:lstStyle/>
            <a:p>
              <a:endParaRPr/>
            </a:p>
          </p:txBody>
        </p:sp>
        <p:pic>
          <p:nvPicPr>
            <p:cNvPr id="52" name="object 34">
              <a:extLst>
                <a:ext uri="{FF2B5EF4-FFF2-40B4-BE49-F238E27FC236}">
                  <a16:creationId xmlns:a16="http://schemas.microsoft.com/office/drawing/2014/main" id="{DA1F096A-159F-52B4-5E67-451BBB513332}"/>
                </a:ext>
              </a:extLst>
            </p:cNvPr>
            <p:cNvPicPr/>
            <p:nvPr/>
          </p:nvPicPr>
          <p:blipFill>
            <a:blip r:embed="rId16" cstate="print"/>
            <a:stretch>
              <a:fillRect/>
            </a:stretch>
          </p:blipFill>
          <p:spPr>
            <a:xfrm>
              <a:off x="4294631" y="4543044"/>
              <a:ext cx="153924" cy="131063"/>
            </a:xfrm>
            <a:prstGeom prst="rect">
              <a:avLst/>
            </a:prstGeom>
          </p:spPr>
        </p:pic>
        <p:sp>
          <p:nvSpPr>
            <p:cNvPr id="53" name="object 35">
              <a:extLst>
                <a:ext uri="{FF2B5EF4-FFF2-40B4-BE49-F238E27FC236}">
                  <a16:creationId xmlns:a16="http://schemas.microsoft.com/office/drawing/2014/main" id="{8FFE89BA-A25C-658E-F9BD-566E54309670}"/>
                </a:ext>
              </a:extLst>
            </p:cNvPr>
            <p:cNvSpPr/>
            <p:nvPr/>
          </p:nvSpPr>
          <p:spPr>
            <a:xfrm>
              <a:off x="3221736" y="4326635"/>
              <a:ext cx="782955" cy="154305"/>
            </a:xfrm>
            <a:custGeom>
              <a:avLst/>
              <a:gdLst/>
              <a:ahLst/>
              <a:cxnLst/>
              <a:rect l="l" t="t" r="r" b="b"/>
              <a:pathLst>
                <a:path w="782954" h="154304">
                  <a:moveTo>
                    <a:pt x="681990" y="132334"/>
                  </a:moveTo>
                  <a:lnTo>
                    <a:pt x="0" y="132334"/>
                  </a:lnTo>
                  <a:lnTo>
                    <a:pt x="0" y="133604"/>
                  </a:lnTo>
                  <a:lnTo>
                    <a:pt x="0" y="153924"/>
                  </a:lnTo>
                  <a:lnTo>
                    <a:pt x="681990" y="153924"/>
                  </a:lnTo>
                  <a:lnTo>
                    <a:pt x="681990" y="133604"/>
                  </a:lnTo>
                  <a:lnTo>
                    <a:pt x="681990" y="132334"/>
                  </a:lnTo>
                  <a:close/>
                </a:path>
                <a:path w="782954" h="154304">
                  <a:moveTo>
                    <a:pt x="782955" y="94742"/>
                  </a:moveTo>
                  <a:lnTo>
                    <a:pt x="781939" y="92202"/>
                  </a:lnTo>
                  <a:lnTo>
                    <a:pt x="778510" y="88265"/>
                  </a:lnTo>
                  <a:lnTo>
                    <a:pt x="776097" y="87249"/>
                  </a:lnTo>
                  <a:lnTo>
                    <a:pt x="6858" y="87249"/>
                  </a:lnTo>
                  <a:lnTo>
                    <a:pt x="4445" y="88265"/>
                  </a:lnTo>
                  <a:lnTo>
                    <a:pt x="1016" y="92202"/>
                  </a:lnTo>
                  <a:lnTo>
                    <a:pt x="0" y="94742"/>
                  </a:lnTo>
                  <a:lnTo>
                    <a:pt x="0" y="100330"/>
                  </a:lnTo>
                  <a:lnTo>
                    <a:pt x="1016" y="102870"/>
                  </a:lnTo>
                  <a:lnTo>
                    <a:pt x="4445" y="106807"/>
                  </a:lnTo>
                  <a:lnTo>
                    <a:pt x="6858" y="107823"/>
                  </a:lnTo>
                  <a:lnTo>
                    <a:pt x="776224" y="107823"/>
                  </a:lnTo>
                  <a:lnTo>
                    <a:pt x="778510" y="106807"/>
                  </a:lnTo>
                  <a:lnTo>
                    <a:pt x="781939" y="102870"/>
                  </a:lnTo>
                  <a:lnTo>
                    <a:pt x="782955" y="100330"/>
                  </a:lnTo>
                  <a:lnTo>
                    <a:pt x="782955" y="94742"/>
                  </a:lnTo>
                  <a:close/>
                </a:path>
                <a:path w="782954" h="154304">
                  <a:moveTo>
                    <a:pt x="782955" y="48895"/>
                  </a:moveTo>
                  <a:lnTo>
                    <a:pt x="781939" y="46355"/>
                  </a:lnTo>
                  <a:lnTo>
                    <a:pt x="778510" y="42418"/>
                  </a:lnTo>
                  <a:lnTo>
                    <a:pt x="776097" y="41402"/>
                  </a:lnTo>
                  <a:lnTo>
                    <a:pt x="6858" y="41402"/>
                  </a:lnTo>
                  <a:lnTo>
                    <a:pt x="4445" y="42418"/>
                  </a:lnTo>
                  <a:lnTo>
                    <a:pt x="1016" y="46355"/>
                  </a:lnTo>
                  <a:lnTo>
                    <a:pt x="0" y="48895"/>
                  </a:lnTo>
                  <a:lnTo>
                    <a:pt x="0" y="54356"/>
                  </a:lnTo>
                  <a:lnTo>
                    <a:pt x="1016" y="57023"/>
                  </a:lnTo>
                  <a:lnTo>
                    <a:pt x="4445" y="60960"/>
                  </a:lnTo>
                  <a:lnTo>
                    <a:pt x="6858" y="61976"/>
                  </a:lnTo>
                  <a:lnTo>
                    <a:pt x="776224" y="61976"/>
                  </a:lnTo>
                  <a:lnTo>
                    <a:pt x="778510" y="60960"/>
                  </a:lnTo>
                  <a:lnTo>
                    <a:pt x="781939" y="57023"/>
                  </a:lnTo>
                  <a:lnTo>
                    <a:pt x="782955" y="54356"/>
                  </a:lnTo>
                  <a:lnTo>
                    <a:pt x="782955" y="48895"/>
                  </a:lnTo>
                  <a:close/>
                </a:path>
                <a:path w="782954" h="154304">
                  <a:moveTo>
                    <a:pt x="782955" y="7620"/>
                  </a:moveTo>
                  <a:lnTo>
                    <a:pt x="781939" y="4953"/>
                  </a:lnTo>
                  <a:lnTo>
                    <a:pt x="778510" y="1143"/>
                  </a:lnTo>
                  <a:lnTo>
                    <a:pt x="776097" y="0"/>
                  </a:lnTo>
                  <a:lnTo>
                    <a:pt x="6858" y="0"/>
                  </a:lnTo>
                  <a:lnTo>
                    <a:pt x="4445" y="1143"/>
                  </a:lnTo>
                  <a:lnTo>
                    <a:pt x="1016" y="4953"/>
                  </a:lnTo>
                  <a:lnTo>
                    <a:pt x="0" y="7620"/>
                  </a:lnTo>
                  <a:lnTo>
                    <a:pt x="0" y="13081"/>
                  </a:lnTo>
                  <a:lnTo>
                    <a:pt x="1016" y="15748"/>
                  </a:lnTo>
                  <a:lnTo>
                    <a:pt x="4445" y="19558"/>
                  </a:lnTo>
                  <a:lnTo>
                    <a:pt x="6858" y="20701"/>
                  </a:lnTo>
                  <a:lnTo>
                    <a:pt x="776224" y="20701"/>
                  </a:lnTo>
                  <a:lnTo>
                    <a:pt x="778510" y="19558"/>
                  </a:lnTo>
                  <a:lnTo>
                    <a:pt x="781939" y="15748"/>
                  </a:lnTo>
                  <a:lnTo>
                    <a:pt x="782955" y="13081"/>
                  </a:lnTo>
                  <a:lnTo>
                    <a:pt x="782955" y="7620"/>
                  </a:lnTo>
                  <a:close/>
                </a:path>
              </a:pathLst>
            </a:custGeom>
            <a:solidFill>
              <a:srgbClr val="D1E3FC"/>
            </a:solidFill>
          </p:spPr>
          <p:txBody>
            <a:bodyPr wrap="square" lIns="0" tIns="0" rIns="0" bIns="0" rtlCol="0"/>
            <a:lstStyle/>
            <a:p>
              <a:endParaRPr/>
            </a:p>
          </p:txBody>
        </p:sp>
      </p:grpSp>
      <p:sp>
        <p:nvSpPr>
          <p:cNvPr id="54" name="Rectangle: Top Corners Rounded 53">
            <a:extLst>
              <a:ext uri="{FF2B5EF4-FFF2-40B4-BE49-F238E27FC236}">
                <a16:creationId xmlns:a16="http://schemas.microsoft.com/office/drawing/2014/main" id="{8957CE56-5CCC-1AF3-5487-8258FC5D1E92}"/>
              </a:ext>
            </a:extLst>
          </p:cNvPr>
          <p:cNvSpPr/>
          <p:nvPr/>
        </p:nvSpPr>
        <p:spPr>
          <a:xfrm>
            <a:off x="359378" y="-7427"/>
            <a:ext cx="1385788" cy="1737126"/>
          </a:xfrm>
          <a:prstGeom prst="round2SameRect">
            <a:avLst>
              <a:gd name="adj1" fmla="val 0"/>
              <a:gd name="adj2" fmla="val 122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5" name="Picture 54" descr="Logo, icon&#10;&#10;Description automatically generated">
            <a:extLst>
              <a:ext uri="{FF2B5EF4-FFF2-40B4-BE49-F238E27FC236}">
                <a16:creationId xmlns:a16="http://schemas.microsoft.com/office/drawing/2014/main" id="{B45888CF-ADF8-EA70-C4F6-E70C6C86636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70064" y="680208"/>
            <a:ext cx="786509" cy="766537"/>
          </a:xfrm>
          <a:prstGeom prst="rect">
            <a:avLst/>
          </a:prstGeom>
        </p:spPr>
      </p:pic>
    </p:spTree>
    <p:extLst>
      <p:ext uri="{BB962C8B-B14F-4D97-AF65-F5344CB8AC3E}">
        <p14:creationId xmlns:p14="http://schemas.microsoft.com/office/powerpoint/2010/main" val="2932054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97E568-01B4-7829-2063-61C78154A82A}"/>
              </a:ext>
            </a:extLst>
          </p:cNvPr>
          <p:cNvSpPr>
            <a:spLocks noGrp="1"/>
          </p:cNvSpPr>
          <p:nvPr>
            <p:ph type="ftr" sz="quarter" idx="22"/>
          </p:nvPr>
        </p:nvSpPr>
        <p:spPr>
          <a:xfrm>
            <a:off x="7087870" y="6409657"/>
            <a:ext cx="4114800" cy="252000"/>
          </a:xfrm>
        </p:spPr>
        <p:txBody>
          <a:bodyPr/>
          <a:lstStyle/>
          <a:p>
            <a:r>
              <a:rPr lang="en-US" noProof="0"/>
              <a:t>Powered by Partnership. Driven by Innovation.</a:t>
            </a:r>
            <a:endParaRPr lang="en-GB" noProof="0"/>
          </a:p>
        </p:txBody>
      </p:sp>
      <p:sp>
        <p:nvSpPr>
          <p:cNvPr id="4" name="Slide Number Placeholder 3">
            <a:extLst>
              <a:ext uri="{FF2B5EF4-FFF2-40B4-BE49-F238E27FC236}">
                <a16:creationId xmlns:a16="http://schemas.microsoft.com/office/drawing/2014/main" id="{B2897DFE-DDC0-AC5E-F631-F290C456A9CE}"/>
              </a:ext>
            </a:extLst>
          </p:cNvPr>
          <p:cNvSpPr>
            <a:spLocks noGrp="1"/>
          </p:cNvSpPr>
          <p:nvPr>
            <p:ph type="sldNum" sz="quarter" idx="23"/>
          </p:nvPr>
        </p:nvSpPr>
        <p:spPr>
          <a:xfrm>
            <a:off x="11393250" y="6401262"/>
            <a:ext cx="324000" cy="252000"/>
          </a:xfrm>
        </p:spPr>
        <p:txBody>
          <a:bodyPr/>
          <a:lstStyle/>
          <a:p>
            <a:fld id="{66F6B9C1-1745-48B0-A8CA-B72E47831159}" type="slidenum">
              <a:rPr lang="en-GB" noProof="0" smtClean="0"/>
              <a:pPr/>
              <a:t>14</a:t>
            </a:fld>
            <a:endParaRPr lang="en-GB" noProof="0"/>
          </a:p>
        </p:txBody>
      </p:sp>
      <p:sp>
        <p:nvSpPr>
          <p:cNvPr id="19" name="Picture Placeholder 18">
            <a:extLst>
              <a:ext uri="{FF2B5EF4-FFF2-40B4-BE49-F238E27FC236}">
                <a16:creationId xmlns:a16="http://schemas.microsoft.com/office/drawing/2014/main" id="{A9552E2D-3542-EE3D-434E-AAD61310AF53}"/>
              </a:ext>
            </a:extLst>
          </p:cNvPr>
          <p:cNvSpPr>
            <a:spLocks noGrp="1"/>
          </p:cNvSpPr>
          <p:nvPr>
            <p:ph type="pic" idx="15"/>
          </p:nvPr>
        </p:nvSpPr>
        <p:spPr>
          <a:solidFill>
            <a:schemeClr val="accent4"/>
          </a:solidFill>
        </p:spPr>
        <p:txBody>
          <a:bodyPr/>
          <a:lstStyle/>
          <a:p>
            <a:endParaRPr lang="en-DK"/>
          </a:p>
        </p:txBody>
      </p:sp>
      <p:sp>
        <p:nvSpPr>
          <p:cNvPr id="6" name="Subtitle 5">
            <a:extLst>
              <a:ext uri="{FF2B5EF4-FFF2-40B4-BE49-F238E27FC236}">
                <a16:creationId xmlns:a16="http://schemas.microsoft.com/office/drawing/2014/main" id="{AA1914F3-6FC2-6AF0-A972-A757AFBF4BBF}"/>
              </a:ext>
            </a:extLst>
          </p:cNvPr>
          <p:cNvSpPr>
            <a:spLocks noGrp="1"/>
          </p:cNvSpPr>
          <p:nvPr>
            <p:ph type="subTitle" idx="14"/>
          </p:nvPr>
        </p:nvSpPr>
        <p:spPr>
          <a:xfrm>
            <a:off x="6413180" y="613541"/>
            <a:ext cx="4602915" cy="360000"/>
          </a:xfrm>
        </p:spPr>
        <p:txBody>
          <a:bodyPr/>
          <a:lstStyle/>
          <a:p>
            <a:r>
              <a:rPr lang="en-US"/>
              <a:t>InCopy</a:t>
            </a:r>
            <a:endParaRPr lang="en-DK"/>
          </a:p>
        </p:txBody>
      </p:sp>
      <p:sp>
        <p:nvSpPr>
          <p:cNvPr id="7" name="Title 6">
            <a:extLst>
              <a:ext uri="{FF2B5EF4-FFF2-40B4-BE49-F238E27FC236}">
                <a16:creationId xmlns:a16="http://schemas.microsoft.com/office/drawing/2014/main" id="{67E11A24-E629-B976-C107-9EEA287B2B16}"/>
              </a:ext>
            </a:extLst>
          </p:cNvPr>
          <p:cNvSpPr>
            <a:spLocks noGrp="1"/>
          </p:cNvSpPr>
          <p:nvPr>
            <p:ph type="title"/>
          </p:nvPr>
        </p:nvSpPr>
        <p:spPr>
          <a:xfrm>
            <a:off x="6413180" y="990600"/>
            <a:ext cx="5325619" cy="810000"/>
          </a:xfrm>
        </p:spPr>
        <p:txBody>
          <a:bodyPr/>
          <a:lstStyle/>
          <a:p>
            <a:r>
              <a:rPr lang="en-US"/>
              <a:t>Courses</a:t>
            </a:r>
            <a:endParaRPr lang="en-DK"/>
          </a:p>
        </p:txBody>
      </p:sp>
      <p:sp>
        <p:nvSpPr>
          <p:cNvPr id="54" name="Rectangle: Top Corners Rounded 53">
            <a:extLst>
              <a:ext uri="{FF2B5EF4-FFF2-40B4-BE49-F238E27FC236}">
                <a16:creationId xmlns:a16="http://schemas.microsoft.com/office/drawing/2014/main" id="{8957CE56-5CCC-1AF3-5487-8258FC5D1E92}"/>
              </a:ext>
            </a:extLst>
          </p:cNvPr>
          <p:cNvSpPr/>
          <p:nvPr/>
        </p:nvSpPr>
        <p:spPr>
          <a:xfrm>
            <a:off x="359378" y="-7427"/>
            <a:ext cx="1385788" cy="1737126"/>
          </a:xfrm>
          <a:prstGeom prst="round2SameRect">
            <a:avLst>
              <a:gd name="adj1" fmla="val 0"/>
              <a:gd name="adj2" fmla="val 122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5" name="Picture 54" descr="Logo, icon&#10;&#10;Description automatically generated">
            <a:extLst>
              <a:ext uri="{FF2B5EF4-FFF2-40B4-BE49-F238E27FC236}">
                <a16:creationId xmlns:a16="http://schemas.microsoft.com/office/drawing/2014/main" id="{B45888CF-ADF8-EA70-C4F6-E70C6C866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064" y="680208"/>
            <a:ext cx="786509" cy="766537"/>
          </a:xfrm>
          <a:prstGeom prst="rect">
            <a:avLst/>
          </a:prstGeom>
        </p:spPr>
      </p:pic>
      <p:sp>
        <p:nvSpPr>
          <p:cNvPr id="9" name="Rectangle: Rounded Corners 8">
            <a:extLst>
              <a:ext uri="{FF2B5EF4-FFF2-40B4-BE49-F238E27FC236}">
                <a16:creationId xmlns:a16="http://schemas.microsoft.com/office/drawing/2014/main" id="{EA3F425C-03D9-D621-B276-A43A5381EE95}"/>
              </a:ext>
            </a:extLst>
          </p:cNvPr>
          <p:cNvSpPr/>
          <p:nvPr/>
        </p:nvSpPr>
        <p:spPr>
          <a:xfrm>
            <a:off x="6413180" y="2105247"/>
            <a:ext cx="5321935" cy="94275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  EN</a:t>
            </a:r>
            <a:r>
              <a:rPr lang="en-US"/>
              <a:t> – 5 hours. Beginner - Intermediate</a:t>
            </a:r>
            <a:endParaRPr lang="en-DK"/>
          </a:p>
        </p:txBody>
      </p:sp>
      <p:sp>
        <p:nvSpPr>
          <p:cNvPr id="10" name="Rectangle: Rounded Corners 9">
            <a:extLst>
              <a:ext uri="{FF2B5EF4-FFF2-40B4-BE49-F238E27FC236}">
                <a16:creationId xmlns:a16="http://schemas.microsoft.com/office/drawing/2014/main" id="{83EB18CE-DFA0-AC2F-B5C2-2C25958E6758}"/>
              </a:ext>
            </a:extLst>
          </p:cNvPr>
          <p:cNvSpPr/>
          <p:nvPr/>
        </p:nvSpPr>
        <p:spPr>
          <a:xfrm>
            <a:off x="6413180" y="3291971"/>
            <a:ext cx="5321935" cy="94275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  EN</a:t>
            </a:r>
            <a:r>
              <a:rPr lang="en-US"/>
              <a:t> – 3 hours. Infrequent Users</a:t>
            </a:r>
            <a:endParaRPr lang="en-DK"/>
          </a:p>
        </p:txBody>
      </p:sp>
      <p:sp>
        <p:nvSpPr>
          <p:cNvPr id="11" name="Rectangle: Rounded Corners 10">
            <a:extLst>
              <a:ext uri="{FF2B5EF4-FFF2-40B4-BE49-F238E27FC236}">
                <a16:creationId xmlns:a16="http://schemas.microsoft.com/office/drawing/2014/main" id="{7639B8A3-8F9E-BF83-36B8-5C5179BF2341}"/>
              </a:ext>
            </a:extLst>
          </p:cNvPr>
          <p:cNvSpPr/>
          <p:nvPr/>
        </p:nvSpPr>
        <p:spPr>
          <a:xfrm>
            <a:off x="6413180" y="4488215"/>
            <a:ext cx="5321935" cy="94275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  ES</a:t>
            </a:r>
            <a:r>
              <a:rPr lang="en-US"/>
              <a:t> – 5 hours. Beginner - Intermediate</a:t>
            </a:r>
            <a:endParaRPr lang="en-DK"/>
          </a:p>
        </p:txBody>
      </p:sp>
      <p:pic>
        <p:nvPicPr>
          <p:cNvPr id="12" name="object 29">
            <a:extLst>
              <a:ext uri="{FF2B5EF4-FFF2-40B4-BE49-F238E27FC236}">
                <a16:creationId xmlns:a16="http://schemas.microsoft.com/office/drawing/2014/main" id="{DDB82CE5-9FA6-A87B-08FD-F7796223B5CB}"/>
              </a:ext>
            </a:extLst>
          </p:cNvPr>
          <p:cNvPicPr/>
          <p:nvPr/>
        </p:nvPicPr>
        <p:blipFill>
          <a:blip r:embed="rId4" cstate="print"/>
          <a:stretch>
            <a:fillRect/>
          </a:stretch>
        </p:blipFill>
        <p:spPr>
          <a:xfrm>
            <a:off x="1134578" y="2229651"/>
            <a:ext cx="3825239" cy="2234184"/>
          </a:xfrm>
          <a:prstGeom prst="rect">
            <a:avLst/>
          </a:prstGeom>
        </p:spPr>
      </p:pic>
    </p:spTree>
    <p:extLst>
      <p:ext uri="{BB962C8B-B14F-4D97-AF65-F5344CB8AC3E}">
        <p14:creationId xmlns:p14="http://schemas.microsoft.com/office/powerpoint/2010/main" val="40221372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B8JXzj2eQkaz_PSu8JFpow"/>
</p:tagLst>
</file>

<file path=ppt/theme/theme1.xml><?xml version="1.0" encoding="utf-8"?>
<a:theme xmlns:a="http://schemas.openxmlformats.org/drawingml/2006/main" name="BioMar Widescreen Theme">
  <a:themeElements>
    <a:clrScheme name="FINAL BIOMAR">
      <a:dk1>
        <a:srgbClr val="575756"/>
      </a:dk1>
      <a:lt1>
        <a:srgbClr val="FFFFFF"/>
      </a:lt1>
      <a:dk2>
        <a:srgbClr val="1F3E77"/>
      </a:dk2>
      <a:lt2>
        <a:srgbClr val="C3E4EF"/>
      </a:lt2>
      <a:accent1>
        <a:srgbClr val="1F3E77"/>
      </a:accent1>
      <a:accent2>
        <a:srgbClr val="0471AD"/>
      </a:accent2>
      <a:accent3>
        <a:srgbClr val="92CEE8"/>
      </a:accent3>
      <a:accent4>
        <a:srgbClr val="C3E4EF"/>
      </a:accent4>
      <a:accent5>
        <a:srgbClr val="97D130"/>
      </a:accent5>
      <a:accent6>
        <a:srgbClr val="DD6928"/>
      </a:accent6>
      <a:hlink>
        <a:srgbClr val="0471AD"/>
      </a:hlink>
      <a:folHlink>
        <a:srgbClr val="9D9D9D"/>
      </a:folHlink>
    </a:clrScheme>
    <a:fontScheme name="BioMar">
      <a:majorFont>
        <a:latin typeface="Arial"/>
        <a:ea typeface="DengXian"/>
        <a:cs typeface=""/>
      </a:majorFont>
      <a:minorFont>
        <a:latin typeface="Arial"/>
        <a:ea typeface="DengXia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BioMar Widescreen Theme" id="{92214D57-36C9-4CA8-9BD7-E7495E8D887A}" vid="{A7384CF4-1470-44A6-A579-6755108C26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6cb7051-c7c6-44c0-af61-9813c784cbe1">
      <Terms xmlns="http://schemas.microsoft.com/office/infopath/2007/PartnerControls"/>
    </lcf76f155ced4ddcb4097134ff3c332f>
    <SharedWithUsers xmlns="3cdbaa95-48e7-4af6-ba46-b4955525a9b2">
      <UserInfo>
        <DisplayName>Isidora Silva Chiros</DisplayName>
        <AccountId>135</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C9F22A88B03891499CA2E030A787E0F8" ma:contentTypeVersion="18" ma:contentTypeDescription="Opret et nyt dokument." ma:contentTypeScope="" ma:versionID="fbfe75c7c472daceaebec51665dd35c4">
  <xsd:schema xmlns:xsd="http://www.w3.org/2001/XMLSchema" xmlns:xs="http://www.w3.org/2001/XMLSchema" xmlns:p="http://schemas.microsoft.com/office/2006/metadata/properties" xmlns:ns2="06cb7051-c7c6-44c0-af61-9813c784cbe1" xmlns:ns3="3cdbaa95-48e7-4af6-ba46-b4955525a9b2" targetNamespace="http://schemas.microsoft.com/office/2006/metadata/properties" ma:root="true" ma:fieldsID="a2d904703cb41415f99027e530e43c82" ns2:_="" ns3:_="">
    <xsd:import namespace="06cb7051-c7c6-44c0-af61-9813c784cbe1"/>
    <xsd:import namespace="3cdbaa95-48e7-4af6-ba46-b4955525a9b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cb7051-c7c6-44c0-af61-9813c784cb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illedmærker" ma:readOnly="false" ma:fieldId="{5cf76f15-5ced-4ddc-b409-7134ff3c332f}" ma:taxonomyMulti="true" ma:sspId="2967be40-489f-441b-9de2-f3c93b7bd1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cdbaa95-48e7-4af6-ba46-b4955525a9b2" elementFormDefault="qualified">
    <xsd:import namespace="http://schemas.microsoft.com/office/2006/documentManagement/types"/>
    <xsd:import namespace="http://schemas.microsoft.com/office/infopath/2007/PartnerControls"/>
    <xsd:element name="SharedWithUsers" ma:index="18"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lt med detaljer"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729C29-A5E4-45A4-8718-0A56CB7C083D}">
  <ds:schemaRefs>
    <ds:schemaRef ds:uri="06cb7051-c7c6-44c0-af61-9813c784cbe1"/>
    <ds:schemaRef ds:uri="3cdbaa95-48e7-4af6-ba46-b4955525a9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C70E1B1-C89D-4D22-B4EA-D7BD7FDAF6CA}">
  <ds:schemaRefs>
    <ds:schemaRef ds:uri="http://schemas.microsoft.com/sharepoint/v3/contenttype/forms"/>
  </ds:schemaRefs>
</ds:datastoreItem>
</file>

<file path=customXml/itemProps3.xml><?xml version="1.0" encoding="utf-8"?>
<ds:datastoreItem xmlns:ds="http://schemas.openxmlformats.org/officeDocument/2006/customXml" ds:itemID="{A02FCF16-F21E-43AF-8036-19219EF93808}">
  <ds:schemaRefs>
    <ds:schemaRef ds:uri="06cb7051-c7c6-44c0-af61-9813c784cbe1"/>
    <ds:schemaRef ds:uri="3cdbaa95-48e7-4af6-ba46-b4955525a9b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Default Theme</Template>
  <Application>Microsoft Office PowerPoint</Application>
  <PresentationFormat>Widescreen</PresentationFormat>
  <Slides>33</Slides>
  <Notes>23</Notes>
  <HiddenSlides>6</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BioMar Widescreen Theme</vt:lpstr>
      <vt:lpstr>Design Hub</vt:lpstr>
      <vt:lpstr>Challenges</vt:lpstr>
      <vt:lpstr>Process</vt:lpstr>
      <vt:lpstr>Before You Reach Out: What Do You Need?</vt:lpstr>
      <vt:lpstr>Before You Reach Out: What Do You Need?</vt:lpstr>
      <vt:lpstr>Tasks vs Projects</vt:lpstr>
      <vt:lpstr>Deadlines</vt:lpstr>
      <vt:lpstr>Business Value</vt:lpstr>
      <vt:lpstr>Business Value Priority Levels</vt:lpstr>
      <vt:lpstr>InCopy</vt:lpstr>
      <vt:lpstr>What is Adobe InCopy?</vt:lpstr>
      <vt:lpstr>Requirements</vt:lpstr>
      <vt:lpstr>Training</vt:lpstr>
      <vt:lpstr>Courses</vt:lpstr>
      <vt:lpstr>Start to Finish Process</vt:lpstr>
      <vt:lpstr>Design Hub Process</vt:lpstr>
      <vt:lpstr>Design Hub Process</vt:lpstr>
      <vt:lpstr>Submitting Feedback</vt:lpstr>
      <vt:lpstr>Receiving / Submitting Feedback</vt:lpstr>
      <vt:lpstr>File Storage</vt:lpstr>
      <vt:lpstr>Turn around times</vt:lpstr>
      <vt:lpstr>Turn around times</vt:lpstr>
      <vt:lpstr>Yearly Calendar</vt:lpstr>
      <vt:lpstr>When to use what?</vt:lpstr>
      <vt:lpstr>Personal Responsbility</vt:lpstr>
      <vt:lpstr>Personal Responsibility</vt:lpstr>
      <vt:lpstr>PowerPoint Presentation</vt:lpstr>
      <vt:lpstr>Brief Template</vt:lpstr>
      <vt:lpstr>PowerPoint Presentation</vt:lpstr>
      <vt:lpstr>LARVIVA Hatchery Hub Signage</vt:lpstr>
      <vt:lpstr>Trial facilities layout (II)</vt:lpstr>
      <vt:lpstr>Trial facilities layout (III)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Hub</dc:title>
  <dc:creator>Olivia Andrews</dc:creator>
  <cp:revision>1</cp:revision>
  <dcterms:created xsi:type="dcterms:W3CDTF">2023-06-29T07:04:55Z</dcterms:created>
  <dcterms:modified xsi:type="dcterms:W3CDTF">2026-04-15T11:59:37Z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0x010100C9F22A88B03891499CA2E030A787E0F8</vt:lpwstr>
  </property>
  <property fmtid="{D5CDD505-2E9C-101B-9397-08002B2CF9AE}" pid="3" name="MediaServiceImageTags">
    <vt:lpwstr/>
  </property>
</Properties>
</file>