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8"/>
  </p:notesMasterIdLst>
  <p:sldIdLst>
    <p:sldId id="387" r:id="rId28"/>
    <p:sldId id="389" r:id="rId29"/>
    <p:sldId id="378" r:id="rId30"/>
    <p:sldId id="404" r:id="rId31"/>
    <p:sldId id="391" r:id="rId32"/>
    <p:sldId id="39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0B5646-00BE-C953-136A-4A16A52A7B0C}" name="Olivia Andrews" initials="OA" userId="S::extolian@biomar.com::be0d2687-7eb5-44fa-81df-ace396f8103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41DF86-584D-4F5B-B54F-D15D8BCC380A}" v="118" dt="2026-04-15T11:59:10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39" Type="http://schemas.openxmlformats.org/officeDocument/2006/relationships/presProps" Target="presProps.xml"/><Relationship Id="rId42" Type="http://schemas.openxmlformats.org/officeDocument/2006/relationships/tableStyles" Target="tableStyle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32" Type="http://schemas.openxmlformats.org/officeDocument/2006/relationships/slide" Target="slides/slide28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28" Type="http://schemas.openxmlformats.org/officeDocument/2006/relationships/slide" Target="slides/slide24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30" Type="http://schemas.openxmlformats.org/officeDocument/2006/relationships/slide" Target="slides/slide26.xml"/><Relationship Id="rId4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sign Hub" userId="02111a05-f43e-4d23-bab7-3dd7ecd6715a" providerId="ADAL" clId="{BCD2818F-01C6-4AA5-A3AE-DDBFA260FF8C}"/>
    <pc:docChg chg="undo custSel addSld delSld modSld">
      <pc:chgData name="Design Hub" userId="02111a05-f43e-4d23-bab7-3dd7ecd6715a" providerId="ADAL" clId="{BCD2818F-01C6-4AA5-A3AE-DDBFA260FF8C}" dt="2026-04-06T20:38:37.243" v="599" actId="20577"/>
      <pc:docMkLst>
        <pc:docMk/>
      </pc:docMkLst>
      <pc:sldChg chg="modSp mod">
        <pc:chgData name="Design Hub" userId="02111a05-f43e-4d23-bab7-3dd7ecd6715a" providerId="ADAL" clId="{BCD2818F-01C6-4AA5-A3AE-DDBFA260FF8C}" dt="2026-04-06T20:38:37.243" v="599" actId="20577"/>
        <pc:sldMkLst>
          <pc:docMk/>
          <pc:sldMk cId="1667492400" sldId="257"/>
        </pc:sldMkLst>
        <pc:spChg chg="mod">
          <ac:chgData name="Design Hub" userId="02111a05-f43e-4d23-bab7-3dd7ecd6715a" providerId="ADAL" clId="{BCD2818F-01C6-4AA5-A3AE-DDBFA260FF8C}" dt="2026-04-06T20:38:37.243" v="599" actId="20577"/>
          <ac:spMkLst>
            <pc:docMk/>
            <pc:sldMk cId="1667492400" sldId="257"/>
            <ac:spMk id="3" creationId="{37643261-489B-E007-7E74-62399DEC0BBC}"/>
          </ac:spMkLst>
        </pc:spChg>
      </pc:sldChg>
      <pc:sldChg chg="delSp modSp mod">
        <pc:chgData name="Design Hub" userId="02111a05-f43e-4d23-bab7-3dd7ecd6715a" providerId="ADAL" clId="{BCD2818F-01C6-4AA5-A3AE-DDBFA260FF8C}" dt="2026-04-06T20:26:59.929" v="276" actId="478"/>
        <pc:sldMkLst>
          <pc:docMk/>
          <pc:sldMk cId="2719258263" sldId="259"/>
        </pc:sldMkLst>
        <pc:spChg chg="mod">
          <ac:chgData name="Design Hub" userId="02111a05-f43e-4d23-bab7-3dd7ecd6715a" providerId="ADAL" clId="{BCD2818F-01C6-4AA5-A3AE-DDBFA260FF8C}" dt="2026-04-06T20:26:44.952" v="258" actId="20577"/>
          <ac:spMkLst>
            <pc:docMk/>
            <pc:sldMk cId="2719258263" sldId="259"/>
            <ac:spMk id="31" creationId="{9E612B99-3982-EB7F-1598-9D3F867CE31C}"/>
          </ac:spMkLst>
        </pc:spChg>
        <pc:spChg chg="mod">
          <ac:chgData name="Design Hub" userId="02111a05-f43e-4d23-bab7-3dd7ecd6715a" providerId="ADAL" clId="{BCD2818F-01C6-4AA5-A3AE-DDBFA260FF8C}" dt="2026-04-06T20:26:50.321" v="259"/>
          <ac:spMkLst>
            <pc:docMk/>
            <pc:sldMk cId="2719258263" sldId="259"/>
            <ac:spMk id="32" creationId="{283429EB-4AA6-7BE8-92FE-D4C2D16242AF}"/>
          </ac:spMkLst>
        </pc:spChg>
        <pc:spChg chg="mod">
          <ac:chgData name="Design Hub" userId="02111a05-f43e-4d23-bab7-3dd7ecd6715a" providerId="ADAL" clId="{BCD2818F-01C6-4AA5-A3AE-DDBFA260FF8C}" dt="2026-04-06T20:26:57.360" v="275" actId="20577"/>
          <ac:spMkLst>
            <pc:docMk/>
            <pc:sldMk cId="2719258263" sldId="259"/>
            <ac:spMk id="33" creationId="{4D22CA18-8456-164C-1C5F-8ED02EEBF190}"/>
          </ac:spMkLst>
        </pc:spChg>
        <pc:picChg chg="del">
          <ac:chgData name="Design Hub" userId="02111a05-f43e-4d23-bab7-3dd7ecd6715a" providerId="ADAL" clId="{BCD2818F-01C6-4AA5-A3AE-DDBFA260FF8C}" dt="2026-04-06T20:26:59.929" v="276" actId="478"/>
          <ac:picMkLst>
            <pc:docMk/>
            <pc:sldMk cId="2719258263" sldId="259"/>
            <ac:picMk id="1026" creationId="{4FB5FF34-F247-C763-21A4-EB42701B402D}"/>
          </ac:picMkLst>
        </pc:picChg>
      </pc:sldChg>
      <pc:sldChg chg="modSp mod">
        <pc:chgData name="Design Hub" userId="02111a05-f43e-4d23-bab7-3dd7ecd6715a" providerId="ADAL" clId="{BCD2818F-01C6-4AA5-A3AE-DDBFA260FF8C}" dt="2026-04-06T20:15:34.513" v="82" actId="20577"/>
        <pc:sldMkLst>
          <pc:docMk/>
          <pc:sldMk cId="4198694973" sldId="261"/>
        </pc:sldMkLst>
        <pc:spChg chg="mod">
          <ac:chgData name="Design Hub" userId="02111a05-f43e-4d23-bab7-3dd7ecd6715a" providerId="ADAL" clId="{BCD2818F-01C6-4AA5-A3AE-DDBFA260FF8C}" dt="2026-04-06T20:15:34.513" v="82" actId="20577"/>
          <ac:spMkLst>
            <pc:docMk/>
            <pc:sldMk cId="4198694973" sldId="261"/>
            <ac:spMk id="6" creationId="{FFA44B73-5A1F-6044-B274-A1EAAEE3E0B9}"/>
          </ac:spMkLst>
        </pc:spChg>
      </pc:sldChg>
      <pc:sldChg chg="delSp modSp mod">
        <pc:chgData name="Design Hub" userId="02111a05-f43e-4d23-bab7-3dd7ecd6715a" providerId="ADAL" clId="{BCD2818F-01C6-4AA5-A3AE-DDBFA260FF8C}" dt="2026-04-06T20:32:29.112" v="563" actId="20577"/>
        <pc:sldMkLst>
          <pc:docMk/>
          <pc:sldMk cId="3912356744" sldId="378"/>
        </pc:sldMkLst>
        <pc:spChg chg="mod">
          <ac:chgData name="Design Hub" userId="02111a05-f43e-4d23-bab7-3dd7ecd6715a" providerId="ADAL" clId="{BCD2818F-01C6-4AA5-A3AE-DDBFA260FF8C}" dt="2026-04-06T20:32:16.940" v="561" actId="1076"/>
          <ac:spMkLst>
            <pc:docMk/>
            <pc:sldMk cId="3912356744" sldId="378"/>
            <ac:spMk id="10" creationId="{762D949E-626B-4135-9549-719C58FF7749}"/>
          </ac:spMkLst>
        </pc:spChg>
        <pc:spChg chg="mod">
          <ac:chgData name="Design Hub" userId="02111a05-f43e-4d23-bab7-3dd7ecd6715a" providerId="ADAL" clId="{BCD2818F-01C6-4AA5-A3AE-DDBFA260FF8C}" dt="2026-04-06T20:32:13.230" v="560" actId="1076"/>
          <ac:spMkLst>
            <pc:docMk/>
            <pc:sldMk cId="3912356744" sldId="378"/>
            <ac:spMk id="14" creationId="{3070E389-1D7A-4EA5-97B4-9642C213F6AF}"/>
          </ac:spMkLst>
        </pc:spChg>
        <pc:spChg chg="del">
          <ac:chgData name="Design Hub" userId="02111a05-f43e-4d23-bab7-3dd7ecd6715a" providerId="ADAL" clId="{BCD2818F-01C6-4AA5-A3AE-DDBFA260FF8C}" dt="2026-04-06T20:32:01.625" v="554" actId="478"/>
          <ac:spMkLst>
            <pc:docMk/>
            <pc:sldMk cId="3912356744" sldId="378"/>
            <ac:spMk id="18" creationId="{EB28C6D2-8EC2-4015-ADB2-986898E56318}"/>
          </ac:spMkLst>
        </pc:spChg>
        <pc:spChg chg="mod">
          <ac:chgData name="Design Hub" userId="02111a05-f43e-4d23-bab7-3dd7ecd6715a" providerId="ADAL" clId="{BCD2818F-01C6-4AA5-A3AE-DDBFA260FF8C}" dt="2026-04-06T20:32:29.112" v="563" actId="20577"/>
          <ac:spMkLst>
            <pc:docMk/>
            <pc:sldMk cId="3912356744" sldId="378"/>
            <ac:spMk id="21" creationId="{BEA56E79-A443-41C8-AC0F-5FC0C935ECF0}"/>
          </ac:spMkLst>
        </pc:spChg>
        <pc:picChg chg="mod">
          <ac:chgData name="Design Hub" userId="02111a05-f43e-4d23-bab7-3dd7ecd6715a" providerId="ADAL" clId="{BCD2818F-01C6-4AA5-A3AE-DDBFA260FF8C}" dt="2026-04-06T20:32:16.940" v="561" actId="1076"/>
          <ac:picMkLst>
            <pc:docMk/>
            <pc:sldMk cId="3912356744" sldId="378"/>
            <ac:picMk id="13" creationId="{87A5855A-036C-B272-0A16-5D108C2BC54D}"/>
          </ac:picMkLst>
        </pc:picChg>
        <pc:picChg chg="del">
          <ac:chgData name="Design Hub" userId="02111a05-f43e-4d23-bab7-3dd7ecd6715a" providerId="ADAL" clId="{BCD2818F-01C6-4AA5-A3AE-DDBFA260FF8C}" dt="2026-04-06T20:32:01.625" v="554" actId="478"/>
          <ac:picMkLst>
            <pc:docMk/>
            <pc:sldMk cId="3912356744" sldId="378"/>
            <ac:picMk id="16" creationId="{D05109C7-3150-36BE-FC8A-1F2DC0AE3CDC}"/>
          </ac:picMkLst>
        </pc:picChg>
        <pc:picChg chg="mod">
          <ac:chgData name="Design Hub" userId="02111a05-f43e-4d23-bab7-3dd7ecd6715a" providerId="ADAL" clId="{BCD2818F-01C6-4AA5-A3AE-DDBFA260FF8C}" dt="2026-04-06T20:32:13.230" v="560" actId="1076"/>
          <ac:picMkLst>
            <pc:docMk/>
            <pc:sldMk cId="3912356744" sldId="378"/>
            <ac:picMk id="58" creationId="{B920CC88-06E8-4E9B-A6EB-A1C332F71CF3}"/>
          </ac:picMkLst>
        </pc:picChg>
      </pc:sldChg>
      <pc:sldChg chg="modSp mod">
        <pc:chgData name="Design Hub" userId="02111a05-f43e-4d23-bab7-3dd7ecd6715a" providerId="ADAL" clId="{BCD2818F-01C6-4AA5-A3AE-DDBFA260FF8C}" dt="2026-04-06T20:30:59.759" v="524" actId="20577"/>
        <pc:sldMkLst>
          <pc:docMk/>
          <pc:sldMk cId="3903999285" sldId="380"/>
        </pc:sldMkLst>
        <pc:graphicFrameChg chg="modGraphic">
          <ac:chgData name="Design Hub" userId="02111a05-f43e-4d23-bab7-3dd7ecd6715a" providerId="ADAL" clId="{BCD2818F-01C6-4AA5-A3AE-DDBFA260FF8C}" dt="2026-04-06T20:30:59.759" v="524" actId="20577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  <pc:sldChg chg="addSp delSp modSp add del mod">
        <pc:chgData name="Design Hub" userId="02111a05-f43e-4d23-bab7-3dd7ecd6715a" providerId="ADAL" clId="{BCD2818F-01C6-4AA5-A3AE-DDBFA260FF8C}" dt="2026-04-06T20:30:21.561" v="519" actId="20577"/>
        <pc:sldMkLst>
          <pc:docMk/>
          <pc:sldMk cId="2672140074" sldId="386"/>
        </pc:sldMkLst>
        <pc:spChg chg="add mod">
          <ac:chgData name="Design Hub" userId="02111a05-f43e-4d23-bab7-3dd7ecd6715a" providerId="ADAL" clId="{BCD2818F-01C6-4AA5-A3AE-DDBFA260FF8C}" dt="2026-04-06T20:30:21.561" v="519" actId="20577"/>
          <ac:spMkLst>
            <pc:docMk/>
            <pc:sldMk cId="2672140074" sldId="386"/>
            <ac:spMk id="2" creationId="{B31BCEF4-94AF-A489-B0A1-CFCE84951CC0}"/>
          </ac:spMkLst>
        </pc:spChg>
        <pc:spChg chg="mod">
          <ac:chgData name="Design Hub" userId="02111a05-f43e-4d23-bab7-3dd7ecd6715a" providerId="ADAL" clId="{BCD2818F-01C6-4AA5-A3AE-DDBFA260FF8C}" dt="2026-04-06T20:29:19.447" v="463" actId="20577"/>
          <ac:spMkLst>
            <pc:docMk/>
            <pc:sldMk cId="2672140074" sldId="386"/>
            <ac:spMk id="3" creationId="{EC35FBDD-775D-1381-97F6-647476302B86}"/>
          </ac:spMkLst>
        </pc:spChg>
        <pc:spChg chg="del">
          <ac:chgData name="Design Hub" userId="02111a05-f43e-4d23-bab7-3dd7ecd6715a" providerId="ADAL" clId="{BCD2818F-01C6-4AA5-A3AE-DDBFA260FF8C}" dt="2026-04-06T20:27:11.666" v="279" actId="478"/>
          <ac:spMkLst>
            <pc:docMk/>
            <pc:sldMk cId="2672140074" sldId="386"/>
            <ac:spMk id="14" creationId="{BD98328E-3987-AFE7-2292-FAE38CF856D5}"/>
          </ac:spMkLst>
        </pc:spChg>
      </pc:sldChg>
      <pc:sldChg chg="delSp modSp mod">
        <pc:chgData name="Design Hub" userId="02111a05-f43e-4d23-bab7-3dd7ecd6715a" providerId="ADAL" clId="{BCD2818F-01C6-4AA5-A3AE-DDBFA260FF8C}" dt="2026-04-06T20:26:27.484" v="238" actId="20577"/>
        <pc:sldMkLst>
          <pc:docMk/>
          <pc:sldMk cId="2061668201" sldId="388"/>
        </pc:sldMkLst>
        <pc:spChg chg="mod">
          <ac:chgData name="Design Hub" userId="02111a05-f43e-4d23-bab7-3dd7ecd6715a" providerId="ADAL" clId="{BCD2818F-01C6-4AA5-A3AE-DDBFA260FF8C}" dt="2026-04-06T20:26:27.484" v="238" actId="20577"/>
          <ac:spMkLst>
            <pc:docMk/>
            <pc:sldMk cId="2061668201" sldId="388"/>
            <ac:spMk id="2" creationId="{5E7C967E-78AE-BA16-1036-73D552B2D76D}"/>
          </ac:spMkLst>
        </pc:spChg>
        <pc:picChg chg="del">
          <ac:chgData name="Design Hub" userId="02111a05-f43e-4d23-bab7-3dd7ecd6715a" providerId="ADAL" clId="{BCD2818F-01C6-4AA5-A3AE-DDBFA260FF8C}" dt="2026-04-06T20:26:14.472" v="236" actId="478"/>
          <ac:picMkLst>
            <pc:docMk/>
            <pc:sldMk cId="2061668201" sldId="388"/>
            <ac:picMk id="6" creationId="{CA328E73-F1A2-8166-AF69-4F045970F8A6}"/>
          </ac:picMkLst>
        </pc:picChg>
        <pc:picChg chg="mod">
          <ac:chgData name="Design Hub" userId="02111a05-f43e-4d23-bab7-3dd7ecd6715a" providerId="ADAL" clId="{BCD2818F-01C6-4AA5-A3AE-DDBFA260FF8C}" dt="2026-04-06T20:26:17.159" v="237" actId="1076"/>
          <ac:picMkLst>
            <pc:docMk/>
            <pc:sldMk cId="2061668201" sldId="388"/>
            <ac:picMk id="12" creationId="{1052C399-25C2-7DBF-3549-3724E5AA1210}"/>
          </ac:picMkLst>
        </pc:picChg>
      </pc:sldChg>
      <pc:sldChg chg="addAnim delAnim">
        <pc:chgData name="Design Hub" userId="02111a05-f43e-4d23-bab7-3dd7ecd6715a" providerId="ADAL" clId="{BCD2818F-01C6-4AA5-A3AE-DDBFA260FF8C}" dt="2026-04-06T20:25:29.326" v="235"/>
        <pc:sldMkLst>
          <pc:docMk/>
          <pc:sldMk cId="36761979" sldId="395"/>
        </pc:sldMkLst>
      </pc:sldChg>
      <pc:sldChg chg="delSp modSp mod">
        <pc:chgData name="Design Hub" userId="02111a05-f43e-4d23-bab7-3dd7ecd6715a" providerId="ADAL" clId="{BCD2818F-01C6-4AA5-A3AE-DDBFA260FF8C}" dt="2026-04-06T20:31:40.418" v="553" actId="20577"/>
        <pc:sldMkLst>
          <pc:docMk/>
          <pc:sldMk cId="2095654347" sldId="397"/>
        </pc:sldMkLst>
        <pc:spChg chg="del">
          <ac:chgData name="Design Hub" userId="02111a05-f43e-4d23-bab7-3dd7ecd6715a" providerId="ADAL" clId="{BCD2818F-01C6-4AA5-A3AE-DDBFA260FF8C}" dt="2026-04-06T20:31:20.128" v="527" actId="478"/>
          <ac:spMkLst>
            <pc:docMk/>
            <pc:sldMk cId="2095654347" sldId="397"/>
            <ac:spMk id="24" creationId="{61BCC4CA-D17F-DE82-BA03-9E6F2ABCBAF1}"/>
          </ac:spMkLst>
        </pc:spChg>
        <pc:spChg chg="mod">
          <ac:chgData name="Design Hub" userId="02111a05-f43e-4d23-bab7-3dd7ecd6715a" providerId="ADAL" clId="{BCD2818F-01C6-4AA5-A3AE-DDBFA260FF8C}" dt="2026-04-06T20:31:40.418" v="553" actId="20577"/>
          <ac:spMkLst>
            <pc:docMk/>
            <pc:sldMk cId="2095654347" sldId="397"/>
            <ac:spMk id="25" creationId="{89D97960-7A62-A486-C786-9CE6BDE69B69}"/>
          </ac:spMkLst>
        </pc:spChg>
        <pc:spChg chg="mod">
          <ac:chgData name="Design Hub" userId="02111a05-f43e-4d23-bab7-3dd7ecd6715a" providerId="ADAL" clId="{BCD2818F-01C6-4AA5-A3AE-DDBFA260FF8C}" dt="2026-04-06T20:31:30.621" v="529" actId="1076"/>
          <ac:spMkLst>
            <pc:docMk/>
            <pc:sldMk cId="2095654347" sldId="397"/>
            <ac:spMk id="26" creationId="{6146D230-DDD8-AE33-B5F6-D21051FDEFB6}"/>
          </ac:spMkLst>
        </pc:spChg>
      </pc:sldChg>
      <pc:sldChg chg="addSp modSp mod">
        <pc:chgData name="Design Hub" userId="02111a05-f43e-4d23-bab7-3dd7ecd6715a" providerId="ADAL" clId="{BCD2818F-01C6-4AA5-A3AE-DDBFA260FF8C}" dt="2026-04-06T20:34:35.682" v="598" actId="20577"/>
        <pc:sldMkLst>
          <pc:docMk/>
          <pc:sldMk cId="3902199121" sldId="401"/>
        </pc:sldMkLst>
        <pc:spChg chg="add mod">
          <ac:chgData name="Design Hub" userId="02111a05-f43e-4d23-bab7-3dd7ecd6715a" providerId="ADAL" clId="{BCD2818F-01C6-4AA5-A3AE-DDBFA260FF8C}" dt="2026-04-06T20:34:35.682" v="598" actId="20577"/>
          <ac:spMkLst>
            <pc:docMk/>
            <pc:sldMk cId="3902199121" sldId="401"/>
            <ac:spMk id="3" creationId="{23351575-F2E3-C80D-D08E-A027B3A2D06C}"/>
          </ac:spMkLst>
        </pc:spChg>
        <pc:spChg chg="mod">
          <ac:chgData name="Design Hub" userId="02111a05-f43e-4d23-bab7-3dd7ecd6715a" providerId="ADAL" clId="{BCD2818F-01C6-4AA5-A3AE-DDBFA260FF8C}" dt="2026-04-06T20:33:50.325" v="582" actId="14100"/>
          <ac:spMkLst>
            <pc:docMk/>
            <pc:sldMk cId="3902199121" sldId="401"/>
            <ac:spMk id="13" creationId="{CF52CD30-6C5E-83AE-CD71-E72243F0F9BD}"/>
          </ac:spMkLst>
        </pc:spChg>
      </pc:sldChg>
      <pc:sldChg chg="addSp delSp modSp mod">
        <pc:chgData name="Design Hub" userId="02111a05-f43e-4d23-bab7-3dd7ecd6715a" providerId="ADAL" clId="{BCD2818F-01C6-4AA5-A3AE-DDBFA260FF8C}" dt="2026-04-06T20:33:18.919" v="567" actId="14100"/>
        <pc:sldMkLst>
          <pc:docMk/>
          <pc:sldMk cId="1104790238" sldId="404"/>
        </pc:sldMkLst>
        <pc:spChg chg="add mod">
          <ac:chgData name="Design Hub" userId="02111a05-f43e-4d23-bab7-3dd7ecd6715a" providerId="ADAL" clId="{BCD2818F-01C6-4AA5-A3AE-DDBFA260FF8C}" dt="2026-04-06T20:32:55.162" v="564" actId="478"/>
          <ac:spMkLst>
            <pc:docMk/>
            <pc:sldMk cId="1104790238" sldId="404"/>
            <ac:spMk id="3" creationId="{A7731BE1-87C2-A471-8263-AA8B0C815455}"/>
          </ac:spMkLst>
        </pc:spChg>
        <pc:picChg chg="add mod">
          <ac:chgData name="Design Hub" userId="02111a05-f43e-4d23-bab7-3dd7ecd6715a" providerId="ADAL" clId="{BCD2818F-01C6-4AA5-A3AE-DDBFA260FF8C}" dt="2026-04-06T20:33:18.919" v="567" actId="14100"/>
          <ac:picMkLst>
            <pc:docMk/>
            <pc:sldMk cId="1104790238" sldId="404"/>
            <ac:picMk id="5" creationId="{34D8E8C9-1E0F-B78D-29CD-061FAA928146}"/>
          </ac:picMkLst>
        </pc:picChg>
        <pc:picChg chg="del">
          <ac:chgData name="Design Hub" userId="02111a05-f43e-4d23-bab7-3dd7ecd6715a" providerId="ADAL" clId="{BCD2818F-01C6-4AA5-A3AE-DDBFA260FF8C}" dt="2026-04-06T20:32:55.162" v="564" actId="478"/>
          <ac:picMkLst>
            <pc:docMk/>
            <pc:sldMk cId="1104790238" sldId="404"/>
            <ac:picMk id="12" creationId="{D575C249-DE13-13EA-4731-1A094C490A20}"/>
          </ac:picMkLst>
        </pc:picChg>
      </pc:sldChg>
      <pc:sldChg chg="add del">
        <pc:chgData name="Design Hub" userId="02111a05-f43e-4d23-bab7-3dd7ecd6715a" providerId="ADAL" clId="{BCD2818F-01C6-4AA5-A3AE-DDBFA260FF8C}" dt="2026-04-06T20:16:59.657" v="84"/>
        <pc:sldMkLst>
          <pc:docMk/>
          <pc:sldMk cId="1625005158" sldId="407"/>
        </pc:sldMkLst>
      </pc:sldChg>
      <pc:sldChg chg="addSp delSp modSp new del mod modClrScheme chgLayout">
        <pc:chgData name="Design Hub" userId="02111a05-f43e-4d23-bab7-3dd7ecd6715a" providerId="ADAL" clId="{BCD2818F-01C6-4AA5-A3AE-DDBFA260FF8C}" dt="2026-04-06T20:24:50.466" v="229" actId="47"/>
        <pc:sldMkLst>
          <pc:docMk/>
          <pc:sldMk cId="2905438918" sldId="407"/>
        </pc:sldMkLst>
        <pc:spChg chg="add del 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2" creationId="{8F6E8074-812E-E1C7-D767-346BD78FE14F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3" creationId="{6DBD7438-0438-DBB4-03BE-651EC977BCD4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4" creationId="{ECA0CEB2-C78A-B42C-7B2B-84BDECDC6BD1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5" creationId="{B42A16A8-0F34-1714-93A9-0C836D6C3F26}"/>
          </ac:spMkLst>
        </pc:spChg>
        <pc:spChg chg="add del mod ord">
          <ac:chgData name="Design Hub" userId="02111a05-f43e-4d23-bab7-3dd7ecd6715a" providerId="ADAL" clId="{BCD2818F-01C6-4AA5-A3AE-DDBFA260FF8C}" dt="2026-04-06T20:18:41.825" v="118" actId="478"/>
          <ac:spMkLst>
            <pc:docMk/>
            <pc:sldMk cId="2905438918" sldId="407"/>
            <ac:spMk id="6" creationId="{BE6C19F9-221F-D72A-5769-A193B9BAF9FB}"/>
          </ac:spMkLst>
        </pc:spChg>
        <pc:spChg chg="add mod ord">
          <ac:chgData name="Design Hub" userId="02111a05-f43e-4d23-bab7-3dd7ecd6715a" providerId="ADAL" clId="{BCD2818F-01C6-4AA5-A3AE-DDBFA260FF8C}" dt="2026-04-06T20:17:45.298" v="117" actId="20577"/>
          <ac:spMkLst>
            <pc:docMk/>
            <pc:sldMk cId="2905438918" sldId="407"/>
            <ac:spMk id="7" creationId="{AFD0AC56-00B1-783B-3D29-B594F073CB25}"/>
          </ac:spMkLst>
        </pc:spChg>
        <pc:spChg chg="add mod">
          <ac:chgData name="Design Hub" userId="02111a05-f43e-4d23-bab7-3dd7ecd6715a" providerId="ADAL" clId="{BCD2818F-01C6-4AA5-A3AE-DDBFA260FF8C}" dt="2026-04-06T20:20:32.832" v="162" actId="207"/>
          <ac:spMkLst>
            <pc:docMk/>
            <pc:sldMk cId="2905438918" sldId="407"/>
            <ac:spMk id="8" creationId="{FEA0B90B-3EA8-BE41-337D-4247CE20BA2C}"/>
          </ac:spMkLst>
        </pc:spChg>
        <pc:spChg chg="add mod">
          <ac:chgData name="Design Hub" userId="02111a05-f43e-4d23-bab7-3dd7ecd6715a" providerId="ADAL" clId="{BCD2818F-01C6-4AA5-A3AE-DDBFA260FF8C}" dt="2026-04-06T20:21:51.391" v="181" actId="207"/>
          <ac:spMkLst>
            <pc:docMk/>
            <pc:sldMk cId="2905438918" sldId="407"/>
            <ac:spMk id="9" creationId="{43F54F5F-207A-1335-284A-6520E10C0654}"/>
          </ac:spMkLst>
        </pc:spChg>
        <pc:spChg chg="add mod">
          <ac:chgData name="Design Hub" userId="02111a05-f43e-4d23-bab7-3dd7ecd6715a" providerId="ADAL" clId="{BCD2818F-01C6-4AA5-A3AE-DDBFA260FF8C}" dt="2026-04-06T20:22:48.056" v="206" actId="1076"/>
          <ac:spMkLst>
            <pc:docMk/>
            <pc:sldMk cId="2905438918" sldId="407"/>
            <ac:spMk id="10" creationId="{1FD0AE79-6387-653B-C5CC-25BBDBB0CD79}"/>
          </ac:spMkLst>
        </pc:spChg>
        <pc:spChg chg="add del mod">
          <ac:chgData name="Design Hub" userId="02111a05-f43e-4d23-bab7-3dd7ecd6715a" providerId="ADAL" clId="{BCD2818F-01C6-4AA5-A3AE-DDBFA260FF8C}" dt="2026-04-06T20:21:57.297" v="183" actId="478"/>
          <ac:spMkLst>
            <pc:docMk/>
            <pc:sldMk cId="2905438918" sldId="407"/>
            <ac:spMk id="11" creationId="{360ABE16-4525-B267-2398-BD3BA43CD9BE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2" creationId="{1678A96C-3B22-D126-5ACA-9F41163D1E11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3" creationId="{BBF30CB5-3C83-9D91-71C1-FEF1381042D6}"/>
          </ac:spMkLst>
        </pc:spChg>
        <pc:cxnChg chg="add mod">
          <ac:chgData name="Design Hub" userId="02111a05-f43e-4d23-bab7-3dd7ecd6715a" providerId="ADAL" clId="{BCD2818F-01C6-4AA5-A3AE-DDBFA260FF8C}" dt="2026-04-06T20:23:00.908" v="210" actId="692"/>
          <ac:cxnSpMkLst>
            <pc:docMk/>
            <pc:sldMk cId="2905438918" sldId="407"/>
            <ac:cxnSpMk id="15" creationId="{438DC8DC-F78A-E392-0D96-B4773D00BE5B}"/>
          </ac:cxnSpMkLst>
        </pc:cxnChg>
        <pc:cxnChg chg="add mod">
          <ac:chgData name="Design Hub" userId="02111a05-f43e-4d23-bab7-3dd7ecd6715a" providerId="ADAL" clId="{BCD2818F-01C6-4AA5-A3AE-DDBFA260FF8C}" dt="2026-04-06T20:22:58.089" v="209" actId="692"/>
          <ac:cxnSpMkLst>
            <pc:docMk/>
            <pc:sldMk cId="2905438918" sldId="407"/>
            <ac:cxnSpMk id="16" creationId="{4A65F2B2-5DDD-12B7-C140-82DD26D06F55}"/>
          </ac:cxnSpMkLst>
        </pc:cxnChg>
      </pc:sldChg>
      <pc:sldChg chg="addSp delSp modSp add mod">
        <pc:chgData name="Design Hub" userId="02111a05-f43e-4d23-bab7-3dd7ecd6715a" providerId="ADAL" clId="{BCD2818F-01C6-4AA5-A3AE-DDBFA260FF8C}" dt="2026-04-06T20:24:57.465" v="233" actId="478"/>
        <pc:sldMkLst>
          <pc:docMk/>
          <pc:sldMk cId="3735386037" sldId="408"/>
        </pc:sldMkLst>
        <pc:spChg chg="add del mod">
          <ac:chgData name="Design Hub" userId="02111a05-f43e-4d23-bab7-3dd7ecd6715a" providerId="ADAL" clId="{BCD2818F-01C6-4AA5-A3AE-DDBFA260FF8C}" dt="2026-04-06T20:24:56.361" v="231" actId="478"/>
          <ac:spMkLst>
            <pc:docMk/>
            <pc:sldMk cId="3735386037" sldId="408"/>
            <ac:spMk id="2" creationId="{540F0EE0-E208-3868-0974-93CC858FAD88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8" creationId="{731B88CA-676C-C965-9CE0-D92BE08498A3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9" creationId="{81C094C2-AEE2-9868-8E03-93F61CA1D34D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10" creationId="{BFEF7523-486A-9407-5A1B-A2A2B0547E0F}"/>
          </ac:spMkLst>
        </pc:spChg>
        <pc:spChg chg="del mod">
          <ac:chgData name="Design Hub" userId="02111a05-f43e-4d23-bab7-3dd7ecd6715a" providerId="ADAL" clId="{BCD2818F-01C6-4AA5-A3AE-DDBFA260FF8C}" dt="2026-04-06T20:24:56.954" v="232" actId="478"/>
          <ac:spMkLst>
            <pc:docMk/>
            <pc:sldMk cId="3735386037" sldId="408"/>
            <ac:spMk id="12" creationId="{3A01D439-727E-DD35-3218-342B5FFB2D91}"/>
          </ac:spMkLst>
        </pc:spChg>
        <pc:spChg chg="del mod">
          <ac:chgData name="Design Hub" userId="02111a05-f43e-4d23-bab7-3dd7ecd6715a" providerId="ADAL" clId="{BCD2818F-01C6-4AA5-A3AE-DDBFA260FF8C}" dt="2026-04-06T20:24:57.465" v="233" actId="478"/>
          <ac:spMkLst>
            <pc:docMk/>
            <pc:sldMk cId="3735386037" sldId="408"/>
            <ac:spMk id="13" creationId="{B79C5A60-089B-C28E-0A76-BBAD96F08605}"/>
          </ac:spMkLst>
        </pc:sp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5" creationId="{C1715E51-CFE5-B060-915B-B8F97561DBCC}"/>
          </ac:cxnSpMkLst>
        </pc:cxn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6" creationId="{BE53E024-FE44-80B2-3873-010BC45242AB}"/>
          </ac:cxnSpMkLst>
        </pc:cxnChg>
      </pc:sldChg>
      <pc:sldChg chg="add">
        <pc:chgData name="Design Hub" userId="02111a05-f43e-4d23-bab7-3dd7ecd6715a" providerId="ADAL" clId="{BCD2818F-01C6-4AA5-A3AE-DDBFA260FF8C}" dt="2026-04-06T20:24:52.737" v="230" actId="2890"/>
        <pc:sldMkLst>
          <pc:docMk/>
          <pc:sldMk cId="3182530004" sldId="409"/>
        </pc:sldMkLst>
      </pc:sldChg>
    </pc:docChg>
  </pc:docChgLst>
  <pc:docChgLst>
    <pc:chgData name="Andres Bernadou" userId="03fff62b-e549-456b-a7f9-42d2972824e9" providerId="ADAL" clId="{0CB13D59-2190-41A4-A0AC-6FE063695352}"/>
    <pc:docChg chg="undo custSel modSld">
      <pc:chgData name="Andres Bernadou" userId="03fff62b-e549-456b-a7f9-42d2972824e9" providerId="ADAL" clId="{0CB13D59-2190-41A4-A0AC-6FE063695352}" dt="2026-04-15T11:59:10.222" v="117" actId="255"/>
      <pc:docMkLst>
        <pc:docMk/>
      </pc:docMkLst>
      <pc:sldChg chg="modSp mod">
        <pc:chgData name="Andres Bernadou" userId="03fff62b-e549-456b-a7f9-42d2972824e9" providerId="ADAL" clId="{0CB13D59-2190-41A4-A0AC-6FE063695352}" dt="2026-04-15T11:59:10.222" v="117" actId="255"/>
        <pc:sldMkLst>
          <pc:docMk/>
          <pc:sldMk cId="3903999285" sldId="380"/>
        </pc:sldMkLst>
        <pc:graphicFrameChg chg="mod modGraphic">
          <ac:chgData name="Andres Bernadou" userId="03fff62b-e549-456b-a7f9-42d2972824e9" providerId="ADAL" clId="{0CB13D59-2190-41A4-A0AC-6FE063695352}" dt="2026-04-15T11:59:10.222" v="117" actId="255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1D4B1-4838-4B73-BD2B-8E02A3865107}" type="datetimeFigureOut">
              <a:rPr lang="en-DK" smtClean="0"/>
              <a:t>04/15/2026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1B4E-7AAB-4396-BFCF-FBF71A7FBE3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56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Hola a todos. Hace un tiempo estuvimos trabajando para definir un nuevo sistema para el </a:t>
            </a:r>
            <a:r>
              <a:rPr lang="es-ES" err="1"/>
              <a:t>design</a:t>
            </a:r>
            <a:r>
              <a:rPr lang="es-ES"/>
              <a:t> </a:t>
            </a:r>
            <a:r>
              <a:rPr lang="es-ES" err="1"/>
              <a:t>hub</a:t>
            </a:r>
            <a:r>
              <a:rPr lang="es-ES"/>
              <a:t>, buscando crear flujos de trabajo más claros tanto para marketing como para diseño.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49479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Evidenciamos que habían ciertos desafíos en el sistema actual: desorganización, muchas versiones del mismo proyecto, edición de contenido, confusión sobre las tareas, no había un proceso claro para ambas partes, las prioridades no estaban suficientemente definidas, recibíamos muchas </a:t>
            </a:r>
            <a:r>
              <a:rPr lang="es-ES" err="1"/>
              <a:t>asap</a:t>
            </a:r>
            <a:r>
              <a:rPr lang="es-ES"/>
              <a:t> y no fechas.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50888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esto, al proceso que les mostrare a continuación se le definieron ciertas cosas, para que podamos estar en la misma pagina sobre como funciona.</a:t>
            </a:r>
          </a:p>
          <a:p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91948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Primero partir con la diferenciación de un </a:t>
            </a:r>
            <a:r>
              <a:rPr lang="es-ES" err="1"/>
              <a:t>task</a:t>
            </a:r>
            <a:r>
              <a:rPr lang="es-ES"/>
              <a:t> o tarea, y un proyecto. </a:t>
            </a:r>
          </a:p>
          <a:p>
            <a:endParaRPr lang="es-ES"/>
          </a:p>
          <a:p>
            <a:r>
              <a:rPr lang="es-ES"/>
              <a:t>Podríamos decir que un proyecto es un conjunto de tareas que necesitan ser logradas para llegar a una meta. </a:t>
            </a:r>
            <a:r>
              <a:rPr lang="es-ES" err="1"/>
              <a:t>Ej</a:t>
            </a:r>
            <a:r>
              <a:rPr lang="es-ES"/>
              <a:t>: hacer el branding de un nuevo producto, campañas, etc.</a:t>
            </a:r>
          </a:p>
          <a:p>
            <a:endParaRPr lang="es-ES"/>
          </a:p>
          <a:p>
            <a:r>
              <a:rPr lang="es-ES"/>
              <a:t>Mientras que una tarea es una parte de un proyecto. Esta última tiende a ser pequeña y de pocas correcciones. Puede ser actualizar fichas técnicas, hacer un </a:t>
            </a:r>
            <a:r>
              <a:rPr lang="es-ES" err="1"/>
              <a:t>brochure</a:t>
            </a:r>
            <a:r>
              <a:rPr lang="es-ES"/>
              <a:t>, hacer una publicidad etc.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4806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esto, consideramos 2 cosas importantes con respecto a las fechas de entrega:</a:t>
            </a:r>
          </a:p>
          <a:p>
            <a:endParaRPr lang="es-ES"/>
          </a:p>
          <a:p>
            <a:pPr marL="228600" indent="-228600">
              <a:buAutoNum type="arabicPeriod"/>
            </a:pPr>
            <a:r>
              <a:rPr lang="es-ES"/>
              <a:t>ASAP, o lo mas rápido posible, no es una fecha de entrega, dado que se necesita poder priorizar distintas tareas</a:t>
            </a:r>
          </a:p>
          <a:p>
            <a:pPr marL="228600" indent="-228600">
              <a:buAutoNum type="arabicPeriod"/>
            </a:pPr>
            <a:r>
              <a:rPr lang="es-ES"/>
              <a:t>Consideramos que en todo proceso es importante tener una primera aproximación, y una fecha final, por lo que optamos por tener 2 fechas: el primer borrador y el final.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62112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Ahora, ¿cómo priorizamos las tareas?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29697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Anteriormente se priorizaban por 2 cosas:</a:t>
            </a:r>
          </a:p>
          <a:p>
            <a:r>
              <a:rPr lang="es-ES"/>
              <a:t>Cuál tarea llegó primero y quién insiste más.</a:t>
            </a:r>
          </a:p>
          <a:p>
            <a:endParaRPr lang="es-ES"/>
          </a:p>
          <a:p>
            <a:r>
              <a:rPr lang="es-ES"/>
              <a:t>Pero esto muchas veces crea desorganización, ya que cada tarea es necesaria para seguir avanzando, pero no tienen el mismo peso.</a:t>
            </a:r>
          </a:p>
          <a:p>
            <a:endParaRPr lang="es-ES"/>
          </a:p>
          <a:p>
            <a:r>
              <a:rPr lang="es-ES"/>
              <a:t>Por esto, las tareas externas tenderán a tener mayor prioridad que las internas, y además, como pueden ver en este gráfico, ciertas tareas tienen más o menos prioridad. </a:t>
            </a:r>
          </a:p>
          <a:p>
            <a:endParaRPr lang="es-ES"/>
          </a:p>
          <a:p>
            <a:r>
              <a:rPr lang="es-ES"/>
              <a:t>Esto no quiere decir que no las haremos, sino que la cantidad de atención e incluso tiempo que se utilizará será mayor o menor, siempre buscando poder llegar al mejor resultado.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32050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mejorar nuestros flujos de trabajo, también decidimos incluir una capacitación de </a:t>
            </a:r>
            <a:r>
              <a:rPr lang="es-ES" err="1"/>
              <a:t>InCopy</a:t>
            </a:r>
            <a:r>
              <a:rPr lang="es-ES"/>
              <a:t>, que es una herramienta colaborativa de edición de texto integrada con el software de diseño InDesign.</a:t>
            </a:r>
          </a:p>
          <a:p>
            <a:endParaRPr lang="es-ES"/>
          </a:p>
          <a:p>
            <a:r>
              <a:rPr lang="es-ES"/>
              <a:t>De esta manera, podremos trabajar el texto y el diseño en </a:t>
            </a:r>
            <a:r>
              <a:rPr lang="es-ES" err="1"/>
              <a:t>unisono</a:t>
            </a:r>
            <a:r>
              <a:rPr lang="es-ES"/>
              <a:t>. Así, no tendrán que esperar recibir el diseño y mandarlo de vuelta para cambiar 1 o 2 palabras, sino que ustedes mismos podrán hacerlo.</a:t>
            </a:r>
          </a:p>
          <a:p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7233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InCopy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tiene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cualidades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similares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a las de word,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incluyendo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historial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de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cambios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cuenta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palabras,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corrección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grammatical, etc.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Esto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permite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poder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crear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editar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contenido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en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tiemop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real, 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como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mencioné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anteriormente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mejorar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flujo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de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trabajo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para ambos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lados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InCopy</a:t>
            </a:r>
            <a:r>
              <a:rPr lang="en-US" sz="1200" b="0" spc="24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provides</a:t>
            </a:r>
            <a:r>
              <a:rPr lang="en-US" sz="1200" b="0" spc="23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standard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word</a:t>
            </a:r>
            <a:r>
              <a:rPr lang="en-US" sz="1200" b="0" spc="24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processing</a:t>
            </a:r>
            <a:r>
              <a:rPr lang="en-US" sz="1200" b="0" spc="25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features,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including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track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changes,</a:t>
            </a:r>
            <a:r>
              <a:rPr lang="en-US" sz="1200" b="0" spc="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word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count,</a:t>
            </a:r>
            <a:r>
              <a:rPr lang="en-US" sz="1200" b="0" spc="2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and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spell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check,</a:t>
            </a:r>
            <a:r>
              <a:rPr lang="en-US" sz="1200" b="0" spc="1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and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it</a:t>
            </a:r>
            <a:r>
              <a:rPr lang="en-US" sz="1200" b="0" spc="-2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has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several</a:t>
            </a:r>
            <a:r>
              <a:rPr lang="en-US" sz="1200" b="0" spc="1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viewing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modes.</a:t>
            </a:r>
            <a:endParaRPr lang="en-US" sz="1200">
              <a:latin typeface="Poppins Light"/>
              <a:cs typeface="Poppins Light"/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Formatting applied in InCopy will be retained when it is placed inside of Adobe InDesign (making my job easier). That retention is maintained in a back and forth workflow because Adobe InCopy shares the exact same text engine as Adobe InDesign. This is something not possible with a straight up Microsoft Word workflow. </a:t>
            </a:r>
          </a:p>
          <a:p>
            <a:endParaRPr lang="en-US"/>
          </a:p>
          <a:p>
            <a:r>
              <a:rPr lang="en-US"/>
              <a:t>InCopy users can see and work in a designed layout that looks just like the finished product. InCopy does not allow the editing of the design layout, only the content.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707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utilizarlo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ciertos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requerimientos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servidor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compartido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Tambien es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necesario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teams, dado que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Podemos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ubicación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archivos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través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sincronización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teams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activada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hacerlo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tiempo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real, y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tipografias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instaladas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último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que no las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tengan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 las Podemos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 in InCopy requires transferring files across the network and often displaying large graphics. So it is preferable if you're using a wired network.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Fonts. In order to see the files accurately and edit accurately everyone in the workflow needs access to the fonts used in the InDesign document. 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designer or InDesign user become central command if you will and is in charge of setting up the workflow so that InCopy users can edit content as needed. 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547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Como sabrán, tendremos un curso de </a:t>
            </a:r>
            <a:r>
              <a:rPr lang="es-ES" err="1"/>
              <a:t>InCopy</a:t>
            </a:r>
            <a:r>
              <a:rPr lang="es-ES"/>
              <a:t> durante las siguientes semanas, que se dividirá en 4 módulos para entender como trabajar con esta herramienta.</a:t>
            </a:r>
          </a:p>
          <a:p>
            <a:endParaRPr lang="es-ES"/>
          </a:p>
          <a:p>
            <a:r>
              <a:rPr lang="es-ES"/>
              <a:t>Introducción, editar el texto, revisar el texto, y guardar y exportar.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82269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Todos nosotros tendremos el curso en español para principiantes- intermedio, que dura alrededor de 5 horas.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61102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¿Cómo se vería el proceso del </a:t>
            </a:r>
            <a:r>
              <a:rPr lang="es-ES" err="1"/>
              <a:t>Design</a:t>
            </a:r>
            <a:r>
              <a:rPr lang="es-ES"/>
              <a:t> Hub ahora entonces?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90785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partiría con el usuario, o sea ustedes, rellenando formulario con la información necesaria, y enviarlo al correo de diseño. Para este formulario hay un </a:t>
            </a:r>
            <a:r>
              <a:rPr lang="es-ES" err="1"/>
              <a:t>template</a:t>
            </a:r>
            <a:r>
              <a:rPr lang="es-ES"/>
              <a:t> en </a:t>
            </a:r>
            <a:r>
              <a:rPr lang="es-ES" err="1"/>
              <a:t>power</a:t>
            </a:r>
            <a:r>
              <a:rPr lang="es-ES"/>
              <a:t> </a:t>
            </a:r>
            <a:r>
              <a:rPr lang="es-ES" err="1"/>
              <a:t>point</a:t>
            </a:r>
            <a:r>
              <a:rPr lang="es-ES"/>
              <a:t>, que les mostrare más adelante.</a:t>
            </a:r>
          </a:p>
          <a:p>
            <a:endParaRPr lang="es-ES"/>
          </a:p>
          <a:p>
            <a:r>
              <a:rPr lang="es-ES"/>
              <a:t>Luego, nosotros como </a:t>
            </a:r>
            <a:r>
              <a:rPr lang="es-ES" err="1"/>
              <a:t>Design</a:t>
            </a:r>
            <a:r>
              <a:rPr lang="es-ES"/>
              <a:t> Hub tomamos la solicitud, la revisamos, la agregamos a nuestras tareas, y de ser necesario, pedimos información faltante o aclarar alguna duda.</a:t>
            </a:r>
          </a:p>
          <a:p>
            <a:endParaRPr lang="es-ES"/>
          </a:p>
          <a:p>
            <a:r>
              <a:rPr lang="es-ES"/>
              <a:t>Posteriormente, enviamos el borrador dentro de la misma línea de correos. Y se recibirá retroalimentación dentro de la misma.</a:t>
            </a:r>
          </a:p>
          <a:p>
            <a:endParaRPr lang="es-ES"/>
          </a:p>
          <a:p>
            <a:r>
              <a:rPr lang="es-ES"/>
              <a:t>Así, se harán los ajustes basados en el </a:t>
            </a:r>
            <a:r>
              <a:rPr lang="es-ES" err="1"/>
              <a:t>feedback</a:t>
            </a:r>
            <a:r>
              <a:rPr lang="es-ES"/>
              <a:t>, y se enviará la versión final.</a:t>
            </a:r>
          </a:p>
          <a:p>
            <a:endParaRPr lang="es-ES"/>
          </a:p>
          <a:p>
            <a:r>
              <a:rPr lang="es-ES"/>
              <a:t>Al ser aprobado, es necesario informarle al </a:t>
            </a:r>
            <a:r>
              <a:rPr lang="es-ES" err="1"/>
              <a:t>Design</a:t>
            </a:r>
            <a:r>
              <a:rPr lang="es-ES"/>
              <a:t> Hub, para que luego la tarea pueda ser marcada como completada.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7841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Ahora, ¿cómo enviar </a:t>
            </a:r>
            <a:r>
              <a:rPr lang="es-ES" err="1"/>
              <a:t>feedback</a:t>
            </a:r>
            <a:r>
              <a:rPr lang="es-ES"/>
              <a:t>?</a:t>
            </a:r>
          </a:p>
          <a:p>
            <a:endParaRPr lang="es-ES"/>
          </a:p>
          <a:p>
            <a:r>
              <a:rPr lang="es-ES"/>
              <a:t>Existen distintos métodos. Uno será por </a:t>
            </a:r>
            <a:r>
              <a:rPr lang="es-ES" err="1"/>
              <a:t>InCopy</a:t>
            </a:r>
            <a:r>
              <a:rPr lang="es-ES"/>
              <a:t>, que se verá en el entrenamiento de este. Y otros son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40488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Otra cosa que consideramos definir son los tiempos de cada tarea o proyecto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441624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Actualizar documentos, </a:t>
            </a:r>
          </a:p>
          <a:p>
            <a:endParaRPr lang="es-ES"/>
          </a:p>
          <a:p>
            <a:r>
              <a:rPr lang="es-ES"/>
              <a:t>Los Round de revisión</a:t>
            </a:r>
          </a:p>
          <a:p>
            <a:endParaRPr lang="es-ES"/>
          </a:p>
          <a:p>
            <a:r>
              <a:rPr lang="es-ES"/>
              <a:t>Crear cosas nuevas toma ya más tiempo.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046619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Además, en este calendario pueden ver algunos eventos que sabemos que suceden año tras año. </a:t>
            </a:r>
          </a:p>
          <a:p>
            <a:endParaRPr lang="es-ES"/>
          </a:p>
          <a:p>
            <a:r>
              <a:rPr lang="es-ES"/>
              <a:t>Fechas en las que habrán menos personas trabajando.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175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err="1"/>
              <a:t>Creemos</a:t>
            </a:r>
            <a:r>
              <a:rPr lang="da-DK"/>
              <a:t> </a:t>
            </a:r>
            <a:r>
              <a:rPr lang="da-DK" err="1"/>
              <a:t>también</a:t>
            </a:r>
            <a:r>
              <a:rPr lang="da-DK"/>
              <a:t> </a:t>
            </a:r>
            <a:r>
              <a:rPr lang="da-DK" err="1"/>
              <a:t>que</a:t>
            </a:r>
            <a:r>
              <a:rPr lang="da-DK"/>
              <a:t> </a:t>
            </a:r>
            <a:r>
              <a:rPr lang="da-DK" err="1"/>
              <a:t>hay</a:t>
            </a:r>
            <a:r>
              <a:rPr lang="da-DK"/>
              <a:t> </a:t>
            </a:r>
            <a:r>
              <a:rPr lang="da-DK" err="1"/>
              <a:t>responsabilidades</a:t>
            </a:r>
            <a:r>
              <a:rPr lang="da-DK"/>
              <a:t> de </a:t>
            </a:r>
            <a:r>
              <a:rPr lang="da-DK" err="1"/>
              <a:t>ambas</a:t>
            </a:r>
            <a:r>
              <a:rPr lang="da-DK"/>
              <a:t> </a:t>
            </a:r>
            <a:r>
              <a:rPr lang="da-DK" err="1"/>
              <a:t>partes</a:t>
            </a:r>
            <a:r>
              <a:rPr lang="da-DK"/>
              <a:t> </a:t>
            </a:r>
            <a:r>
              <a:rPr lang="da-DK" err="1"/>
              <a:t>por</a:t>
            </a:r>
            <a:r>
              <a:rPr lang="da-DK"/>
              <a:t> </a:t>
            </a:r>
            <a:r>
              <a:rPr lang="da-DK" err="1"/>
              <a:t>cada</a:t>
            </a:r>
            <a:r>
              <a:rPr lang="da-DK"/>
              <a:t> </a:t>
            </a:r>
            <a:r>
              <a:rPr lang="da-DK" err="1"/>
              <a:t>tarea</a:t>
            </a:r>
            <a:r>
              <a:rPr lang="da-DK"/>
              <a:t> o </a:t>
            </a:r>
            <a:r>
              <a:rPr lang="da-DK" err="1"/>
              <a:t>trabajo</a:t>
            </a:r>
            <a:r>
              <a:rPr lang="da-DK"/>
              <a:t>, y en </a:t>
            </a:r>
            <a:r>
              <a:rPr lang="da-DK" err="1"/>
              <a:t>este</a:t>
            </a:r>
            <a:r>
              <a:rPr lang="da-DK"/>
              <a:t> </a:t>
            </a:r>
            <a:r>
              <a:rPr lang="da-DK" err="1"/>
              <a:t>caso</a:t>
            </a:r>
            <a:r>
              <a:rPr lang="da-DK"/>
              <a:t>, </a:t>
            </a:r>
            <a:r>
              <a:rPr lang="da-DK" err="1"/>
              <a:t>mostraré</a:t>
            </a:r>
            <a:r>
              <a:rPr lang="da-DK"/>
              <a:t> las </a:t>
            </a:r>
            <a:r>
              <a:rPr lang="da-DK" err="1"/>
              <a:t>responsabilidades</a:t>
            </a:r>
            <a:r>
              <a:rPr lang="da-DK"/>
              <a:t> </a:t>
            </a:r>
            <a:r>
              <a:rPr lang="da-DK" err="1"/>
              <a:t>para</a:t>
            </a:r>
            <a:r>
              <a:rPr lang="da-DK"/>
              <a:t> las </a:t>
            </a:r>
            <a:r>
              <a:rPr lang="da-DK" err="1"/>
              <a:t>personas</a:t>
            </a:r>
            <a:r>
              <a:rPr lang="da-DK"/>
              <a:t> de marketing, </a:t>
            </a:r>
            <a:r>
              <a:rPr lang="da-DK" err="1"/>
              <a:t>que</a:t>
            </a:r>
            <a:r>
              <a:rPr lang="da-DK"/>
              <a:t> </a:t>
            </a:r>
            <a:r>
              <a:rPr lang="da-DK" err="1"/>
              <a:t>vendrían</a:t>
            </a:r>
            <a:r>
              <a:rPr lang="da-DK"/>
              <a:t> </a:t>
            </a:r>
            <a:r>
              <a:rPr lang="da-DK" err="1"/>
              <a:t>siendo</a:t>
            </a:r>
            <a:r>
              <a:rPr lang="da-DK"/>
              <a:t> </a:t>
            </a:r>
            <a:r>
              <a:rPr lang="da-DK" err="1"/>
              <a:t>chequear</a:t>
            </a:r>
            <a:r>
              <a:rPr lang="da-DK"/>
              <a:t> el </a:t>
            </a:r>
            <a:r>
              <a:rPr lang="da-DK" err="1"/>
              <a:t>estatus</a:t>
            </a:r>
            <a:r>
              <a:rPr lang="da-DK"/>
              <a:t> de </a:t>
            </a:r>
            <a:r>
              <a:rPr lang="da-DK" err="1"/>
              <a:t>cada</a:t>
            </a:r>
            <a:r>
              <a:rPr lang="da-DK"/>
              <a:t> </a:t>
            </a:r>
            <a:r>
              <a:rPr lang="da-DK" err="1"/>
              <a:t>proyecto</a:t>
            </a:r>
            <a:r>
              <a:rPr lang="da-DK"/>
              <a:t>, se los </a:t>
            </a:r>
            <a:r>
              <a:rPr lang="da-DK" err="1"/>
              <a:t>mostraré</a:t>
            </a:r>
            <a:r>
              <a:rPr lang="da-DK"/>
              <a:t> en breve</a:t>
            </a:r>
          </a:p>
          <a:p>
            <a:endParaRPr lang="da-DK"/>
          </a:p>
          <a:p>
            <a:r>
              <a:rPr lang="da-DK" err="1"/>
              <a:t>Revisar</a:t>
            </a:r>
            <a:r>
              <a:rPr lang="da-DK"/>
              <a:t> las </a:t>
            </a:r>
            <a:r>
              <a:rPr lang="da-DK" err="1"/>
              <a:t>ubicaciones</a:t>
            </a:r>
            <a:r>
              <a:rPr lang="da-DK"/>
              <a:t> de las </a:t>
            </a:r>
            <a:r>
              <a:rPr lang="da-DK" err="1"/>
              <a:t>tareas</a:t>
            </a:r>
            <a:endParaRPr lang="da-DK"/>
          </a:p>
          <a:p>
            <a:endParaRPr lang="da-DK"/>
          </a:p>
          <a:p>
            <a:r>
              <a:rPr lang="da-DK" err="1"/>
              <a:t>Mantener</a:t>
            </a:r>
            <a:r>
              <a:rPr lang="da-DK"/>
              <a:t> </a:t>
            </a:r>
            <a:r>
              <a:rPr lang="da-DK" err="1"/>
              <a:t>un</a:t>
            </a:r>
            <a:r>
              <a:rPr lang="da-DK"/>
              <a:t> sistema con </a:t>
            </a:r>
            <a:r>
              <a:rPr lang="da-DK" err="1"/>
              <a:t>InCopy</a:t>
            </a:r>
            <a:endParaRPr lang="da-DK"/>
          </a:p>
          <a:p>
            <a:endParaRPr lang="da-DK"/>
          </a:p>
          <a:p>
            <a:r>
              <a:rPr lang="da-DK" err="1"/>
              <a:t>Preocuparse</a:t>
            </a:r>
            <a:r>
              <a:rPr lang="da-DK"/>
              <a:t> de las </a:t>
            </a:r>
            <a:r>
              <a:rPr lang="da-DK" err="1"/>
              <a:t>traducciones</a:t>
            </a:r>
            <a:r>
              <a:rPr lang="da-DK"/>
              <a:t> </a:t>
            </a:r>
          </a:p>
          <a:p>
            <a:endParaRPr lang="da-DK"/>
          </a:p>
          <a:p>
            <a:r>
              <a:rPr lang="da-DK"/>
              <a:t>Y no </a:t>
            </a:r>
            <a:r>
              <a:rPr lang="da-DK" err="1"/>
              <a:t>olvidar</a:t>
            </a:r>
            <a:r>
              <a:rPr lang="da-DK"/>
              <a:t> </a:t>
            </a:r>
            <a:r>
              <a:rPr lang="da-DK" err="1"/>
              <a:t>dar</a:t>
            </a:r>
            <a:r>
              <a:rPr lang="da-DK"/>
              <a:t> feedback 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94A70-58B6-41F5-B852-F585C2412E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04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682760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32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2548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E54E8C-62EB-4F09-A3D6-E4E2EA7FA16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E9BD020F-795A-4C36-851E-8B5DD9F3FF0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00DBFAED-4147-42CA-970B-6587B7609D0B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3AC4-3E9F-4D10-A767-B933D6C2606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6EFA090-E1A0-CFD4-307B-6EB467594551}"/>
              </a:ext>
            </a:extLst>
          </p:cNvPr>
          <p:cNvSpPr/>
          <p:nvPr userDrawn="1"/>
        </p:nvSpPr>
        <p:spPr>
          <a:xfrm>
            <a:off x="495708" y="1340338"/>
            <a:ext cx="11232000" cy="702147"/>
          </a:xfrm>
          <a:prstGeom prst="roundRect">
            <a:avLst>
              <a:gd name="adj" fmla="val 1054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00402" y="2287503"/>
            <a:ext cx="9903868" cy="2368823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noProof="0"/>
              <a:t>Click to edit your brief. This should be an overview of the project, mentioning the targets and objectives, the audience, any issues/challenges we need to solve, as well as the messaging. This should also include where it will be used (</a:t>
            </a:r>
            <a:r>
              <a:rPr lang="en-US" noProof="0" err="1"/>
              <a:t>ie</a:t>
            </a:r>
            <a:r>
              <a:rPr lang="en-US" noProof="0"/>
              <a:t>. digital platforms, print </a:t>
            </a:r>
            <a:r>
              <a:rPr lang="en-US" noProof="0" err="1"/>
              <a:t>etc</a:t>
            </a:r>
            <a:r>
              <a:rPr lang="en-US" noProof="0"/>
              <a:t>)</a:t>
            </a:r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Market/Region/Division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Brief Title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F94F8D-597A-79E9-E1A6-9D44B573A46A}"/>
              </a:ext>
            </a:extLst>
          </p:cNvPr>
          <p:cNvSpPr txBox="1"/>
          <p:nvPr userDrawn="1"/>
        </p:nvSpPr>
        <p:spPr>
          <a:xfrm>
            <a:off x="499797" y="1547655"/>
            <a:ext cx="1300606" cy="2606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Draft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FE6E2-BB8B-6BF2-394A-4C2F34713D47}"/>
              </a:ext>
            </a:extLst>
          </p:cNvPr>
          <p:cNvSpPr txBox="1"/>
          <p:nvPr userDrawn="1"/>
        </p:nvSpPr>
        <p:spPr>
          <a:xfrm>
            <a:off x="2753861" y="1547655"/>
            <a:ext cx="1300606" cy="2747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Final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26962-74C7-9304-EBDA-FC18290412AF}"/>
              </a:ext>
            </a:extLst>
          </p:cNvPr>
          <p:cNvSpPr txBox="1"/>
          <p:nvPr userDrawn="1"/>
        </p:nvSpPr>
        <p:spPr>
          <a:xfrm>
            <a:off x="5332291" y="1520765"/>
            <a:ext cx="1459236" cy="314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Comments: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10" name="Date Placeholder 792">
            <a:extLst>
              <a:ext uri="{FF2B5EF4-FFF2-40B4-BE49-F238E27FC236}">
                <a16:creationId xmlns:a16="http://schemas.microsoft.com/office/drawing/2014/main" id="{34A856BF-7237-281C-934D-254FE2A3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contact person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32E26E-2328-FA07-0D8C-16CAB32936B6}"/>
              </a:ext>
            </a:extLst>
          </p:cNvPr>
          <p:cNvSpPr txBox="1"/>
          <p:nvPr userDrawn="1"/>
        </p:nvSpPr>
        <p:spPr>
          <a:xfrm>
            <a:off x="499797" y="2340666"/>
            <a:ext cx="1300606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Brief: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E197F-8253-FBD2-BBEF-F1D3271FE8F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121196" y="4846825"/>
            <a:ext cx="9583074" cy="1181835"/>
          </a:xfrm>
        </p:spPr>
        <p:txBody>
          <a:bodyPr numCol="2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en-US" noProof="0"/>
              <a:t>Click to edit deliverables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BB75C-83D1-71C3-4D0C-CE518EA7ED45}"/>
              </a:ext>
            </a:extLst>
          </p:cNvPr>
          <p:cNvSpPr txBox="1"/>
          <p:nvPr userDrawn="1"/>
        </p:nvSpPr>
        <p:spPr>
          <a:xfrm>
            <a:off x="499797" y="4899987"/>
            <a:ext cx="1621398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Deliverables: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5" name="Footer Placeholder 793">
            <a:extLst>
              <a:ext uri="{FF2B5EF4-FFF2-40B4-BE49-F238E27FC236}">
                <a16:creationId xmlns:a16="http://schemas.microsoft.com/office/drawing/2014/main" id="{327137A6-4A73-F620-8132-A04CDCE8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6" name="Slide Number Placeholder 794">
            <a:extLst>
              <a:ext uri="{FF2B5EF4-FFF2-40B4-BE49-F238E27FC236}">
                <a16:creationId xmlns:a16="http://schemas.microsoft.com/office/drawing/2014/main" id="{9A329763-5459-9773-B790-DAFC1FEF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B550E5F-FEF0-6E2A-A1B4-D78662D73F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32756" y="1510665"/>
            <a:ext cx="1151830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5E70FB7-60D1-2501-86EA-3747FB1E7E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08778" y="1485036"/>
            <a:ext cx="1228725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5BFF0DC-0048-C199-2520-B3F2D2636B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81638" y="1477880"/>
            <a:ext cx="5096853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0920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Brief Title</a:t>
            </a:r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1A8ED9B-8820-4765-4DB8-5F7AFD7615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93485C7-E751-058E-FEEA-0FC348FABF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</p:spTree>
    <p:extLst>
      <p:ext uri="{BB962C8B-B14F-4D97-AF65-F5344CB8AC3E}">
        <p14:creationId xmlns:p14="http://schemas.microsoft.com/office/powerpoint/2010/main" val="106987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072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Inspiration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01361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7989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272059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476402" cy="684000"/>
          </a:xfrm>
        </p:spPr>
        <p:txBody>
          <a:bodyPr/>
          <a:lstStyle>
            <a:lvl1pPr algn="l">
              <a:defRPr/>
            </a:lvl1pPr>
          </a:lstStyle>
          <a:p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94148ED-D643-7434-805B-0AE695BC57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Inspiration Images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1F55FA3-C892-9CCE-745B-A38C45A97F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950E682-2C48-2146-B428-7C3B4F5F9A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2BD88D5-805C-C349-38F2-4F4C05175A3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72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322A93-18C3-BC81-6C29-6BDDF147EC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078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5" name="Footer Placeholder 793">
            <a:extLst>
              <a:ext uri="{FF2B5EF4-FFF2-40B4-BE49-F238E27FC236}">
                <a16:creationId xmlns:a16="http://schemas.microsoft.com/office/drawing/2014/main" id="{54552382-0022-2AB5-AFA9-38588DF95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794">
            <a:extLst>
              <a:ext uri="{FF2B5EF4-FFF2-40B4-BE49-F238E27FC236}">
                <a16:creationId xmlns:a16="http://schemas.microsoft.com/office/drawing/2014/main" id="{0F1A84CC-E0D1-200F-23BF-D9A077B14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791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F02234-7C8F-4633-B506-C760E02ED59B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69C8719-04D8-437B-8480-88846041D7D8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2709EFC-79FF-4278-B7BF-8C6DC3CBA19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B55F-8057-4BB2-A518-54BE16F2E4C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767DBA7-20A7-4623-95E4-EA00CA0C288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513D14D-05E1-4F39-9837-0DB3A920E29C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C17-5A81-4E68-AFA1-7AF0113B11A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A4517208-4246-42AE-B0E3-0B7B97C13A8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B7C529F-0568-4433-A564-554C8021DE8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CE2DB39-5B52-49F8-B689-1337FC1C880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270B-D6DD-4BCC-BC52-B9F71DFFA8AF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0CA6-3428-432C-811A-AB8E121DDCC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2370-9E39-41A2-8549-AB14089F19E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07C0D-6B2B-4BB7-A447-93B318BA61C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D9A6-05CF-4BBD-B356-544CD93E9BCE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36E75358-67D2-4C25-AB74-9FDEA2F66FF8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7DB5520A-C8F4-4103-87E0-AFC10A98306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75" r:id="rId6"/>
    <p:sldLayoutId id="2147483677" r:id="rId7"/>
    <p:sldLayoutId id="2147483676" r:id="rId8"/>
    <p:sldLayoutId id="2147483651" r:id="rId9"/>
    <p:sldLayoutId id="2147483669" r:id="rId10"/>
    <p:sldLayoutId id="2147483665" r:id="rId11"/>
    <p:sldLayoutId id="2147483652" r:id="rId12"/>
    <p:sldLayoutId id="2147483653" r:id="rId13"/>
    <p:sldLayoutId id="2147483664" r:id="rId14"/>
    <p:sldLayoutId id="2147483666" r:id="rId15"/>
    <p:sldLayoutId id="2147483662" r:id="rId16"/>
    <p:sldLayoutId id="2147483663" r:id="rId17"/>
    <p:sldLayoutId id="2147483674" r:id="rId18"/>
    <p:sldLayoutId id="2147483654" r:id="rId19"/>
    <p:sldLayoutId id="2147483655" r:id="rId20"/>
    <p:sldLayoutId id="2147483670" r:id="rId21"/>
    <p:sldLayoutId id="2147483672" r:id="rId22"/>
    <p:sldLayoutId id="2147483673" r:id="rId23"/>
    <p:sldLayoutId id="2147483661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63.sv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5.sv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67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6.emf"/><Relationship Id="rId11" Type="http://schemas.openxmlformats.org/officeDocument/2006/relationships/image" Target="../media/image71.sv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70.svg"/><Relationship Id="rId4" Type="http://schemas.openxmlformats.org/officeDocument/2006/relationships/notesSlide" Target="../notesSlides/notesSlide21.xml"/><Relationship Id="rId9" Type="http://schemas.openxmlformats.org/officeDocument/2006/relationships/image" Target="../media/image69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88C81C-8108-42BF-EA94-2B488993E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3E030-ABB5-DE28-7C24-B1BD104A5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24</a:t>
            </a:fld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87D552-590C-24A5-156B-85F8A62DDB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999" y="88093"/>
            <a:ext cx="11249250" cy="324000"/>
          </a:xfrm>
        </p:spPr>
        <p:txBody>
          <a:bodyPr/>
          <a:lstStyle/>
          <a:p>
            <a:pPr algn="ctr"/>
            <a:r>
              <a:rPr lang="en-US"/>
              <a:t>Ways of communicating</a:t>
            </a:r>
            <a:endParaRPr lang="en-DK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B32FE4-5C67-845E-79F5-9C45E3EDF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1249250" cy="684000"/>
          </a:xfrm>
        </p:spPr>
        <p:txBody>
          <a:bodyPr/>
          <a:lstStyle/>
          <a:p>
            <a:pPr algn="ctr"/>
            <a:r>
              <a:rPr lang="en-US"/>
              <a:t>When to use what?</a:t>
            </a:r>
            <a:endParaRPr lang="en-D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4FC67F-1D2F-D43A-1FBE-2B4AC182F59C}"/>
              </a:ext>
            </a:extLst>
          </p:cNvPr>
          <p:cNvSpPr/>
          <p:nvPr/>
        </p:nvSpPr>
        <p:spPr>
          <a:xfrm>
            <a:off x="525750" y="2896254"/>
            <a:ext cx="3453888" cy="289041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8078D3EC-A7E5-9031-0D79-F1B362189BF0}"/>
              </a:ext>
            </a:extLst>
          </p:cNvPr>
          <p:cNvSpPr/>
          <p:nvPr/>
        </p:nvSpPr>
        <p:spPr>
          <a:xfrm>
            <a:off x="523204" y="1575218"/>
            <a:ext cx="3456434" cy="1367797"/>
          </a:xfrm>
          <a:prstGeom prst="round2SameRect">
            <a:avLst>
              <a:gd name="adj1" fmla="val 13616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r>
              <a:rPr lang="en-GB" sz="2000" b="1" spc="50">
                <a:solidFill>
                  <a:schemeClr val="bg1"/>
                </a:solidFill>
              </a:rPr>
              <a:t>Email</a:t>
            </a:r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B099149F-8DA3-F906-2DBD-9E2ACC1974B8}"/>
              </a:ext>
            </a:extLst>
          </p:cNvPr>
          <p:cNvSpPr/>
          <p:nvPr/>
        </p:nvSpPr>
        <p:spPr>
          <a:xfrm rot="10800000">
            <a:off x="523203" y="5773792"/>
            <a:ext cx="3456434" cy="3964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0E1F4B-90C5-3180-5006-135B5592E533}"/>
              </a:ext>
            </a:extLst>
          </p:cNvPr>
          <p:cNvSpPr/>
          <p:nvPr/>
        </p:nvSpPr>
        <p:spPr>
          <a:xfrm>
            <a:off x="4414705" y="2896254"/>
            <a:ext cx="3453888" cy="289041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834B768E-5BF6-6EE1-6CF1-CA3F6ACDB4C5}"/>
              </a:ext>
            </a:extLst>
          </p:cNvPr>
          <p:cNvSpPr/>
          <p:nvPr/>
        </p:nvSpPr>
        <p:spPr>
          <a:xfrm>
            <a:off x="4412159" y="1575218"/>
            <a:ext cx="3456434" cy="1367797"/>
          </a:xfrm>
          <a:prstGeom prst="round2SameRect">
            <a:avLst>
              <a:gd name="adj1" fmla="val 15337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r>
              <a:rPr lang="en-GB" sz="2000" b="1" spc="50">
                <a:solidFill>
                  <a:schemeClr val="bg1"/>
                </a:solidFill>
              </a:rPr>
              <a:t>Teams Chat</a:t>
            </a:r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22086C33-E30C-76A6-ECCA-80A6BF5BDF3B}"/>
              </a:ext>
            </a:extLst>
          </p:cNvPr>
          <p:cNvSpPr/>
          <p:nvPr/>
        </p:nvSpPr>
        <p:spPr>
          <a:xfrm rot="10800000">
            <a:off x="4412158" y="5773792"/>
            <a:ext cx="3456434" cy="3964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51AE8B-5244-7FFF-1F77-AA72DD11FAAB}"/>
              </a:ext>
            </a:extLst>
          </p:cNvPr>
          <p:cNvSpPr/>
          <p:nvPr/>
        </p:nvSpPr>
        <p:spPr>
          <a:xfrm>
            <a:off x="8263361" y="2896254"/>
            <a:ext cx="3453888" cy="289041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1549A2B6-E71D-8413-C9A1-82ECCCF6A517}"/>
              </a:ext>
            </a:extLst>
          </p:cNvPr>
          <p:cNvSpPr/>
          <p:nvPr/>
        </p:nvSpPr>
        <p:spPr>
          <a:xfrm>
            <a:off x="8260815" y="1575218"/>
            <a:ext cx="3456434" cy="1367797"/>
          </a:xfrm>
          <a:prstGeom prst="round2SameRect">
            <a:avLst>
              <a:gd name="adj1" fmla="val 14189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endParaRPr lang="en-GB" sz="2000" b="1" spc="50">
              <a:solidFill>
                <a:schemeClr val="bg1"/>
              </a:solidFill>
            </a:endParaRPr>
          </a:p>
          <a:p>
            <a:pPr algn="ctr"/>
            <a:r>
              <a:rPr lang="en-GB" sz="2000" b="1" spc="50">
                <a:solidFill>
                  <a:schemeClr val="bg1"/>
                </a:solidFill>
              </a:rPr>
              <a:t>Verbal/Meetings</a:t>
            </a:r>
          </a:p>
        </p:txBody>
      </p:sp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E490F90C-8901-8CEA-C3FC-B5521B2956C9}"/>
              </a:ext>
            </a:extLst>
          </p:cNvPr>
          <p:cNvSpPr/>
          <p:nvPr/>
        </p:nvSpPr>
        <p:spPr>
          <a:xfrm rot="10800000">
            <a:off x="8260814" y="5773792"/>
            <a:ext cx="3456434" cy="39640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F140AC-83A2-84DA-8376-4838F999B264}"/>
              </a:ext>
            </a:extLst>
          </p:cNvPr>
          <p:cNvSpPr/>
          <p:nvPr/>
        </p:nvSpPr>
        <p:spPr>
          <a:xfrm>
            <a:off x="777044" y="3242870"/>
            <a:ext cx="2923725" cy="2288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Submitting new task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Submitting new project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Submitting feedback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60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B5FEE3-E897-A08E-F5B1-DE718FFA7878}"/>
              </a:ext>
            </a:extLst>
          </p:cNvPr>
          <p:cNvSpPr/>
          <p:nvPr/>
        </p:nvSpPr>
        <p:spPr>
          <a:xfrm>
            <a:off x="4665998" y="3242870"/>
            <a:ext cx="2923725" cy="2288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 up on tasks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 up on projects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60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60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5F97DC-FF15-E19D-B2FC-E4AD4BE370E5}"/>
              </a:ext>
            </a:extLst>
          </p:cNvPr>
          <p:cNvSpPr/>
          <p:nvPr/>
        </p:nvSpPr>
        <p:spPr>
          <a:xfrm>
            <a:off x="8514655" y="3242870"/>
            <a:ext cx="2923725" cy="2288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clarify/define projects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Clarify topics/themes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In-depth review of the artwork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600" b="1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Graphic 20" descr="Envelope with solid fill">
            <a:extLst>
              <a:ext uri="{FF2B5EF4-FFF2-40B4-BE49-F238E27FC236}">
                <a16:creationId xmlns:a16="http://schemas.microsoft.com/office/drawing/2014/main" id="{94508621-909C-D791-07F6-11D8CAFD2C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21721" y="1744740"/>
            <a:ext cx="640953" cy="640953"/>
          </a:xfrm>
          <a:prstGeom prst="rect">
            <a:avLst/>
          </a:prstGeom>
        </p:spPr>
      </p:pic>
      <p:pic>
        <p:nvPicPr>
          <p:cNvPr id="23" name="Graphic 22" descr="Speech with solid fill">
            <a:extLst>
              <a:ext uri="{FF2B5EF4-FFF2-40B4-BE49-F238E27FC236}">
                <a16:creationId xmlns:a16="http://schemas.microsoft.com/office/drawing/2014/main" id="{AFF4E5EB-118D-B186-B392-EF456BA3C3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869" y="1784183"/>
            <a:ext cx="601510" cy="601510"/>
          </a:xfrm>
          <a:prstGeom prst="rect">
            <a:avLst/>
          </a:prstGeom>
        </p:spPr>
      </p:pic>
      <p:pic>
        <p:nvPicPr>
          <p:cNvPr id="25" name="Graphic 24" descr="Online meeting with solid fill">
            <a:extLst>
              <a:ext uri="{FF2B5EF4-FFF2-40B4-BE49-F238E27FC236}">
                <a16:creationId xmlns:a16="http://schemas.microsoft.com/office/drawing/2014/main" id="{92A7B9CA-5DE4-7A7D-310F-38F66ECD5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84145" y="1738985"/>
            <a:ext cx="621831" cy="62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372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88D0513-C8D8-0584-4531-9ADF3417C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Changing the way we work</a:t>
            </a:r>
            <a:endParaRPr lang="en-D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B39820-621C-CBE7-990A-8772E2A6F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Personal </a:t>
            </a:r>
            <a:r>
              <a:rPr lang="en-US" err="1"/>
              <a:t>Responsbility</a:t>
            </a:r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E67-360C-E027-9E21-1D4D66C8B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69A80-5665-8E26-0057-905879A69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074873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69AC09A5-6AD9-4DEC-A436-61B17E345F2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20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3" imgH="402" progId="TCLayout.ActiveDocument.1">
                  <p:embed/>
                </p:oleObj>
              </mc:Choice>
              <mc:Fallback>
                <p:oleObj name="think-cell Slide" r:id="rId5" imgW="393" imgH="402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69AC09A5-6AD9-4DEC-A436-61B17E345F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20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449DAD1A-F985-49A6-9BA2-F20B7CA4682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1"/>
            <a:ext cx="211667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GB" sz="3200" b="1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8DA88-449C-405C-A9F3-5F6F8AB8A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83E2-440F-4AE7-A636-9A8D44187D66}" type="slidenum">
              <a:rPr lang="en-US"/>
              <a:pPr/>
              <a:t>26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A7E946-25D9-4BBB-9FA0-E9729F7BD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8232117" cy="684000"/>
          </a:xfrm>
        </p:spPr>
        <p:txBody>
          <a:bodyPr/>
          <a:lstStyle/>
          <a:p>
            <a:pPr algn="ctr"/>
            <a:r>
              <a:rPr lang="en-GB"/>
              <a:t>Personal Responsibility</a:t>
            </a:r>
            <a:endParaRPr lang="en-GB" b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2D949E-626B-4135-9549-719C58FF7749}"/>
              </a:ext>
            </a:extLst>
          </p:cNvPr>
          <p:cNvSpPr/>
          <p:nvPr/>
        </p:nvSpPr>
        <p:spPr>
          <a:xfrm>
            <a:off x="2270928" y="3054033"/>
            <a:ext cx="1563755" cy="672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67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Task/Project Status</a:t>
            </a:r>
          </a:p>
          <a:p>
            <a:pPr algn="ctr"/>
            <a:endParaRPr lang="en-GB" sz="1450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70E389-1D7A-4EA5-97B4-9642C213F6AF}"/>
              </a:ext>
            </a:extLst>
          </p:cNvPr>
          <p:cNvSpPr/>
          <p:nvPr/>
        </p:nvSpPr>
        <p:spPr>
          <a:xfrm>
            <a:off x="4631457" y="3054033"/>
            <a:ext cx="2443488" cy="672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50" b="1">
                <a:solidFill>
                  <a:srgbClr val="1F3E77"/>
                </a:solidFill>
                <a:latin typeface="Arial"/>
                <a:cs typeface="Arial"/>
              </a:rPr>
              <a:t>Finding Files</a:t>
            </a:r>
          </a:p>
          <a:p>
            <a:pPr algn="ctr"/>
            <a:r>
              <a:rPr lang="en-GB" sz="1450">
                <a:solidFill>
                  <a:srgbClr val="1F3E77"/>
                </a:solidFill>
                <a:latin typeface="Arial"/>
                <a:cs typeface="Arial"/>
              </a:rPr>
              <a:t>Links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4ABACC-4BB3-4113-A2F8-AA74C3B852B8}"/>
              </a:ext>
            </a:extLst>
          </p:cNvPr>
          <p:cNvSpPr/>
          <p:nvPr/>
        </p:nvSpPr>
        <p:spPr>
          <a:xfrm>
            <a:off x="5003868" y="5550310"/>
            <a:ext cx="1563755" cy="672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67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Submitting Feedback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E3F79F-62F3-43C9-B0F5-72251A4836BD}"/>
              </a:ext>
            </a:extLst>
          </p:cNvPr>
          <p:cNvSpPr/>
          <p:nvPr/>
        </p:nvSpPr>
        <p:spPr>
          <a:xfrm>
            <a:off x="2270928" y="5550310"/>
            <a:ext cx="1563755" cy="672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50" b="1">
                <a:solidFill>
                  <a:srgbClr val="1F3E77"/>
                </a:solidFill>
                <a:latin typeface="Arial"/>
                <a:cs typeface="Arial"/>
              </a:rPr>
              <a:t>Translations</a:t>
            </a:r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B920CC88-06E8-4E9B-A6EB-A1C332F71CF3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9752" y="2057904"/>
            <a:ext cx="683181" cy="683181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264DB23-B209-4A47-9FE2-77623AF65FFF}"/>
              </a:ext>
            </a:extLst>
          </p:cNvPr>
          <p:cNvSpPr/>
          <p:nvPr/>
        </p:nvSpPr>
        <p:spPr>
          <a:xfrm>
            <a:off x="9155054" y="1772997"/>
            <a:ext cx="2562196" cy="4449388"/>
          </a:xfrm>
          <a:prstGeom prst="roundRect">
            <a:avLst>
              <a:gd name="adj" fmla="val 4028"/>
            </a:avLst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A56E79-A443-41C8-AC0F-5FC0C935ECF0}"/>
              </a:ext>
            </a:extLst>
          </p:cNvPr>
          <p:cNvSpPr/>
          <p:nvPr/>
        </p:nvSpPr>
        <p:spPr>
          <a:xfrm>
            <a:off x="9395628" y="3054033"/>
            <a:ext cx="2081047" cy="29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400" b="1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Tasks</a:t>
            </a:r>
          </a:p>
          <a:p>
            <a:pPr algn="ctr"/>
            <a:endParaRPr lang="en-GB" sz="1467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1467">
                <a:solidFill>
                  <a:srgbClr val="1F3E7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Marketing Managers must inform their relevant Forum member of the current tasks/projects. We will only inform the relevant forum members when it is someone from outside marketing.</a:t>
            </a:r>
          </a:p>
          <a:p>
            <a:pPr algn="ctr"/>
            <a:endParaRPr lang="en-GB" sz="1467">
              <a:solidFill>
                <a:srgbClr val="1F3E7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2ABE354-4845-4B82-868B-4FF53EA4ABF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8096" y="2057904"/>
            <a:ext cx="644407" cy="675093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A1D3FA-43CC-4A4D-B6F7-178EDED22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pic>
        <p:nvPicPr>
          <p:cNvPr id="13" name="Graphic 12" descr="Pie chart outline">
            <a:extLst>
              <a:ext uri="{FF2B5EF4-FFF2-40B4-BE49-F238E27FC236}">
                <a16:creationId xmlns:a16="http://schemas.microsoft.com/office/drawing/2014/main" id="{87A5855A-036C-B272-0A16-5D108C2BC5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03202" y="1938250"/>
            <a:ext cx="914400" cy="914400"/>
          </a:xfrm>
          <a:prstGeom prst="rect">
            <a:avLst/>
          </a:prstGeom>
        </p:spPr>
      </p:pic>
      <p:pic>
        <p:nvPicPr>
          <p:cNvPr id="15" name="Graphic 14" descr="Subtitles outline">
            <a:extLst>
              <a:ext uri="{FF2B5EF4-FFF2-40B4-BE49-F238E27FC236}">
                <a16:creationId xmlns:a16="http://schemas.microsoft.com/office/drawing/2014/main" id="{5BDF676D-1372-6E4A-98F5-B5F9A404E0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43883" y="4393343"/>
            <a:ext cx="914400" cy="914400"/>
          </a:xfrm>
          <a:prstGeom prst="rect">
            <a:avLst/>
          </a:prstGeom>
        </p:spPr>
      </p:pic>
      <p:pic>
        <p:nvPicPr>
          <p:cNvPr id="19" name="Graphic 18" descr="Chat outline">
            <a:extLst>
              <a:ext uri="{FF2B5EF4-FFF2-40B4-BE49-F238E27FC236}">
                <a16:creationId xmlns:a16="http://schemas.microsoft.com/office/drawing/2014/main" id="{40696A53-69C6-9395-0768-84720FCD42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29890" y="4348010"/>
            <a:ext cx="1087872" cy="108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3567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7731BE1-87C2-A471-8263-AA8B0C815455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4D8E8C9-1E0F-B78D-29CD-061FAA928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89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7902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4F54C5-7514-9867-8F3E-685424BD5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3AF115-ECFC-6799-3AC3-A1024FD63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Brief Template</a:t>
            </a:r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42B05D-BE4B-AE52-AFC5-702895CD6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634573-129E-818F-8F69-BC4409889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90140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49B31A-4D47-D4B4-A73A-E3EAE5E1E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38DDB-513F-911A-AA9B-9C03B03E69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F851A1-CBC2-9C08-2295-A58E14E66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2259BC-750D-7453-BAAF-C29D354BE71D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8F7C2-C8FE-374D-0F51-0043BBE7D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271E3-C0AD-7E5D-56E3-0B3BF359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29</a:t>
            </a:fld>
            <a:endParaRPr lang="en-GB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D93A66-1F1F-DFC3-9EC6-A6D0DB2745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A855F3D-2447-8C65-2BBE-3688456E73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0CA17F4-3A12-C354-91B1-DF3406E18E2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968925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8JXzj2eQkaz_PSu8JFpow"/>
</p:tagLst>
</file>

<file path=ppt/theme/theme1.xml><?xml version="1.0" encoding="utf-8"?>
<a:theme xmlns:a="http://schemas.openxmlformats.org/drawingml/2006/main" name="BioMar Widescreen Theme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heme" id="{92214D57-36C9-4CA8-9BD7-E7495E8D887A}" vid="{A7384CF4-1470-44A6-A579-6755108C26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  <SharedWithUsers xmlns="3cdbaa95-48e7-4af6-ba46-b4955525a9b2">
      <UserInfo>
        <DisplayName>Isidora Silva Chiros</DisplayName>
        <AccountId>135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F22A88B03891499CA2E030A787E0F8" ma:contentTypeVersion="18" ma:contentTypeDescription="Opret et nyt dokument." ma:contentTypeScope="" ma:versionID="fbfe75c7c472daceaebec51665dd35c4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a2d904703cb41415f99027e530e43c82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ledmærker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729C29-A5E4-45A4-8718-0A56CB7C083D}">
  <ds:schemaRefs>
    <ds:schemaRef ds:uri="06cb7051-c7c6-44c0-af61-9813c784cbe1"/>
    <ds:schemaRef ds:uri="3cdbaa95-48e7-4af6-ba46-b4955525a9b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C70E1B1-C89D-4D22-B4EA-D7BD7FDAF6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2FCF16-F21E-43AF-8036-19219EF93808}">
  <ds:schemaRefs>
    <ds:schemaRef ds:uri="06cb7051-c7c6-44c0-af61-9813c784cbe1"/>
    <ds:schemaRef ds:uri="3cdbaa95-48e7-4af6-ba46-b4955525a9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Application>Microsoft Office PowerPoint</Application>
  <PresentationFormat>Widescreen</PresentationFormat>
  <Slides>33</Slides>
  <Notes>23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BioMar Widescreen Theme</vt:lpstr>
      <vt:lpstr>Design Hub</vt:lpstr>
      <vt:lpstr>Challenges</vt:lpstr>
      <vt:lpstr>Process</vt:lpstr>
      <vt:lpstr>Before You Reach Out: What Do You Need?</vt:lpstr>
      <vt:lpstr>Before You Reach Out: What Do You Need?</vt:lpstr>
      <vt:lpstr>Tasks vs Projects</vt:lpstr>
      <vt:lpstr>Deadlines</vt:lpstr>
      <vt:lpstr>Business Value</vt:lpstr>
      <vt:lpstr>Business Value Priority Levels</vt:lpstr>
      <vt:lpstr>InCopy</vt:lpstr>
      <vt:lpstr>What is Adobe InCopy?</vt:lpstr>
      <vt:lpstr>Requirements</vt:lpstr>
      <vt:lpstr>Training</vt:lpstr>
      <vt:lpstr>Courses</vt:lpstr>
      <vt:lpstr>Start to Finish Process</vt:lpstr>
      <vt:lpstr>Design Hub Process</vt:lpstr>
      <vt:lpstr>Design Hub Process</vt:lpstr>
      <vt:lpstr>Submitting Feedback</vt:lpstr>
      <vt:lpstr>Receiving / Submitting Feedback</vt:lpstr>
      <vt:lpstr>File Storage</vt:lpstr>
      <vt:lpstr>Turn around times</vt:lpstr>
      <vt:lpstr>Turn around times</vt:lpstr>
      <vt:lpstr>Yearly Calendar</vt:lpstr>
      <vt:lpstr>When to use what?</vt:lpstr>
      <vt:lpstr>Personal Responsbility</vt:lpstr>
      <vt:lpstr>Personal Responsibility</vt:lpstr>
      <vt:lpstr>PowerPoint Presentation</vt:lpstr>
      <vt:lpstr>Brief Template</vt:lpstr>
      <vt:lpstr>PowerPoint Presentation</vt:lpstr>
      <vt:lpstr>LARVIVA Hatchery Hub Signage</vt:lpstr>
      <vt:lpstr>Trial facilities layout (II)</vt:lpstr>
      <vt:lpstr>Trial facilities layout (III)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Hub</dc:title>
  <dc:creator>Olivia Andrews</dc:creator>
  <cp:revision>1</cp:revision>
  <dcterms:created xsi:type="dcterms:W3CDTF">2023-06-29T07:04:55Z</dcterms:created>
  <dcterms:modified xsi:type="dcterms:W3CDTF">2026-04-15T11:59:37Z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